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6" r:id="rId1"/>
  </p:sldMasterIdLst>
  <p:notesMasterIdLst>
    <p:notesMasterId r:id="rId56"/>
  </p:notesMasterIdLst>
  <p:sldIdLst>
    <p:sldId id="256" r:id="rId2"/>
    <p:sldId id="273" r:id="rId3"/>
    <p:sldId id="276" r:id="rId4"/>
    <p:sldId id="257" r:id="rId5"/>
    <p:sldId id="288" r:id="rId6"/>
    <p:sldId id="289" r:id="rId7"/>
    <p:sldId id="290" r:id="rId8"/>
    <p:sldId id="291" r:id="rId9"/>
    <p:sldId id="292" r:id="rId10"/>
    <p:sldId id="293" r:id="rId11"/>
    <p:sldId id="294" r:id="rId12"/>
    <p:sldId id="295" r:id="rId13"/>
    <p:sldId id="296" r:id="rId14"/>
    <p:sldId id="261" r:id="rId15"/>
    <p:sldId id="262" r:id="rId16"/>
    <p:sldId id="297" r:id="rId17"/>
    <p:sldId id="305" r:id="rId18"/>
    <p:sldId id="298" r:id="rId19"/>
    <p:sldId id="299" r:id="rId20"/>
    <p:sldId id="300" r:id="rId21"/>
    <p:sldId id="301" r:id="rId22"/>
    <p:sldId id="302" r:id="rId23"/>
    <p:sldId id="303" r:id="rId24"/>
    <p:sldId id="304" r:id="rId25"/>
    <p:sldId id="311" r:id="rId26"/>
    <p:sldId id="312" r:id="rId27"/>
    <p:sldId id="309" r:id="rId28"/>
    <p:sldId id="313" r:id="rId29"/>
    <p:sldId id="306" r:id="rId30"/>
    <p:sldId id="307" r:id="rId31"/>
    <p:sldId id="308" r:id="rId32"/>
    <p:sldId id="310" r:id="rId33"/>
    <p:sldId id="284" r:id="rId34"/>
    <p:sldId id="285" r:id="rId35"/>
    <p:sldId id="286" r:id="rId36"/>
    <p:sldId id="287" r:id="rId37"/>
    <p:sldId id="277" r:id="rId38"/>
    <p:sldId id="280" r:id="rId39"/>
    <p:sldId id="279" r:id="rId40"/>
    <p:sldId id="282" r:id="rId41"/>
    <p:sldId id="283" r:id="rId42"/>
    <p:sldId id="266" r:id="rId43"/>
    <p:sldId id="267" r:id="rId44"/>
    <p:sldId id="268" r:id="rId45"/>
    <p:sldId id="269" r:id="rId46"/>
    <p:sldId id="260" r:id="rId47"/>
    <p:sldId id="270" r:id="rId48"/>
    <p:sldId id="271" r:id="rId49"/>
    <p:sldId id="272" r:id="rId50"/>
    <p:sldId id="265" r:id="rId51"/>
    <p:sldId id="258" r:id="rId52"/>
    <p:sldId id="259" r:id="rId53"/>
    <p:sldId id="263" r:id="rId54"/>
    <p:sldId id="264" r:id="rId55"/>
  </p:sldIdLst>
  <p:sldSz cx="12801600" cy="8229600"/>
  <p:notesSz cx="5143500" cy="9144000"/>
  <p:defaultTextStyle>
    <a:defPPr>
      <a:defRPr lang="en-US"/>
    </a:defPPr>
    <a:lvl1pPr marL="0" algn="l" defTabSz="457071" rtl="0" eaLnBrk="1" latinLnBrk="0" hangingPunct="1">
      <a:defRPr sz="1799" kern="1200">
        <a:solidFill>
          <a:schemeClr val="tx1"/>
        </a:solidFill>
        <a:latin typeface="+mn-lt"/>
        <a:ea typeface="+mn-ea"/>
        <a:cs typeface="+mn-cs"/>
      </a:defRPr>
    </a:lvl1pPr>
    <a:lvl2pPr marL="457071" algn="l" defTabSz="457071" rtl="0" eaLnBrk="1" latinLnBrk="0" hangingPunct="1">
      <a:defRPr sz="1799" kern="1200">
        <a:solidFill>
          <a:schemeClr val="tx1"/>
        </a:solidFill>
        <a:latin typeface="+mn-lt"/>
        <a:ea typeface="+mn-ea"/>
        <a:cs typeface="+mn-cs"/>
      </a:defRPr>
    </a:lvl2pPr>
    <a:lvl3pPr marL="914141" algn="l" defTabSz="457071" rtl="0" eaLnBrk="1" latinLnBrk="0" hangingPunct="1">
      <a:defRPr sz="1799" kern="1200">
        <a:solidFill>
          <a:schemeClr val="tx1"/>
        </a:solidFill>
        <a:latin typeface="+mn-lt"/>
        <a:ea typeface="+mn-ea"/>
        <a:cs typeface="+mn-cs"/>
      </a:defRPr>
    </a:lvl3pPr>
    <a:lvl4pPr marL="1371211" algn="l" defTabSz="457071" rtl="0" eaLnBrk="1" latinLnBrk="0" hangingPunct="1">
      <a:defRPr sz="1799" kern="1200">
        <a:solidFill>
          <a:schemeClr val="tx1"/>
        </a:solidFill>
        <a:latin typeface="+mn-lt"/>
        <a:ea typeface="+mn-ea"/>
        <a:cs typeface="+mn-cs"/>
      </a:defRPr>
    </a:lvl4pPr>
    <a:lvl5pPr marL="1828281" algn="l" defTabSz="457071" rtl="0" eaLnBrk="1" latinLnBrk="0" hangingPunct="1">
      <a:defRPr sz="1799" kern="1200">
        <a:solidFill>
          <a:schemeClr val="tx1"/>
        </a:solidFill>
        <a:latin typeface="+mn-lt"/>
        <a:ea typeface="+mn-ea"/>
        <a:cs typeface="+mn-cs"/>
      </a:defRPr>
    </a:lvl5pPr>
    <a:lvl6pPr marL="2285351" algn="l" defTabSz="457071" rtl="0" eaLnBrk="1" latinLnBrk="0" hangingPunct="1">
      <a:defRPr sz="1799" kern="1200">
        <a:solidFill>
          <a:schemeClr val="tx1"/>
        </a:solidFill>
        <a:latin typeface="+mn-lt"/>
        <a:ea typeface="+mn-ea"/>
        <a:cs typeface="+mn-cs"/>
      </a:defRPr>
    </a:lvl6pPr>
    <a:lvl7pPr marL="2742423" algn="l" defTabSz="457071" rtl="0" eaLnBrk="1" latinLnBrk="0" hangingPunct="1">
      <a:defRPr sz="1799" kern="1200">
        <a:solidFill>
          <a:schemeClr val="tx1"/>
        </a:solidFill>
        <a:latin typeface="+mn-lt"/>
        <a:ea typeface="+mn-ea"/>
        <a:cs typeface="+mn-cs"/>
      </a:defRPr>
    </a:lvl7pPr>
    <a:lvl8pPr marL="3199492" algn="l" defTabSz="457071" rtl="0" eaLnBrk="1" latinLnBrk="0" hangingPunct="1">
      <a:defRPr sz="1799" kern="1200">
        <a:solidFill>
          <a:schemeClr val="tx1"/>
        </a:solidFill>
        <a:latin typeface="+mn-lt"/>
        <a:ea typeface="+mn-ea"/>
        <a:cs typeface="+mn-cs"/>
      </a:defRPr>
    </a:lvl8pPr>
    <a:lvl9pPr marL="3656562" algn="l" defTabSz="457071" rtl="0" eaLnBrk="1" latinLnBrk="0" hangingPunct="1">
      <a:defRPr sz="1799"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8EA9"/>
    <a:srgbClr val="FF9A00"/>
    <a:srgbClr val="BEB6E8"/>
    <a:srgbClr val="F8FA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9EC4B0-4BF7-AF4A-A1FD-1E409E5FBFE6}" v="252" dt="2026-05-20T10:33:00.3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84"/>
    <p:restoredTop sz="96110"/>
  </p:normalViewPr>
  <p:slideViewPr>
    <p:cSldViewPr snapToGrid="0" snapToObjects="1">
      <p:cViewPr varScale="1">
        <p:scale>
          <a:sx n="96" d="100"/>
          <a:sy n="96" d="100"/>
        </p:scale>
        <p:origin x="8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eng, Xinyue" userId="463dbdee-3a91-4da5-8c02-eb7d819f400f" providerId="ADAL" clId="{6166D0B7-0C52-520D-8E8C-744A4B1D6A1D}"/>
    <pc:docChg chg="undo custSel addSld delSld modSld sldOrd modMainMaster">
      <pc:chgData name="Zheng, Xinyue" userId="463dbdee-3a91-4da5-8c02-eb7d819f400f" providerId="ADAL" clId="{6166D0B7-0C52-520D-8E8C-744A4B1D6A1D}" dt="2026-05-20T10:33:18.996" v="9430" actId="1076"/>
      <pc:docMkLst>
        <pc:docMk/>
      </pc:docMkLst>
      <pc:sldChg chg="modSp">
        <pc:chgData name="Zheng, Xinyue" userId="463dbdee-3a91-4da5-8c02-eb7d819f400f" providerId="ADAL" clId="{6166D0B7-0C52-520D-8E8C-744A4B1D6A1D}" dt="2026-04-23T06:58:00.171" v="2336"/>
        <pc:sldMkLst>
          <pc:docMk/>
          <pc:sldMk cId="0" sldId="256"/>
        </pc:sldMkLst>
        <pc:spChg chg="mod">
          <ac:chgData name="Zheng, Xinyue" userId="463dbdee-3a91-4da5-8c02-eb7d819f400f" providerId="ADAL" clId="{6166D0B7-0C52-520D-8E8C-744A4B1D6A1D}" dt="2026-04-23T06:58:00.171" v="2336"/>
          <ac:spMkLst>
            <pc:docMk/>
            <pc:sldMk cId="0" sldId="256"/>
            <ac:spMk id="3" creationId="{00000000-0000-0000-0000-000000000000}"/>
          </ac:spMkLst>
        </pc:spChg>
        <pc:spChg chg="mod">
          <ac:chgData name="Zheng, Xinyue" userId="463dbdee-3a91-4da5-8c02-eb7d819f400f" providerId="ADAL" clId="{6166D0B7-0C52-520D-8E8C-744A4B1D6A1D}" dt="2026-04-23T06:58:00.171" v="2336"/>
          <ac:spMkLst>
            <pc:docMk/>
            <pc:sldMk cId="0" sldId="256"/>
            <ac:spMk id="4" creationId="{00000000-0000-0000-0000-000000000000}"/>
          </ac:spMkLst>
        </pc:spChg>
        <pc:spChg chg="mod">
          <ac:chgData name="Zheng, Xinyue" userId="463dbdee-3a91-4da5-8c02-eb7d819f400f" providerId="ADAL" clId="{6166D0B7-0C52-520D-8E8C-744A4B1D6A1D}" dt="2026-04-23T06:58:00.171" v="2336"/>
          <ac:spMkLst>
            <pc:docMk/>
            <pc:sldMk cId="0" sldId="256"/>
            <ac:spMk id="5" creationId="{00000000-0000-0000-0000-000000000000}"/>
          </ac:spMkLst>
        </pc:spChg>
        <pc:spChg chg="mod">
          <ac:chgData name="Zheng, Xinyue" userId="463dbdee-3a91-4da5-8c02-eb7d819f400f" providerId="ADAL" clId="{6166D0B7-0C52-520D-8E8C-744A4B1D6A1D}" dt="2026-04-23T06:58:00.171" v="2336"/>
          <ac:spMkLst>
            <pc:docMk/>
            <pc:sldMk cId="0" sldId="256"/>
            <ac:spMk id="6" creationId="{00000000-0000-0000-0000-000000000000}"/>
          </ac:spMkLst>
        </pc:spChg>
        <pc:spChg chg="mod">
          <ac:chgData name="Zheng, Xinyue" userId="463dbdee-3a91-4da5-8c02-eb7d819f400f" providerId="ADAL" clId="{6166D0B7-0C52-520D-8E8C-744A4B1D6A1D}" dt="2026-04-23T06:58:00.171" v="2336"/>
          <ac:spMkLst>
            <pc:docMk/>
            <pc:sldMk cId="0" sldId="256"/>
            <ac:spMk id="7" creationId="{00000000-0000-0000-0000-000000000000}"/>
          </ac:spMkLst>
        </pc:spChg>
        <pc:spChg chg="mod">
          <ac:chgData name="Zheng, Xinyue" userId="463dbdee-3a91-4da5-8c02-eb7d819f400f" providerId="ADAL" clId="{6166D0B7-0C52-520D-8E8C-744A4B1D6A1D}" dt="2026-04-23T06:58:00.171" v="2336"/>
          <ac:spMkLst>
            <pc:docMk/>
            <pc:sldMk cId="0" sldId="256"/>
            <ac:spMk id="8" creationId="{00000000-0000-0000-0000-000000000000}"/>
          </ac:spMkLst>
        </pc:spChg>
        <pc:spChg chg="mod">
          <ac:chgData name="Zheng, Xinyue" userId="463dbdee-3a91-4da5-8c02-eb7d819f400f" providerId="ADAL" clId="{6166D0B7-0C52-520D-8E8C-744A4B1D6A1D}" dt="2026-04-23T06:58:00.171" v="2336"/>
          <ac:spMkLst>
            <pc:docMk/>
            <pc:sldMk cId="0" sldId="256"/>
            <ac:spMk id="9" creationId="{00000000-0000-0000-0000-000000000000}"/>
          </ac:spMkLst>
        </pc:spChg>
        <pc:picChg chg="mod">
          <ac:chgData name="Zheng, Xinyue" userId="463dbdee-3a91-4da5-8c02-eb7d819f400f" providerId="ADAL" clId="{6166D0B7-0C52-520D-8E8C-744A4B1D6A1D}" dt="2026-04-23T06:58:00.171" v="2336"/>
          <ac:picMkLst>
            <pc:docMk/>
            <pc:sldMk cId="0" sldId="256"/>
            <ac:picMk id="2" creationId="{00000000-0000-0000-0000-000000000000}"/>
          </ac:picMkLst>
        </pc:picChg>
      </pc:sldChg>
      <pc:sldChg chg="delSp modSp add mod">
        <pc:chgData name="Zheng, Xinyue" userId="463dbdee-3a91-4da5-8c02-eb7d819f400f" providerId="ADAL" clId="{6166D0B7-0C52-520D-8E8C-744A4B1D6A1D}" dt="2026-04-23T06:58:00.171" v="2336"/>
        <pc:sldMkLst>
          <pc:docMk/>
          <pc:sldMk cId="0" sldId="257"/>
        </pc:sldMkLst>
        <pc:spChg chg="mod">
          <ac:chgData name="Zheng, Xinyue" userId="463dbdee-3a91-4da5-8c02-eb7d819f400f" providerId="ADAL" clId="{6166D0B7-0C52-520D-8E8C-744A4B1D6A1D}" dt="2026-04-23T06:58:00.171" v="2336"/>
          <ac:spMkLst>
            <pc:docMk/>
            <pc:sldMk cId="0" sldId="257"/>
            <ac:spMk id="5" creationId="{00000000-0000-0000-0000-000000000000}"/>
          </ac:spMkLst>
        </pc:spChg>
        <pc:spChg chg="mod">
          <ac:chgData name="Zheng, Xinyue" userId="463dbdee-3a91-4da5-8c02-eb7d819f400f" providerId="ADAL" clId="{6166D0B7-0C52-520D-8E8C-744A4B1D6A1D}" dt="2026-04-23T06:58:00.171" v="2336"/>
          <ac:spMkLst>
            <pc:docMk/>
            <pc:sldMk cId="0" sldId="257"/>
            <ac:spMk id="9" creationId="{00000000-0000-0000-0000-000000000000}"/>
          </ac:spMkLst>
        </pc:spChg>
        <pc:spChg chg="mod">
          <ac:chgData name="Zheng, Xinyue" userId="463dbdee-3a91-4da5-8c02-eb7d819f400f" providerId="ADAL" clId="{6166D0B7-0C52-520D-8E8C-744A4B1D6A1D}" dt="2026-04-23T06:58:00.171" v="2336"/>
          <ac:spMkLst>
            <pc:docMk/>
            <pc:sldMk cId="0" sldId="257"/>
            <ac:spMk id="10" creationId="{00000000-0000-0000-0000-000000000000}"/>
          </ac:spMkLst>
        </pc:spChg>
        <pc:spChg chg="mod">
          <ac:chgData name="Zheng, Xinyue" userId="463dbdee-3a91-4da5-8c02-eb7d819f400f" providerId="ADAL" clId="{6166D0B7-0C52-520D-8E8C-744A4B1D6A1D}" dt="2026-04-23T06:58:00.171" v="2336"/>
          <ac:spMkLst>
            <pc:docMk/>
            <pc:sldMk cId="0" sldId="257"/>
            <ac:spMk id="11" creationId="{00000000-0000-0000-0000-000000000000}"/>
          </ac:spMkLst>
        </pc:spChg>
        <pc:spChg chg="mod">
          <ac:chgData name="Zheng, Xinyue" userId="463dbdee-3a91-4da5-8c02-eb7d819f400f" providerId="ADAL" clId="{6166D0B7-0C52-520D-8E8C-744A4B1D6A1D}" dt="2026-04-23T06:58:00.171" v="2336"/>
          <ac:spMkLst>
            <pc:docMk/>
            <pc:sldMk cId="0" sldId="257"/>
            <ac:spMk id="13" creationId="{00000000-0000-0000-0000-000000000000}"/>
          </ac:spMkLst>
        </pc:spChg>
        <pc:spChg chg="mod">
          <ac:chgData name="Zheng, Xinyue" userId="463dbdee-3a91-4da5-8c02-eb7d819f400f" providerId="ADAL" clId="{6166D0B7-0C52-520D-8E8C-744A4B1D6A1D}" dt="2026-04-23T06:58:00.171" v="2336"/>
          <ac:spMkLst>
            <pc:docMk/>
            <pc:sldMk cId="0" sldId="257"/>
            <ac:spMk id="14" creationId="{00000000-0000-0000-0000-000000000000}"/>
          </ac:spMkLst>
        </pc:spChg>
        <pc:spChg chg="mod">
          <ac:chgData name="Zheng, Xinyue" userId="463dbdee-3a91-4da5-8c02-eb7d819f400f" providerId="ADAL" clId="{6166D0B7-0C52-520D-8E8C-744A4B1D6A1D}" dt="2026-04-23T06:58:00.171" v="2336"/>
          <ac:spMkLst>
            <pc:docMk/>
            <pc:sldMk cId="0" sldId="257"/>
            <ac:spMk id="20" creationId="{00000000-0000-0000-0000-000000000000}"/>
          </ac:spMkLst>
        </pc:spChg>
        <pc:spChg chg="mod">
          <ac:chgData name="Zheng, Xinyue" userId="463dbdee-3a91-4da5-8c02-eb7d819f400f" providerId="ADAL" clId="{6166D0B7-0C52-520D-8E8C-744A4B1D6A1D}" dt="2026-04-23T06:58:00.171" v="2336"/>
          <ac:spMkLst>
            <pc:docMk/>
            <pc:sldMk cId="0" sldId="257"/>
            <ac:spMk id="22" creationId="{00000000-0000-0000-0000-000000000000}"/>
          </ac:spMkLst>
        </pc:spChg>
        <pc:spChg chg="mod">
          <ac:chgData name="Zheng, Xinyue" userId="463dbdee-3a91-4da5-8c02-eb7d819f400f" providerId="ADAL" clId="{6166D0B7-0C52-520D-8E8C-744A4B1D6A1D}" dt="2026-04-23T06:58:00.171" v="2336"/>
          <ac:spMkLst>
            <pc:docMk/>
            <pc:sldMk cId="0" sldId="257"/>
            <ac:spMk id="26" creationId="{00000000-0000-0000-0000-000000000000}"/>
          </ac:spMkLst>
        </pc:spChg>
        <pc:spChg chg="mod">
          <ac:chgData name="Zheng, Xinyue" userId="463dbdee-3a91-4da5-8c02-eb7d819f400f" providerId="ADAL" clId="{6166D0B7-0C52-520D-8E8C-744A4B1D6A1D}" dt="2026-04-23T06:58:00.171" v="2336"/>
          <ac:spMkLst>
            <pc:docMk/>
            <pc:sldMk cId="0" sldId="257"/>
            <ac:spMk id="27" creationId="{00000000-0000-0000-0000-000000000000}"/>
          </ac:spMkLst>
        </pc:spChg>
      </pc:sldChg>
      <pc:sldChg chg="modSp">
        <pc:chgData name="Zheng, Xinyue" userId="463dbdee-3a91-4da5-8c02-eb7d819f400f" providerId="ADAL" clId="{6166D0B7-0C52-520D-8E8C-744A4B1D6A1D}" dt="2026-04-23T06:58:00.171" v="2336"/>
        <pc:sldMkLst>
          <pc:docMk/>
          <pc:sldMk cId="0" sldId="258"/>
        </pc:sldMkLst>
        <pc:spChg chg="mod">
          <ac:chgData name="Zheng, Xinyue" userId="463dbdee-3a91-4da5-8c02-eb7d819f400f" providerId="ADAL" clId="{6166D0B7-0C52-520D-8E8C-744A4B1D6A1D}" dt="2026-04-23T06:58:00.171" v="2336"/>
          <ac:spMkLst>
            <pc:docMk/>
            <pc:sldMk cId="0" sldId="258"/>
            <ac:spMk id="3" creationId="{00000000-0000-0000-0000-000000000000}"/>
          </ac:spMkLst>
        </pc:spChg>
        <pc:spChg chg="mod">
          <ac:chgData name="Zheng, Xinyue" userId="463dbdee-3a91-4da5-8c02-eb7d819f400f" providerId="ADAL" clId="{6166D0B7-0C52-520D-8E8C-744A4B1D6A1D}" dt="2026-04-23T06:58:00.171" v="2336"/>
          <ac:spMkLst>
            <pc:docMk/>
            <pc:sldMk cId="0" sldId="258"/>
            <ac:spMk id="4" creationId="{00000000-0000-0000-0000-000000000000}"/>
          </ac:spMkLst>
        </pc:spChg>
        <pc:spChg chg="mod">
          <ac:chgData name="Zheng, Xinyue" userId="463dbdee-3a91-4da5-8c02-eb7d819f400f" providerId="ADAL" clId="{6166D0B7-0C52-520D-8E8C-744A4B1D6A1D}" dt="2026-04-23T06:58:00.171" v="2336"/>
          <ac:spMkLst>
            <pc:docMk/>
            <pc:sldMk cId="0" sldId="258"/>
            <ac:spMk id="13" creationId="{BBECAD4F-B526-77CD-4742-6CEF831C5423}"/>
          </ac:spMkLst>
        </pc:spChg>
        <pc:spChg chg="mod">
          <ac:chgData name="Zheng, Xinyue" userId="463dbdee-3a91-4da5-8c02-eb7d819f400f" providerId="ADAL" clId="{6166D0B7-0C52-520D-8E8C-744A4B1D6A1D}" dt="2026-04-23T06:58:00.171" v="2336"/>
          <ac:spMkLst>
            <pc:docMk/>
            <pc:sldMk cId="0" sldId="258"/>
            <ac:spMk id="16" creationId="{B7FFC27F-6095-25B2-F345-FC87B8069F30}"/>
          </ac:spMkLst>
        </pc:spChg>
        <pc:spChg chg="mod">
          <ac:chgData name="Zheng, Xinyue" userId="463dbdee-3a91-4da5-8c02-eb7d819f400f" providerId="ADAL" clId="{6166D0B7-0C52-520D-8E8C-744A4B1D6A1D}" dt="2026-04-23T06:58:00.171" v="2336"/>
          <ac:spMkLst>
            <pc:docMk/>
            <pc:sldMk cId="0" sldId="258"/>
            <ac:spMk id="19" creationId="{1EA6BDBF-2002-400A-E746-07E3C897A4CF}"/>
          </ac:spMkLst>
        </pc:spChg>
        <pc:spChg chg="mod">
          <ac:chgData name="Zheng, Xinyue" userId="463dbdee-3a91-4da5-8c02-eb7d819f400f" providerId="ADAL" clId="{6166D0B7-0C52-520D-8E8C-744A4B1D6A1D}" dt="2026-04-23T06:58:00.171" v="2336"/>
          <ac:spMkLst>
            <pc:docMk/>
            <pc:sldMk cId="0" sldId="258"/>
            <ac:spMk id="21" creationId="{1893EF6B-0E24-0071-495D-1F423300A436}"/>
          </ac:spMkLst>
        </pc:spChg>
        <pc:picChg chg="mod">
          <ac:chgData name="Zheng, Xinyue" userId="463dbdee-3a91-4da5-8c02-eb7d819f400f" providerId="ADAL" clId="{6166D0B7-0C52-520D-8E8C-744A4B1D6A1D}" dt="2026-04-23T06:58:00.171" v="2336"/>
          <ac:picMkLst>
            <pc:docMk/>
            <pc:sldMk cId="0" sldId="258"/>
            <ac:picMk id="14" creationId="{49A77677-2B09-D517-8EFC-A07B84211C4C}"/>
          </ac:picMkLst>
        </pc:picChg>
        <pc:picChg chg="mod">
          <ac:chgData name="Zheng, Xinyue" userId="463dbdee-3a91-4da5-8c02-eb7d819f400f" providerId="ADAL" clId="{6166D0B7-0C52-520D-8E8C-744A4B1D6A1D}" dt="2026-04-23T06:58:00.171" v="2336"/>
          <ac:picMkLst>
            <pc:docMk/>
            <pc:sldMk cId="0" sldId="258"/>
            <ac:picMk id="15" creationId="{EF7D3CD8-161E-7C2B-98FD-10DAD9D62626}"/>
          </ac:picMkLst>
        </pc:picChg>
        <pc:picChg chg="mod">
          <ac:chgData name="Zheng, Xinyue" userId="463dbdee-3a91-4da5-8c02-eb7d819f400f" providerId="ADAL" clId="{6166D0B7-0C52-520D-8E8C-744A4B1D6A1D}" dt="2026-04-23T06:58:00.171" v="2336"/>
          <ac:picMkLst>
            <pc:docMk/>
            <pc:sldMk cId="0" sldId="258"/>
            <ac:picMk id="18" creationId="{B996C2EB-A977-B809-D657-91C6E6E4E7BD}"/>
          </ac:picMkLst>
        </pc:picChg>
      </pc:sldChg>
      <pc:sldChg chg="modSp">
        <pc:chgData name="Zheng, Xinyue" userId="463dbdee-3a91-4da5-8c02-eb7d819f400f" providerId="ADAL" clId="{6166D0B7-0C52-520D-8E8C-744A4B1D6A1D}" dt="2026-04-23T06:58:00.171" v="2336"/>
        <pc:sldMkLst>
          <pc:docMk/>
          <pc:sldMk cId="0" sldId="259"/>
        </pc:sldMkLst>
        <pc:spChg chg="mod">
          <ac:chgData name="Zheng, Xinyue" userId="463dbdee-3a91-4da5-8c02-eb7d819f400f" providerId="ADAL" clId="{6166D0B7-0C52-520D-8E8C-744A4B1D6A1D}" dt="2026-04-23T06:58:00.171" v="2336"/>
          <ac:spMkLst>
            <pc:docMk/>
            <pc:sldMk cId="0" sldId="259"/>
            <ac:spMk id="3" creationId="{00000000-0000-0000-0000-000000000000}"/>
          </ac:spMkLst>
        </pc:spChg>
        <pc:spChg chg="mod">
          <ac:chgData name="Zheng, Xinyue" userId="463dbdee-3a91-4da5-8c02-eb7d819f400f" providerId="ADAL" clId="{6166D0B7-0C52-520D-8E8C-744A4B1D6A1D}" dt="2026-04-23T06:58:00.171" v="2336"/>
          <ac:spMkLst>
            <pc:docMk/>
            <pc:sldMk cId="0" sldId="259"/>
            <ac:spMk id="4" creationId="{00000000-0000-0000-0000-000000000000}"/>
          </ac:spMkLst>
        </pc:spChg>
        <pc:spChg chg="mod">
          <ac:chgData name="Zheng, Xinyue" userId="463dbdee-3a91-4da5-8c02-eb7d819f400f" providerId="ADAL" clId="{6166D0B7-0C52-520D-8E8C-744A4B1D6A1D}" dt="2026-04-23T06:58:00.171" v="2336"/>
          <ac:spMkLst>
            <pc:docMk/>
            <pc:sldMk cId="0" sldId="259"/>
            <ac:spMk id="7" creationId="{AD5C1921-2C90-E212-3E4D-1F8F8E00ECE0}"/>
          </ac:spMkLst>
        </pc:spChg>
      </pc:sldChg>
      <pc:sldChg chg="modSp">
        <pc:chgData name="Zheng, Xinyue" userId="463dbdee-3a91-4da5-8c02-eb7d819f400f" providerId="ADAL" clId="{6166D0B7-0C52-520D-8E8C-744A4B1D6A1D}" dt="2026-04-23T06:58:00.171" v="2336"/>
        <pc:sldMkLst>
          <pc:docMk/>
          <pc:sldMk cId="0" sldId="260"/>
        </pc:sldMkLst>
        <pc:spChg chg="mod">
          <ac:chgData name="Zheng, Xinyue" userId="463dbdee-3a91-4da5-8c02-eb7d819f400f" providerId="ADAL" clId="{6166D0B7-0C52-520D-8E8C-744A4B1D6A1D}" dt="2026-04-23T06:58:00.171" v="2336"/>
          <ac:spMkLst>
            <pc:docMk/>
            <pc:sldMk cId="0" sldId="260"/>
            <ac:spMk id="3" creationId="{00000000-0000-0000-0000-000000000000}"/>
          </ac:spMkLst>
        </pc:spChg>
        <pc:spChg chg="mod">
          <ac:chgData name="Zheng, Xinyue" userId="463dbdee-3a91-4da5-8c02-eb7d819f400f" providerId="ADAL" clId="{6166D0B7-0C52-520D-8E8C-744A4B1D6A1D}" dt="2026-04-23T06:58:00.171" v="2336"/>
          <ac:spMkLst>
            <pc:docMk/>
            <pc:sldMk cId="0" sldId="260"/>
            <ac:spMk id="4" creationId="{00000000-0000-0000-0000-000000000000}"/>
          </ac:spMkLst>
        </pc:spChg>
        <pc:spChg chg="mod">
          <ac:chgData name="Zheng, Xinyue" userId="463dbdee-3a91-4da5-8c02-eb7d819f400f" providerId="ADAL" clId="{6166D0B7-0C52-520D-8E8C-744A4B1D6A1D}" dt="2026-04-23T06:58:00.171" v="2336"/>
          <ac:spMkLst>
            <pc:docMk/>
            <pc:sldMk cId="0" sldId="260"/>
            <ac:spMk id="21" creationId="{CBA2428D-2B3D-98AD-8E0F-2468463F9389}"/>
          </ac:spMkLst>
        </pc:spChg>
      </pc:sldChg>
      <pc:sldChg chg="add del setBg">
        <pc:chgData name="Zheng, Xinyue" userId="463dbdee-3a91-4da5-8c02-eb7d819f400f" providerId="ADAL" clId="{6166D0B7-0C52-520D-8E8C-744A4B1D6A1D}" dt="2026-05-07T12:11:25.127" v="4272"/>
        <pc:sldMkLst>
          <pc:docMk/>
          <pc:sldMk cId="0" sldId="261"/>
        </pc:sldMkLst>
      </pc:sldChg>
      <pc:sldChg chg="add del setBg">
        <pc:chgData name="Zheng, Xinyue" userId="463dbdee-3a91-4da5-8c02-eb7d819f400f" providerId="ADAL" clId="{6166D0B7-0C52-520D-8E8C-744A4B1D6A1D}" dt="2026-05-07T12:11:25.127" v="4272"/>
        <pc:sldMkLst>
          <pc:docMk/>
          <pc:sldMk cId="0" sldId="262"/>
        </pc:sldMkLst>
      </pc:sldChg>
      <pc:sldChg chg="modSp">
        <pc:chgData name="Zheng, Xinyue" userId="463dbdee-3a91-4da5-8c02-eb7d819f400f" providerId="ADAL" clId="{6166D0B7-0C52-520D-8E8C-744A4B1D6A1D}" dt="2026-04-23T06:58:00.171" v="2336"/>
        <pc:sldMkLst>
          <pc:docMk/>
          <pc:sldMk cId="0" sldId="263"/>
        </pc:sldMkLst>
        <pc:spChg chg="mod">
          <ac:chgData name="Zheng, Xinyue" userId="463dbdee-3a91-4da5-8c02-eb7d819f400f" providerId="ADAL" clId="{6166D0B7-0C52-520D-8E8C-744A4B1D6A1D}" dt="2026-04-23T06:58:00.171" v="2336"/>
          <ac:spMkLst>
            <pc:docMk/>
            <pc:sldMk cId="0" sldId="263"/>
            <ac:spMk id="5" creationId="{00000000-0000-0000-0000-000000000000}"/>
          </ac:spMkLst>
        </pc:spChg>
        <pc:spChg chg="mod">
          <ac:chgData name="Zheng, Xinyue" userId="463dbdee-3a91-4da5-8c02-eb7d819f400f" providerId="ADAL" clId="{6166D0B7-0C52-520D-8E8C-744A4B1D6A1D}" dt="2026-04-23T06:58:00.171" v="2336"/>
          <ac:spMkLst>
            <pc:docMk/>
            <pc:sldMk cId="0" sldId="263"/>
            <ac:spMk id="7" creationId="{00000000-0000-0000-0000-000000000000}"/>
          </ac:spMkLst>
        </pc:spChg>
        <pc:spChg chg="mod">
          <ac:chgData name="Zheng, Xinyue" userId="463dbdee-3a91-4da5-8c02-eb7d819f400f" providerId="ADAL" clId="{6166D0B7-0C52-520D-8E8C-744A4B1D6A1D}" dt="2026-04-23T06:58:00.171" v="2336"/>
          <ac:spMkLst>
            <pc:docMk/>
            <pc:sldMk cId="0" sldId="263"/>
            <ac:spMk id="8" creationId="{00000000-0000-0000-0000-000000000000}"/>
          </ac:spMkLst>
        </pc:spChg>
        <pc:spChg chg="mod">
          <ac:chgData name="Zheng, Xinyue" userId="463dbdee-3a91-4da5-8c02-eb7d819f400f" providerId="ADAL" clId="{6166D0B7-0C52-520D-8E8C-744A4B1D6A1D}" dt="2026-04-23T06:58:00.171" v="2336"/>
          <ac:spMkLst>
            <pc:docMk/>
            <pc:sldMk cId="0" sldId="263"/>
            <ac:spMk id="11" creationId="{00000000-0000-0000-0000-000000000000}"/>
          </ac:spMkLst>
        </pc:spChg>
        <pc:spChg chg="mod">
          <ac:chgData name="Zheng, Xinyue" userId="463dbdee-3a91-4da5-8c02-eb7d819f400f" providerId="ADAL" clId="{6166D0B7-0C52-520D-8E8C-744A4B1D6A1D}" dt="2026-04-23T06:58:00.171" v="2336"/>
          <ac:spMkLst>
            <pc:docMk/>
            <pc:sldMk cId="0" sldId="263"/>
            <ac:spMk id="18" creationId="{00000000-0000-0000-0000-000000000000}"/>
          </ac:spMkLst>
        </pc:spChg>
        <pc:spChg chg="mod">
          <ac:chgData name="Zheng, Xinyue" userId="463dbdee-3a91-4da5-8c02-eb7d819f400f" providerId="ADAL" clId="{6166D0B7-0C52-520D-8E8C-744A4B1D6A1D}" dt="2026-04-23T06:58:00.171" v="2336"/>
          <ac:spMkLst>
            <pc:docMk/>
            <pc:sldMk cId="0" sldId="263"/>
            <ac:spMk id="21" creationId="{00000000-0000-0000-0000-000000000000}"/>
          </ac:spMkLst>
        </pc:spChg>
        <pc:spChg chg="mod">
          <ac:chgData name="Zheng, Xinyue" userId="463dbdee-3a91-4da5-8c02-eb7d819f400f" providerId="ADAL" clId="{6166D0B7-0C52-520D-8E8C-744A4B1D6A1D}" dt="2026-04-23T06:58:00.171" v="2336"/>
          <ac:spMkLst>
            <pc:docMk/>
            <pc:sldMk cId="0" sldId="263"/>
            <ac:spMk id="23" creationId="{00000000-0000-0000-0000-000000000000}"/>
          </ac:spMkLst>
        </pc:spChg>
        <pc:spChg chg="mod">
          <ac:chgData name="Zheng, Xinyue" userId="463dbdee-3a91-4da5-8c02-eb7d819f400f" providerId="ADAL" clId="{6166D0B7-0C52-520D-8E8C-744A4B1D6A1D}" dt="2026-04-23T06:58:00.171" v="2336"/>
          <ac:spMkLst>
            <pc:docMk/>
            <pc:sldMk cId="0" sldId="263"/>
            <ac:spMk id="24" creationId="{00000000-0000-0000-0000-000000000000}"/>
          </ac:spMkLst>
        </pc:spChg>
        <pc:spChg chg="mod">
          <ac:chgData name="Zheng, Xinyue" userId="463dbdee-3a91-4da5-8c02-eb7d819f400f" providerId="ADAL" clId="{6166D0B7-0C52-520D-8E8C-744A4B1D6A1D}" dt="2026-04-23T06:58:00.171" v="2336"/>
          <ac:spMkLst>
            <pc:docMk/>
            <pc:sldMk cId="0" sldId="263"/>
            <ac:spMk id="25" creationId="{00000000-0000-0000-0000-000000000000}"/>
          </ac:spMkLst>
        </pc:spChg>
        <pc:spChg chg="mod">
          <ac:chgData name="Zheng, Xinyue" userId="463dbdee-3a91-4da5-8c02-eb7d819f400f" providerId="ADAL" clId="{6166D0B7-0C52-520D-8E8C-744A4B1D6A1D}" dt="2026-04-23T06:58:00.171" v="2336"/>
          <ac:spMkLst>
            <pc:docMk/>
            <pc:sldMk cId="0" sldId="263"/>
            <ac:spMk id="27" creationId="{00000000-0000-0000-0000-000000000000}"/>
          </ac:spMkLst>
        </pc:spChg>
      </pc:sldChg>
      <pc:sldChg chg="modSp">
        <pc:chgData name="Zheng, Xinyue" userId="463dbdee-3a91-4da5-8c02-eb7d819f400f" providerId="ADAL" clId="{6166D0B7-0C52-520D-8E8C-744A4B1D6A1D}" dt="2026-04-23T06:58:00.171" v="2336"/>
        <pc:sldMkLst>
          <pc:docMk/>
          <pc:sldMk cId="0" sldId="264"/>
        </pc:sldMkLst>
        <pc:spChg chg="mod">
          <ac:chgData name="Zheng, Xinyue" userId="463dbdee-3a91-4da5-8c02-eb7d819f400f" providerId="ADAL" clId="{6166D0B7-0C52-520D-8E8C-744A4B1D6A1D}" dt="2026-04-23T06:58:00.171" v="2336"/>
          <ac:spMkLst>
            <pc:docMk/>
            <pc:sldMk cId="0" sldId="264"/>
            <ac:spMk id="4" creationId="{00000000-0000-0000-0000-000000000000}"/>
          </ac:spMkLst>
        </pc:spChg>
        <pc:spChg chg="mod">
          <ac:chgData name="Zheng, Xinyue" userId="463dbdee-3a91-4da5-8c02-eb7d819f400f" providerId="ADAL" clId="{6166D0B7-0C52-520D-8E8C-744A4B1D6A1D}" dt="2026-04-23T06:58:00.171" v="2336"/>
          <ac:spMkLst>
            <pc:docMk/>
            <pc:sldMk cId="0" sldId="264"/>
            <ac:spMk id="5" creationId="{00000000-0000-0000-0000-000000000000}"/>
          </ac:spMkLst>
        </pc:spChg>
        <pc:spChg chg="mod">
          <ac:chgData name="Zheng, Xinyue" userId="463dbdee-3a91-4da5-8c02-eb7d819f400f" providerId="ADAL" clId="{6166D0B7-0C52-520D-8E8C-744A4B1D6A1D}" dt="2026-04-23T06:58:00.171" v="2336"/>
          <ac:spMkLst>
            <pc:docMk/>
            <pc:sldMk cId="0" sldId="264"/>
            <ac:spMk id="6" creationId="{00000000-0000-0000-0000-000000000000}"/>
          </ac:spMkLst>
        </pc:spChg>
        <pc:spChg chg="mod">
          <ac:chgData name="Zheng, Xinyue" userId="463dbdee-3a91-4da5-8c02-eb7d819f400f" providerId="ADAL" clId="{6166D0B7-0C52-520D-8E8C-744A4B1D6A1D}" dt="2026-04-23T06:58:00.171" v="2336"/>
          <ac:spMkLst>
            <pc:docMk/>
            <pc:sldMk cId="0" sldId="264"/>
            <ac:spMk id="7" creationId="{00000000-0000-0000-0000-000000000000}"/>
          </ac:spMkLst>
        </pc:spChg>
        <pc:spChg chg="mod">
          <ac:chgData name="Zheng, Xinyue" userId="463dbdee-3a91-4da5-8c02-eb7d819f400f" providerId="ADAL" clId="{6166D0B7-0C52-520D-8E8C-744A4B1D6A1D}" dt="2026-04-23T06:58:00.171" v="2336"/>
          <ac:spMkLst>
            <pc:docMk/>
            <pc:sldMk cId="0" sldId="264"/>
            <ac:spMk id="9" creationId="{00000000-0000-0000-0000-000000000000}"/>
          </ac:spMkLst>
        </pc:spChg>
        <pc:spChg chg="mod">
          <ac:chgData name="Zheng, Xinyue" userId="463dbdee-3a91-4da5-8c02-eb7d819f400f" providerId="ADAL" clId="{6166D0B7-0C52-520D-8E8C-744A4B1D6A1D}" dt="2026-04-23T06:58:00.171" v="2336"/>
          <ac:spMkLst>
            <pc:docMk/>
            <pc:sldMk cId="0" sldId="264"/>
            <ac:spMk id="10" creationId="{00000000-0000-0000-0000-000000000000}"/>
          </ac:spMkLst>
        </pc:spChg>
        <pc:spChg chg="mod">
          <ac:chgData name="Zheng, Xinyue" userId="463dbdee-3a91-4da5-8c02-eb7d819f400f" providerId="ADAL" clId="{6166D0B7-0C52-520D-8E8C-744A4B1D6A1D}" dt="2026-04-23T06:58:00.171" v="2336"/>
          <ac:spMkLst>
            <pc:docMk/>
            <pc:sldMk cId="0" sldId="264"/>
            <ac:spMk id="11" creationId="{00000000-0000-0000-0000-000000000000}"/>
          </ac:spMkLst>
        </pc:spChg>
        <pc:spChg chg="mod">
          <ac:chgData name="Zheng, Xinyue" userId="463dbdee-3a91-4da5-8c02-eb7d819f400f" providerId="ADAL" clId="{6166D0B7-0C52-520D-8E8C-744A4B1D6A1D}" dt="2026-04-23T06:58:00.171" v="2336"/>
          <ac:spMkLst>
            <pc:docMk/>
            <pc:sldMk cId="0" sldId="264"/>
            <ac:spMk id="15" creationId="{00000000-0000-0000-0000-000000000000}"/>
          </ac:spMkLst>
        </pc:spChg>
        <pc:spChg chg="mod">
          <ac:chgData name="Zheng, Xinyue" userId="463dbdee-3a91-4da5-8c02-eb7d819f400f" providerId="ADAL" clId="{6166D0B7-0C52-520D-8E8C-744A4B1D6A1D}" dt="2026-04-23T06:58:00.171" v="2336"/>
          <ac:spMkLst>
            <pc:docMk/>
            <pc:sldMk cId="0" sldId="264"/>
            <ac:spMk id="17" creationId="{00000000-0000-0000-0000-000000000000}"/>
          </ac:spMkLst>
        </pc:spChg>
        <pc:spChg chg="mod">
          <ac:chgData name="Zheng, Xinyue" userId="463dbdee-3a91-4da5-8c02-eb7d819f400f" providerId="ADAL" clId="{6166D0B7-0C52-520D-8E8C-744A4B1D6A1D}" dt="2026-04-23T06:58:00.171" v="2336"/>
          <ac:spMkLst>
            <pc:docMk/>
            <pc:sldMk cId="0" sldId="264"/>
            <ac:spMk id="18" creationId="{00000000-0000-0000-0000-000000000000}"/>
          </ac:spMkLst>
        </pc:spChg>
      </pc:sldChg>
      <pc:sldChg chg="modSp">
        <pc:chgData name="Zheng, Xinyue" userId="463dbdee-3a91-4da5-8c02-eb7d819f400f" providerId="ADAL" clId="{6166D0B7-0C52-520D-8E8C-744A4B1D6A1D}" dt="2026-04-23T06:58:00.171" v="2336"/>
        <pc:sldMkLst>
          <pc:docMk/>
          <pc:sldMk cId="1021455990" sldId="265"/>
        </pc:sldMkLst>
        <pc:spChg chg="mod">
          <ac:chgData name="Zheng, Xinyue" userId="463dbdee-3a91-4da5-8c02-eb7d819f400f" providerId="ADAL" clId="{6166D0B7-0C52-520D-8E8C-744A4B1D6A1D}" dt="2026-04-23T06:58:00.171" v="2336"/>
          <ac:spMkLst>
            <pc:docMk/>
            <pc:sldMk cId="1021455990" sldId="265"/>
            <ac:spMk id="3" creationId="{B26ACB68-5DDC-2B2B-8688-B221461D00B9}"/>
          </ac:spMkLst>
        </pc:spChg>
        <pc:spChg chg="mod">
          <ac:chgData name="Zheng, Xinyue" userId="463dbdee-3a91-4da5-8c02-eb7d819f400f" providerId="ADAL" clId="{6166D0B7-0C52-520D-8E8C-744A4B1D6A1D}" dt="2026-04-23T06:58:00.171" v="2336"/>
          <ac:spMkLst>
            <pc:docMk/>
            <pc:sldMk cId="1021455990" sldId="265"/>
            <ac:spMk id="4" creationId="{B9109097-517B-B60E-54B2-352664B9016C}"/>
          </ac:spMkLst>
        </pc:spChg>
        <pc:spChg chg="mod">
          <ac:chgData name="Zheng, Xinyue" userId="463dbdee-3a91-4da5-8c02-eb7d819f400f" providerId="ADAL" clId="{6166D0B7-0C52-520D-8E8C-744A4B1D6A1D}" dt="2026-04-23T06:58:00.171" v="2336"/>
          <ac:spMkLst>
            <pc:docMk/>
            <pc:sldMk cId="1021455990" sldId="265"/>
            <ac:spMk id="13" creationId="{ED47425D-6311-FD4C-7F97-CFCD618142D4}"/>
          </ac:spMkLst>
        </pc:spChg>
        <pc:spChg chg="mod">
          <ac:chgData name="Zheng, Xinyue" userId="463dbdee-3a91-4da5-8c02-eb7d819f400f" providerId="ADAL" clId="{6166D0B7-0C52-520D-8E8C-744A4B1D6A1D}" dt="2026-04-23T06:58:00.171" v="2336"/>
          <ac:spMkLst>
            <pc:docMk/>
            <pc:sldMk cId="1021455990" sldId="265"/>
            <ac:spMk id="15" creationId="{783F5048-1028-1DBB-D6EE-0672F7044440}"/>
          </ac:spMkLst>
        </pc:spChg>
        <pc:picChg chg="mod">
          <ac:chgData name="Zheng, Xinyue" userId="463dbdee-3a91-4da5-8c02-eb7d819f400f" providerId="ADAL" clId="{6166D0B7-0C52-520D-8E8C-744A4B1D6A1D}" dt="2026-04-23T06:58:00.171" v="2336"/>
          <ac:picMkLst>
            <pc:docMk/>
            <pc:sldMk cId="1021455990" sldId="265"/>
            <ac:picMk id="14" creationId="{AE009CF4-7A6E-9D66-FCFC-BED0384C553D}"/>
          </ac:picMkLst>
        </pc:picChg>
      </pc:sldChg>
      <pc:sldChg chg="addSp delSp modSp mod ord">
        <pc:chgData name="Zheng, Xinyue" userId="463dbdee-3a91-4da5-8c02-eb7d819f400f" providerId="ADAL" clId="{6166D0B7-0C52-520D-8E8C-744A4B1D6A1D}" dt="2026-04-23T06:58:00.171" v="2336"/>
        <pc:sldMkLst>
          <pc:docMk/>
          <pc:sldMk cId="3962263745" sldId="266"/>
        </pc:sldMkLst>
        <pc:spChg chg="mod">
          <ac:chgData name="Zheng, Xinyue" userId="463dbdee-3a91-4da5-8c02-eb7d819f400f" providerId="ADAL" clId="{6166D0B7-0C52-520D-8E8C-744A4B1D6A1D}" dt="2026-04-23T06:58:00.171" v="2336"/>
          <ac:spMkLst>
            <pc:docMk/>
            <pc:sldMk cId="3962263745" sldId="266"/>
            <ac:spMk id="3" creationId="{61075A9C-DE49-2EA4-6B9B-4B9901AA8575}"/>
          </ac:spMkLst>
        </pc:spChg>
        <pc:spChg chg="mod">
          <ac:chgData name="Zheng, Xinyue" userId="463dbdee-3a91-4da5-8c02-eb7d819f400f" providerId="ADAL" clId="{6166D0B7-0C52-520D-8E8C-744A4B1D6A1D}" dt="2026-04-23T06:58:00.171" v="2336"/>
          <ac:spMkLst>
            <pc:docMk/>
            <pc:sldMk cId="3962263745" sldId="266"/>
            <ac:spMk id="4" creationId="{EA4E66BC-C3AD-5E60-7A94-B53C011E9D23}"/>
          </ac:spMkLst>
        </pc:spChg>
        <pc:spChg chg="add mod">
          <ac:chgData name="Zheng, Xinyue" userId="463dbdee-3a91-4da5-8c02-eb7d819f400f" providerId="ADAL" clId="{6166D0B7-0C52-520D-8E8C-744A4B1D6A1D}" dt="2026-04-23T06:58:00.171" v="2336"/>
          <ac:spMkLst>
            <pc:docMk/>
            <pc:sldMk cId="3962263745" sldId="266"/>
            <ac:spMk id="9" creationId="{5935D2DE-7CC3-3487-29FF-FA55AD29D04C}"/>
          </ac:spMkLst>
        </pc:spChg>
        <pc:spChg chg="add mod">
          <ac:chgData name="Zheng, Xinyue" userId="463dbdee-3a91-4da5-8c02-eb7d819f400f" providerId="ADAL" clId="{6166D0B7-0C52-520D-8E8C-744A4B1D6A1D}" dt="2026-04-23T06:58:00.171" v="2336"/>
          <ac:spMkLst>
            <pc:docMk/>
            <pc:sldMk cId="3962263745" sldId="266"/>
            <ac:spMk id="14" creationId="{DAD85936-D58C-8BF3-5FE0-D029BC5A4C83}"/>
          </ac:spMkLst>
        </pc:spChg>
        <pc:picChg chg="mod">
          <ac:chgData name="Zheng, Xinyue" userId="463dbdee-3a91-4da5-8c02-eb7d819f400f" providerId="ADAL" clId="{6166D0B7-0C52-520D-8E8C-744A4B1D6A1D}" dt="2026-04-23T06:58:00.171" v="2336"/>
          <ac:picMkLst>
            <pc:docMk/>
            <pc:sldMk cId="3962263745" sldId="266"/>
            <ac:picMk id="2" creationId="{F518165C-A35C-CF6C-B8F3-CEA01CFFE76B}"/>
          </ac:picMkLst>
        </pc:picChg>
        <pc:picChg chg="mod">
          <ac:chgData name="Zheng, Xinyue" userId="463dbdee-3a91-4da5-8c02-eb7d819f400f" providerId="ADAL" clId="{6166D0B7-0C52-520D-8E8C-744A4B1D6A1D}" dt="2026-04-23T06:58:00.171" v="2336"/>
          <ac:picMkLst>
            <pc:docMk/>
            <pc:sldMk cId="3962263745" sldId="266"/>
            <ac:picMk id="5" creationId="{B0692390-B73E-A0FB-ABF4-9CAD2F89D1C6}"/>
          </ac:picMkLst>
        </pc:picChg>
        <pc:picChg chg="mod">
          <ac:chgData name="Zheng, Xinyue" userId="463dbdee-3a91-4da5-8c02-eb7d819f400f" providerId="ADAL" clId="{6166D0B7-0C52-520D-8E8C-744A4B1D6A1D}" dt="2026-04-23T06:58:00.171" v="2336"/>
          <ac:picMkLst>
            <pc:docMk/>
            <pc:sldMk cId="3962263745" sldId="266"/>
            <ac:picMk id="6" creationId="{6217E12D-DE19-8626-B8D7-192240904A50}"/>
          </ac:picMkLst>
        </pc:picChg>
        <pc:picChg chg="mod">
          <ac:chgData name="Zheng, Xinyue" userId="463dbdee-3a91-4da5-8c02-eb7d819f400f" providerId="ADAL" clId="{6166D0B7-0C52-520D-8E8C-744A4B1D6A1D}" dt="2026-04-23T06:58:00.171" v="2336"/>
          <ac:picMkLst>
            <pc:docMk/>
            <pc:sldMk cId="3962263745" sldId="266"/>
            <ac:picMk id="7" creationId="{379EA1C2-88CA-9A5B-1F30-8BC9DEB9B3B2}"/>
          </ac:picMkLst>
        </pc:picChg>
        <pc:picChg chg="mod">
          <ac:chgData name="Zheng, Xinyue" userId="463dbdee-3a91-4da5-8c02-eb7d819f400f" providerId="ADAL" clId="{6166D0B7-0C52-520D-8E8C-744A4B1D6A1D}" dt="2026-04-23T06:58:00.171" v="2336"/>
          <ac:picMkLst>
            <pc:docMk/>
            <pc:sldMk cId="3962263745" sldId="266"/>
            <ac:picMk id="8" creationId="{9989CE61-20AC-20D2-25D0-9098033A280F}"/>
          </ac:picMkLst>
        </pc:picChg>
        <pc:picChg chg="add mod">
          <ac:chgData name="Zheng, Xinyue" userId="463dbdee-3a91-4da5-8c02-eb7d819f400f" providerId="ADAL" clId="{6166D0B7-0C52-520D-8E8C-744A4B1D6A1D}" dt="2026-04-23T06:58:00.171" v="2336"/>
          <ac:picMkLst>
            <pc:docMk/>
            <pc:sldMk cId="3962263745" sldId="266"/>
            <ac:picMk id="10" creationId="{ECE1E519-0C05-8A7A-145F-D1D51FCC7125}"/>
          </ac:picMkLst>
        </pc:picChg>
      </pc:sldChg>
      <pc:sldChg chg="modSp">
        <pc:chgData name="Zheng, Xinyue" userId="463dbdee-3a91-4da5-8c02-eb7d819f400f" providerId="ADAL" clId="{6166D0B7-0C52-520D-8E8C-744A4B1D6A1D}" dt="2026-04-23T06:58:00.171" v="2336"/>
        <pc:sldMkLst>
          <pc:docMk/>
          <pc:sldMk cId="3120890287" sldId="267"/>
        </pc:sldMkLst>
        <pc:spChg chg="mod">
          <ac:chgData name="Zheng, Xinyue" userId="463dbdee-3a91-4da5-8c02-eb7d819f400f" providerId="ADAL" clId="{6166D0B7-0C52-520D-8E8C-744A4B1D6A1D}" dt="2026-04-23T06:58:00.171" v="2336"/>
          <ac:spMkLst>
            <pc:docMk/>
            <pc:sldMk cId="3120890287" sldId="267"/>
            <ac:spMk id="3" creationId="{3F5BAD57-BBD5-D518-A306-F0DD75F34E99}"/>
          </ac:spMkLst>
        </pc:spChg>
        <pc:spChg chg="mod">
          <ac:chgData name="Zheng, Xinyue" userId="463dbdee-3a91-4da5-8c02-eb7d819f400f" providerId="ADAL" clId="{6166D0B7-0C52-520D-8E8C-744A4B1D6A1D}" dt="2026-04-23T06:58:00.171" v="2336"/>
          <ac:spMkLst>
            <pc:docMk/>
            <pc:sldMk cId="3120890287" sldId="267"/>
            <ac:spMk id="4" creationId="{BB3CABB0-6DAE-8CDB-54E4-038C1CE22757}"/>
          </ac:spMkLst>
        </pc:spChg>
        <pc:spChg chg="mod">
          <ac:chgData name="Zheng, Xinyue" userId="463dbdee-3a91-4da5-8c02-eb7d819f400f" providerId="ADAL" clId="{6166D0B7-0C52-520D-8E8C-744A4B1D6A1D}" dt="2026-04-23T06:58:00.171" v="2336"/>
          <ac:spMkLst>
            <pc:docMk/>
            <pc:sldMk cId="3120890287" sldId="267"/>
            <ac:spMk id="13" creationId="{19B622FB-963C-89FC-292A-E5FBA2419168}"/>
          </ac:spMkLst>
        </pc:spChg>
        <pc:spChg chg="mod">
          <ac:chgData name="Zheng, Xinyue" userId="463dbdee-3a91-4da5-8c02-eb7d819f400f" providerId="ADAL" clId="{6166D0B7-0C52-520D-8E8C-744A4B1D6A1D}" dt="2026-04-23T06:58:00.171" v="2336"/>
          <ac:spMkLst>
            <pc:docMk/>
            <pc:sldMk cId="3120890287" sldId="267"/>
            <ac:spMk id="15" creationId="{40369E9A-E2E4-8077-2CC6-401D12EF57A8}"/>
          </ac:spMkLst>
        </pc:spChg>
      </pc:sldChg>
      <pc:sldChg chg="modSp">
        <pc:chgData name="Zheng, Xinyue" userId="463dbdee-3a91-4da5-8c02-eb7d819f400f" providerId="ADAL" clId="{6166D0B7-0C52-520D-8E8C-744A4B1D6A1D}" dt="2026-04-23T06:58:00.171" v="2336"/>
        <pc:sldMkLst>
          <pc:docMk/>
          <pc:sldMk cId="1339215524" sldId="268"/>
        </pc:sldMkLst>
        <pc:spChg chg="mod">
          <ac:chgData name="Zheng, Xinyue" userId="463dbdee-3a91-4da5-8c02-eb7d819f400f" providerId="ADAL" clId="{6166D0B7-0C52-520D-8E8C-744A4B1D6A1D}" dt="2026-04-23T06:58:00.171" v="2336"/>
          <ac:spMkLst>
            <pc:docMk/>
            <pc:sldMk cId="1339215524" sldId="268"/>
            <ac:spMk id="3" creationId="{BDF5509F-AD01-82FB-8FAE-B987185BCE85}"/>
          </ac:spMkLst>
        </pc:spChg>
        <pc:spChg chg="mod">
          <ac:chgData name="Zheng, Xinyue" userId="463dbdee-3a91-4da5-8c02-eb7d819f400f" providerId="ADAL" clId="{6166D0B7-0C52-520D-8E8C-744A4B1D6A1D}" dt="2026-04-23T06:58:00.171" v="2336"/>
          <ac:spMkLst>
            <pc:docMk/>
            <pc:sldMk cId="1339215524" sldId="268"/>
            <ac:spMk id="4" creationId="{117B40DF-ACD7-2EEA-7C85-455320A722DA}"/>
          </ac:spMkLst>
        </pc:spChg>
        <pc:spChg chg="mod">
          <ac:chgData name="Zheng, Xinyue" userId="463dbdee-3a91-4da5-8c02-eb7d819f400f" providerId="ADAL" clId="{6166D0B7-0C52-520D-8E8C-744A4B1D6A1D}" dt="2026-04-23T06:58:00.171" v="2336"/>
          <ac:spMkLst>
            <pc:docMk/>
            <pc:sldMk cId="1339215524" sldId="268"/>
            <ac:spMk id="5" creationId="{B0B2DAC2-E3AF-6742-B82B-C7CCBCD43105}"/>
          </ac:spMkLst>
        </pc:spChg>
        <pc:spChg chg="mod">
          <ac:chgData name="Zheng, Xinyue" userId="463dbdee-3a91-4da5-8c02-eb7d819f400f" providerId="ADAL" clId="{6166D0B7-0C52-520D-8E8C-744A4B1D6A1D}" dt="2026-04-23T06:58:00.171" v="2336"/>
          <ac:spMkLst>
            <pc:docMk/>
            <pc:sldMk cId="1339215524" sldId="268"/>
            <ac:spMk id="7" creationId="{DA3452AC-4F4A-B6B3-0D2C-FF3124FC2191}"/>
          </ac:spMkLst>
        </pc:spChg>
        <pc:spChg chg="mod">
          <ac:chgData name="Zheng, Xinyue" userId="463dbdee-3a91-4da5-8c02-eb7d819f400f" providerId="ADAL" clId="{6166D0B7-0C52-520D-8E8C-744A4B1D6A1D}" dt="2026-04-23T06:58:00.171" v="2336"/>
          <ac:spMkLst>
            <pc:docMk/>
            <pc:sldMk cId="1339215524" sldId="268"/>
            <ac:spMk id="9" creationId="{E18E3C86-91EF-0ED4-3C08-DD490B8ADDB6}"/>
          </ac:spMkLst>
        </pc:spChg>
        <pc:spChg chg="mod">
          <ac:chgData name="Zheng, Xinyue" userId="463dbdee-3a91-4da5-8c02-eb7d819f400f" providerId="ADAL" clId="{6166D0B7-0C52-520D-8E8C-744A4B1D6A1D}" dt="2026-04-23T06:58:00.171" v="2336"/>
          <ac:spMkLst>
            <pc:docMk/>
            <pc:sldMk cId="1339215524" sldId="268"/>
            <ac:spMk id="13" creationId="{5B9D2A88-FA8B-B43F-77A7-BA04B49938A7}"/>
          </ac:spMkLst>
        </pc:spChg>
        <pc:spChg chg="mod">
          <ac:chgData name="Zheng, Xinyue" userId="463dbdee-3a91-4da5-8c02-eb7d819f400f" providerId="ADAL" clId="{6166D0B7-0C52-520D-8E8C-744A4B1D6A1D}" dt="2026-04-23T06:58:00.171" v="2336"/>
          <ac:spMkLst>
            <pc:docMk/>
            <pc:sldMk cId="1339215524" sldId="268"/>
            <ac:spMk id="15" creationId="{7ADA0127-08A6-9ACF-78BF-2FA1D77A7C51}"/>
          </ac:spMkLst>
        </pc:spChg>
      </pc:sldChg>
      <pc:sldChg chg="modSp">
        <pc:chgData name="Zheng, Xinyue" userId="463dbdee-3a91-4da5-8c02-eb7d819f400f" providerId="ADAL" clId="{6166D0B7-0C52-520D-8E8C-744A4B1D6A1D}" dt="2026-04-23T06:58:00.171" v="2336"/>
        <pc:sldMkLst>
          <pc:docMk/>
          <pc:sldMk cId="1777975604" sldId="269"/>
        </pc:sldMkLst>
        <pc:spChg chg="mod">
          <ac:chgData name="Zheng, Xinyue" userId="463dbdee-3a91-4da5-8c02-eb7d819f400f" providerId="ADAL" clId="{6166D0B7-0C52-520D-8E8C-744A4B1D6A1D}" dt="2026-04-23T06:58:00.171" v="2336"/>
          <ac:spMkLst>
            <pc:docMk/>
            <pc:sldMk cId="1777975604" sldId="269"/>
            <ac:spMk id="3" creationId="{D83CC537-15CC-062E-C3A7-F01C35D5A1D6}"/>
          </ac:spMkLst>
        </pc:spChg>
        <pc:spChg chg="mod">
          <ac:chgData name="Zheng, Xinyue" userId="463dbdee-3a91-4da5-8c02-eb7d819f400f" providerId="ADAL" clId="{6166D0B7-0C52-520D-8E8C-744A4B1D6A1D}" dt="2026-04-23T06:58:00.171" v="2336"/>
          <ac:spMkLst>
            <pc:docMk/>
            <pc:sldMk cId="1777975604" sldId="269"/>
            <ac:spMk id="4" creationId="{0FFF0CE4-8D5D-BEEA-51CC-5E82BB191394}"/>
          </ac:spMkLst>
        </pc:spChg>
        <pc:spChg chg="mod">
          <ac:chgData name="Zheng, Xinyue" userId="463dbdee-3a91-4da5-8c02-eb7d819f400f" providerId="ADAL" clId="{6166D0B7-0C52-520D-8E8C-744A4B1D6A1D}" dt="2026-04-23T06:58:00.171" v="2336"/>
          <ac:spMkLst>
            <pc:docMk/>
            <pc:sldMk cId="1777975604" sldId="269"/>
            <ac:spMk id="7" creationId="{CF158B58-59E9-938A-01B4-F16596CCF8FF}"/>
          </ac:spMkLst>
        </pc:spChg>
      </pc:sldChg>
      <pc:sldChg chg="modSp">
        <pc:chgData name="Zheng, Xinyue" userId="463dbdee-3a91-4da5-8c02-eb7d819f400f" providerId="ADAL" clId="{6166D0B7-0C52-520D-8E8C-744A4B1D6A1D}" dt="2026-04-23T06:58:00.171" v="2336"/>
        <pc:sldMkLst>
          <pc:docMk/>
          <pc:sldMk cId="811346878" sldId="270"/>
        </pc:sldMkLst>
        <pc:spChg chg="mod">
          <ac:chgData name="Zheng, Xinyue" userId="463dbdee-3a91-4da5-8c02-eb7d819f400f" providerId="ADAL" clId="{6166D0B7-0C52-520D-8E8C-744A4B1D6A1D}" dt="2026-04-23T06:58:00.171" v="2336"/>
          <ac:spMkLst>
            <pc:docMk/>
            <pc:sldMk cId="811346878" sldId="270"/>
            <ac:spMk id="3" creationId="{CABD566B-0902-21A3-0139-EFF8A35B3AB0}"/>
          </ac:spMkLst>
        </pc:spChg>
        <pc:spChg chg="mod">
          <ac:chgData name="Zheng, Xinyue" userId="463dbdee-3a91-4da5-8c02-eb7d819f400f" providerId="ADAL" clId="{6166D0B7-0C52-520D-8E8C-744A4B1D6A1D}" dt="2026-04-23T06:58:00.171" v="2336"/>
          <ac:spMkLst>
            <pc:docMk/>
            <pc:sldMk cId="811346878" sldId="270"/>
            <ac:spMk id="4" creationId="{971BBFA5-2701-2456-4DDC-8FA841B86D2F}"/>
          </ac:spMkLst>
        </pc:spChg>
        <pc:spChg chg="mod">
          <ac:chgData name="Zheng, Xinyue" userId="463dbdee-3a91-4da5-8c02-eb7d819f400f" providerId="ADAL" clId="{6166D0B7-0C52-520D-8E8C-744A4B1D6A1D}" dt="2026-04-23T06:58:00.171" v="2336"/>
          <ac:spMkLst>
            <pc:docMk/>
            <pc:sldMk cId="811346878" sldId="270"/>
            <ac:spMk id="21" creationId="{45042850-F447-36F3-8101-6D7EC0BAF185}"/>
          </ac:spMkLst>
        </pc:spChg>
      </pc:sldChg>
      <pc:sldChg chg="modSp">
        <pc:chgData name="Zheng, Xinyue" userId="463dbdee-3a91-4da5-8c02-eb7d819f400f" providerId="ADAL" clId="{6166D0B7-0C52-520D-8E8C-744A4B1D6A1D}" dt="2026-04-23T06:58:00.171" v="2336"/>
        <pc:sldMkLst>
          <pc:docMk/>
          <pc:sldMk cId="3450807707" sldId="271"/>
        </pc:sldMkLst>
        <pc:spChg chg="mod">
          <ac:chgData name="Zheng, Xinyue" userId="463dbdee-3a91-4da5-8c02-eb7d819f400f" providerId="ADAL" clId="{6166D0B7-0C52-520D-8E8C-744A4B1D6A1D}" dt="2026-04-23T06:58:00.171" v="2336"/>
          <ac:spMkLst>
            <pc:docMk/>
            <pc:sldMk cId="3450807707" sldId="271"/>
            <ac:spMk id="3" creationId="{336AF259-3451-7D6F-CA0D-2A7DAE619656}"/>
          </ac:spMkLst>
        </pc:spChg>
        <pc:spChg chg="mod">
          <ac:chgData name="Zheng, Xinyue" userId="463dbdee-3a91-4da5-8c02-eb7d819f400f" providerId="ADAL" clId="{6166D0B7-0C52-520D-8E8C-744A4B1D6A1D}" dt="2026-04-23T06:58:00.171" v="2336"/>
          <ac:spMkLst>
            <pc:docMk/>
            <pc:sldMk cId="3450807707" sldId="271"/>
            <ac:spMk id="4" creationId="{35DFCFC8-B27A-F20B-78E9-A43337F9F80F}"/>
          </ac:spMkLst>
        </pc:spChg>
        <pc:spChg chg="mod">
          <ac:chgData name="Zheng, Xinyue" userId="463dbdee-3a91-4da5-8c02-eb7d819f400f" providerId="ADAL" clId="{6166D0B7-0C52-520D-8E8C-744A4B1D6A1D}" dt="2026-04-23T06:58:00.171" v="2336"/>
          <ac:spMkLst>
            <pc:docMk/>
            <pc:sldMk cId="3450807707" sldId="271"/>
            <ac:spMk id="5" creationId="{C98CA215-5588-6274-4BD9-0AC3BF461A1E}"/>
          </ac:spMkLst>
        </pc:spChg>
        <pc:spChg chg="mod">
          <ac:chgData name="Zheng, Xinyue" userId="463dbdee-3a91-4da5-8c02-eb7d819f400f" providerId="ADAL" clId="{6166D0B7-0C52-520D-8E8C-744A4B1D6A1D}" dt="2026-04-23T06:58:00.171" v="2336"/>
          <ac:spMkLst>
            <pc:docMk/>
            <pc:sldMk cId="3450807707" sldId="271"/>
            <ac:spMk id="6" creationId="{A4695908-2B36-F45D-9395-5E402ACDFC1C}"/>
          </ac:spMkLst>
        </pc:spChg>
      </pc:sldChg>
      <pc:sldChg chg="modSp">
        <pc:chgData name="Zheng, Xinyue" userId="463dbdee-3a91-4da5-8c02-eb7d819f400f" providerId="ADAL" clId="{6166D0B7-0C52-520D-8E8C-744A4B1D6A1D}" dt="2026-04-23T06:58:00.171" v="2336"/>
        <pc:sldMkLst>
          <pc:docMk/>
          <pc:sldMk cId="116458417" sldId="272"/>
        </pc:sldMkLst>
        <pc:spChg chg="mod">
          <ac:chgData name="Zheng, Xinyue" userId="463dbdee-3a91-4da5-8c02-eb7d819f400f" providerId="ADAL" clId="{6166D0B7-0C52-520D-8E8C-744A4B1D6A1D}" dt="2026-04-23T06:58:00.171" v="2336"/>
          <ac:spMkLst>
            <pc:docMk/>
            <pc:sldMk cId="116458417" sldId="272"/>
            <ac:spMk id="3" creationId="{39BF94DF-9047-7D94-F1F9-29D1AF911201}"/>
          </ac:spMkLst>
        </pc:spChg>
        <pc:spChg chg="mod">
          <ac:chgData name="Zheng, Xinyue" userId="463dbdee-3a91-4da5-8c02-eb7d819f400f" providerId="ADAL" clId="{6166D0B7-0C52-520D-8E8C-744A4B1D6A1D}" dt="2026-04-23T06:58:00.171" v="2336"/>
          <ac:spMkLst>
            <pc:docMk/>
            <pc:sldMk cId="116458417" sldId="272"/>
            <ac:spMk id="4" creationId="{49BA0DAC-DF12-C238-9216-0AE71725F2C5}"/>
          </ac:spMkLst>
        </pc:spChg>
        <pc:picChg chg="mod">
          <ac:chgData name="Zheng, Xinyue" userId="463dbdee-3a91-4da5-8c02-eb7d819f400f" providerId="ADAL" clId="{6166D0B7-0C52-520D-8E8C-744A4B1D6A1D}" dt="2026-04-23T06:58:00.171" v="2336"/>
          <ac:picMkLst>
            <pc:docMk/>
            <pc:sldMk cId="116458417" sldId="272"/>
            <ac:picMk id="2" creationId="{43D89F37-F824-BB12-4C60-9BFC33524686}"/>
          </ac:picMkLst>
        </pc:picChg>
      </pc:sldChg>
      <pc:sldChg chg="modSp mod modShow">
        <pc:chgData name="Zheng, Xinyue" userId="463dbdee-3a91-4da5-8c02-eb7d819f400f" providerId="ADAL" clId="{6166D0B7-0C52-520D-8E8C-744A4B1D6A1D}" dt="2026-04-23T06:58:00.171" v="2336"/>
        <pc:sldMkLst>
          <pc:docMk/>
          <pc:sldMk cId="3867689251" sldId="273"/>
        </pc:sldMkLst>
        <pc:spChg chg="mod">
          <ac:chgData name="Zheng, Xinyue" userId="463dbdee-3a91-4da5-8c02-eb7d819f400f" providerId="ADAL" clId="{6166D0B7-0C52-520D-8E8C-744A4B1D6A1D}" dt="2026-04-23T06:58:00.171" v="2336"/>
          <ac:spMkLst>
            <pc:docMk/>
            <pc:sldMk cId="3867689251" sldId="273"/>
            <ac:spMk id="5" creationId="{0894FFAD-97B7-E417-E20B-897E6EE2DDBE}"/>
          </ac:spMkLst>
        </pc:spChg>
        <pc:spChg chg="mod">
          <ac:chgData name="Zheng, Xinyue" userId="463dbdee-3a91-4da5-8c02-eb7d819f400f" providerId="ADAL" clId="{6166D0B7-0C52-520D-8E8C-744A4B1D6A1D}" dt="2026-04-23T06:58:00.171" v="2336"/>
          <ac:spMkLst>
            <pc:docMk/>
            <pc:sldMk cId="3867689251" sldId="273"/>
            <ac:spMk id="6" creationId="{883C1307-CF3A-FA76-550D-F6FD24A126FE}"/>
          </ac:spMkLst>
        </pc:spChg>
        <pc:spChg chg="mod">
          <ac:chgData name="Zheng, Xinyue" userId="463dbdee-3a91-4da5-8c02-eb7d819f400f" providerId="ADAL" clId="{6166D0B7-0C52-520D-8E8C-744A4B1D6A1D}" dt="2026-04-23T06:58:00.171" v="2336"/>
          <ac:spMkLst>
            <pc:docMk/>
            <pc:sldMk cId="3867689251" sldId="273"/>
            <ac:spMk id="7" creationId="{B16142BC-D8E1-2EF7-C8E6-BEED9958D14B}"/>
          </ac:spMkLst>
        </pc:spChg>
        <pc:spChg chg="mod">
          <ac:chgData name="Zheng, Xinyue" userId="463dbdee-3a91-4da5-8c02-eb7d819f400f" providerId="ADAL" clId="{6166D0B7-0C52-520D-8E8C-744A4B1D6A1D}" dt="2026-04-23T06:58:00.171" v="2336"/>
          <ac:spMkLst>
            <pc:docMk/>
            <pc:sldMk cId="3867689251" sldId="273"/>
            <ac:spMk id="76" creationId="{0A7A702E-78E7-B225-DA13-FFC8B235DE80}"/>
          </ac:spMkLst>
        </pc:spChg>
        <pc:spChg chg="mod">
          <ac:chgData name="Zheng, Xinyue" userId="463dbdee-3a91-4da5-8c02-eb7d819f400f" providerId="ADAL" clId="{6166D0B7-0C52-520D-8E8C-744A4B1D6A1D}" dt="2026-04-23T06:58:00.171" v="2336"/>
          <ac:spMkLst>
            <pc:docMk/>
            <pc:sldMk cId="3867689251" sldId="273"/>
            <ac:spMk id="77" creationId="{BE046B32-E2D4-086C-33D0-06183FD00575}"/>
          </ac:spMkLst>
        </pc:spChg>
        <pc:picChg chg="mod">
          <ac:chgData name="Zheng, Xinyue" userId="463dbdee-3a91-4da5-8c02-eb7d819f400f" providerId="ADAL" clId="{6166D0B7-0C52-520D-8E8C-744A4B1D6A1D}" dt="2026-04-23T06:58:00.171" v="2336"/>
          <ac:picMkLst>
            <pc:docMk/>
            <pc:sldMk cId="3867689251" sldId="273"/>
            <ac:picMk id="9" creationId="{E6781CD8-478B-932B-5831-3F65BDA0374B}"/>
          </ac:picMkLst>
        </pc:picChg>
        <pc:picChg chg="mod">
          <ac:chgData name="Zheng, Xinyue" userId="463dbdee-3a91-4da5-8c02-eb7d819f400f" providerId="ADAL" clId="{6166D0B7-0C52-520D-8E8C-744A4B1D6A1D}" dt="2026-04-23T06:58:00.171" v="2336"/>
          <ac:picMkLst>
            <pc:docMk/>
            <pc:sldMk cId="3867689251" sldId="273"/>
            <ac:picMk id="10" creationId="{96C1B8B6-5BBE-7F84-14E9-0005D0140449}"/>
          </ac:picMkLst>
        </pc:picChg>
        <pc:picChg chg="mod">
          <ac:chgData name="Zheng, Xinyue" userId="463dbdee-3a91-4da5-8c02-eb7d819f400f" providerId="ADAL" clId="{6166D0B7-0C52-520D-8E8C-744A4B1D6A1D}" dt="2026-04-23T06:58:00.171" v="2336"/>
          <ac:picMkLst>
            <pc:docMk/>
            <pc:sldMk cId="3867689251" sldId="273"/>
            <ac:picMk id="12" creationId="{20AB7538-FDB2-2A2D-E239-3045039D64E2}"/>
          </ac:picMkLst>
        </pc:picChg>
        <pc:picChg chg="mod">
          <ac:chgData name="Zheng, Xinyue" userId="463dbdee-3a91-4da5-8c02-eb7d819f400f" providerId="ADAL" clId="{6166D0B7-0C52-520D-8E8C-744A4B1D6A1D}" dt="2026-04-23T06:58:00.171" v="2336"/>
          <ac:picMkLst>
            <pc:docMk/>
            <pc:sldMk cId="3867689251" sldId="273"/>
            <ac:picMk id="14" creationId="{CF4E41F7-ACB8-C60C-A504-B0E1353AD8B4}"/>
          </ac:picMkLst>
        </pc:picChg>
        <pc:picChg chg="mod">
          <ac:chgData name="Zheng, Xinyue" userId="463dbdee-3a91-4da5-8c02-eb7d819f400f" providerId="ADAL" clId="{6166D0B7-0C52-520D-8E8C-744A4B1D6A1D}" dt="2026-04-23T06:58:00.171" v="2336"/>
          <ac:picMkLst>
            <pc:docMk/>
            <pc:sldMk cId="3867689251" sldId="273"/>
            <ac:picMk id="15" creationId="{6A17F428-0984-9D8A-266C-2F57215233A8}"/>
          </ac:picMkLst>
        </pc:picChg>
      </pc:sldChg>
      <pc:sldChg chg="addSp delSp modSp del mod modShow">
        <pc:chgData name="Zheng, Xinyue" userId="463dbdee-3a91-4da5-8c02-eb7d819f400f" providerId="ADAL" clId="{6166D0B7-0C52-520D-8E8C-744A4B1D6A1D}" dt="2026-05-07T18:05:12.122" v="4273" actId="2696"/>
        <pc:sldMkLst>
          <pc:docMk/>
          <pc:sldMk cId="153185566" sldId="275"/>
        </pc:sldMkLst>
      </pc:sldChg>
      <pc:sldChg chg="delSp modSp add mod">
        <pc:chgData name="Zheng, Xinyue" userId="463dbdee-3a91-4da5-8c02-eb7d819f400f" providerId="ADAL" clId="{6166D0B7-0C52-520D-8E8C-744A4B1D6A1D}" dt="2026-04-23T06:58:00.171" v="2336"/>
        <pc:sldMkLst>
          <pc:docMk/>
          <pc:sldMk cId="0" sldId="276"/>
        </pc:sldMkLst>
        <pc:spChg chg="mod">
          <ac:chgData name="Zheng, Xinyue" userId="463dbdee-3a91-4da5-8c02-eb7d819f400f" providerId="ADAL" clId="{6166D0B7-0C52-520D-8E8C-744A4B1D6A1D}" dt="2026-04-23T06:58:00.171" v="2336"/>
          <ac:spMkLst>
            <pc:docMk/>
            <pc:sldMk cId="0" sldId="276"/>
            <ac:spMk id="4" creationId="{00000000-0000-0000-0000-000000000000}"/>
          </ac:spMkLst>
        </pc:spChg>
        <pc:spChg chg="mod">
          <ac:chgData name="Zheng, Xinyue" userId="463dbdee-3a91-4da5-8c02-eb7d819f400f" providerId="ADAL" clId="{6166D0B7-0C52-520D-8E8C-744A4B1D6A1D}" dt="2026-04-23T06:58:00.171" v="2336"/>
          <ac:spMkLst>
            <pc:docMk/>
            <pc:sldMk cId="0" sldId="276"/>
            <ac:spMk id="5" creationId="{00000000-0000-0000-0000-000000000000}"/>
          </ac:spMkLst>
        </pc:spChg>
        <pc:spChg chg="mod">
          <ac:chgData name="Zheng, Xinyue" userId="463dbdee-3a91-4da5-8c02-eb7d819f400f" providerId="ADAL" clId="{6166D0B7-0C52-520D-8E8C-744A4B1D6A1D}" dt="2026-04-23T06:58:00.171" v="2336"/>
          <ac:spMkLst>
            <pc:docMk/>
            <pc:sldMk cId="0" sldId="276"/>
            <ac:spMk id="6" creationId="{00000000-0000-0000-0000-000000000000}"/>
          </ac:spMkLst>
        </pc:spChg>
        <pc:spChg chg="mod">
          <ac:chgData name="Zheng, Xinyue" userId="463dbdee-3a91-4da5-8c02-eb7d819f400f" providerId="ADAL" clId="{6166D0B7-0C52-520D-8E8C-744A4B1D6A1D}" dt="2026-04-23T06:58:00.171" v="2336"/>
          <ac:spMkLst>
            <pc:docMk/>
            <pc:sldMk cId="0" sldId="276"/>
            <ac:spMk id="7" creationId="{00000000-0000-0000-0000-000000000000}"/>
          </ac:spMkLst>
        </pc:spChg>
        <pc:spChg chg="mod">
          <ac:chgData name="Zheng, Xinyue" userId="463dbdee-3a91-4da5-8c02-eb7d819f400f" providerId="ADAL" clId="{6166D0B7-0C52-520D-8E8C-744A4B1D6A1D}" dt="2026-04-23T06:58:00.171" v="2336"/>
          <ac:spMkLst>
            <pc:docMk/>
            <pc:sldMk cId="0" sldId="276"/>
            <ac:spMk id="8" creationId="{00000000-0000-0000-0000-000000000000}"/>
          </ac:spMkLst>
        </pc:spChg>
        <pc:spChg chg="mod">
          <ac:chgData name="Zheng, Xinyue" userId="463dbdee-3a91-4da5-8c02-eb7d819f400f" providerId="ADAL" clId="{6166D0B7-0C52-520D-8E8C-744A4B1D6A1D}" dt="2026-04-23T06:58:00.171" v="2336"/>
          <ac:spMkLst>
            <pc:docMk/>
            <pc:sldMk cId="0" sldId="276"/>
            <ac:spMk id="9" creationId="{00000000-0000-0000-0000-000000000000}"/>
          </ac:spMkLst>
        </pc:spChg>
        <pc:spChg chg="mod">
          <ac:chgData name="Zheng, Xinyue" userId="463dbdee-3a91-4da5-8c02-eb7d819f400f" providerId="ADAL" clId="{6166D0B7-0C52-520D-8E8C-744A4B1D6A1D}" dt="2026-04-23T06:58:00.171" v="2336"/>
          <ac:spMkLst>
            <pc:docMk/>
            <pc:sldMk cId="0" sldId="276"/>
            <ac:spMk id="11" creationId="{00000000-0000-0000-0000-000000000000}"/>
          </ac:spMkLst>
        </pc:spChg>
        <pc:spChg chg="mod">
          <ac:chgData name="Zheng, Xinyue" userId="463dbdee-3a91-4da5-8c02-eb7d819f400f" providerId="ADAL" clId="{6166D0B7-0C52-520D-8E8C-744A4B1D6A1D}" dt="2026-04-23T06:58:00.171" v="2336"/>
          <ac:spMkLst>
            <pc:docMk/>
            <pc:sldMk cId="0" sldId="276"/>
            <ac:spMk id="12" creationId="{00000000-0000-0000-0000-000000000000}"/>
          </ac:spMkLst>
        </pc:spChg>
        <pc:spChg chg="mod">
          <ac:chgData name="Zheng, Xinyue" userId="463dbdee-3a91-4da5-8c02-eb7d819f400f" providerId="ADAL" clId="{6166D0B7-0C52-520D-8E8C-744A4B1D6A1D}" dt="2026-04-23T06:58:00.171" v="2336"/>
          <ac:spMkLst>
            <pc:docMk/>
            <pc:sldMk cId="0" sldId="276"/>
            <ac:spMk id="21" creationId="{00000000-0000-0000-0000-000000000000}"/>
          </ac:spMkLst>
        </pc:spChg>
        <pc:spChg chg="mod">
          <ac:chgData name="Zheng, Xinyue" userId="463dbdee-3a91-4da5-8c02-eb7d819f400f" providerId="ADAL" clId="{6166D0B7-0C52-520D-8E8C-744A4B1D6A1D}" dt="2026-04-23T06:58:00.171" v="2336"/>
          <ac:spMkLst>
            <pc:docMk/>
            <pc:sldMk cId="0" sldId="276"/>
            <ac:spMk id="22" creationId="{00000000-0000-0000-0000-000000000000}"/>
          </ac:spMkLst>
        </pc:spChg>
      </pc:sldChg>
      <pc:sldChg chg="addSp delSp modSp new mod">
        <pc:chgData name="Zheng, Xinyue" userId="463dbdee-3a91-4da5-8c02-eb7d819f400f" providerId="ADAL" clId="{6166D0B7-0C52-520D-8E8C-744A4B1D6A1D}" dt="2026-04-23T06:58:00.171" v="2336"/>
        <pc:sldMkLst>
          <pc:docMk/>
          <pc:sldMk cId="4034641941" sldId="277"/>
        </pc:sldMkLst>
        <pc:spChg chg="add mod">
          <ac:chgData name="Zheng, Xinyue" userId="463dbdee-3a91-4da5-8c02-eb7d819f400f" providerId="ADAL" clId="{6166D0B7-0C52-520D-8E8C-744A4B1D6A1D}" dt="2026-04-23T06:58:00.171" v="2336"/>
          <ac:spMkLst>
            <pc:docMk/>
            <pc:sldMk cId="4034641941" sldId="277"/>
            <ac:spMk id="2" creationId="{11045CEA-1A14-BA28-097F-FA3434AF9159}"/>
          </ac:spMkLst>
        </pc:spChg>
        <pc:spChg chg="add mod">
          <ac:chgData name="Zheng, Xinyue" userId="463dbdee-3a91-4da5-8c02-eb7d819f400f" providerId="ADAL" clId="{6166D0B7-0C52-520D-8E8C-744A4B1D6A1D}" dt="2026-04-23T06:58:00.171" v="2336"/>
          <ac:spMkLst>
            <pc:docMk/>
            <pc:sldMk cId="4034641941" sldId="277"/>
            <ac:spMk id="3" creationId="{59356B2C-D211-6435-F09D-BA22C2896248}"/>
          </ac:spMkLst>
        </pc:spChg>
        <pc:graphicFrameChg chg="add mod modGraphic">
          <ac:chgData name="Zheng, Xinyue" userId="463dbdee-3a91-4da5-8c02-eb7d819f400f" providerId="ADAL" clId="{6166D0B7-0C52-520D-8E8C-744A4B1D6A1D}" dt="2026-04-23T06:58:00.171" v="2336"/>
          <ac:graphicFrameMkLst>
            <pc:docMk/>
            <pc:sldMk cId="4034641941" sldId="277"/>
            <ac:graphicFrameMk id="5" creationId="{64031888-A2A1-C066-0DA6-85D12DA7AFE9}"/>
          </ac:graphicFrameMkLst>
        </pc:graphicFrameChg>
      </pc:sldChg>
      <pc:sldChg chg="addSp modSp new del mod">
        <pc:chgData name="Zheng, Xinyue" userId="463dbdee-3a91-4da5-8c02-eb7d819f400f" providerId="ADAL" clId="{6166D0B7-0C52-520D-8E8C-744A4B1D6A1D}" dt="2026-04-15T08:06:00.103" v="1310" actId="2696"/>
        <pc:sldMkLst>
          <pc:docMk/>
          <pc:sldMk cId="308069385" sldId="278"/>
        </pc:sldMkLst>
      </pc:sldChg>
      <pc:sldChg chg="addSp delSp modSp new mod ord">
        <pc:chgData name="Zheng, Xinyue" userId="463dbdee-3a91-4da5-8c02-eb7d819f400f" providerId="ADAL" clId="{6166D0B7-0C52-520D-8E8C-744A4B1D6A1D}" dt="2026-04-23T06:58:00.171" v="2336"/>
        <pc:sldMkLst>
          <pc:docMk/>
          <pc:sldMk cId="2173907856" sldId="279"/>
        </pc:sldMkLst>
        <pc:spChg chg="add mod">
          <ac:chgData name="Zheng, Xinyue" userId="463dbdee-3a91-4da5-8c02-eb7d819f400f" providerId="ADAL" clId="{6166D0B7-0C52-520D-8E8C-744A4B1D6A1D}" dt="2026-04-23T06:58:00.171" v="2336"/>
          <ac:spMkLst>
            <pc:docMk/>
            <pc:sldMk cId="2173907856" sldId="279"/>
            <ac:spMk id="2" creationId="{12FCE9B8-A17C-C68A-6DF7-F82E7B16B69F}"/>
          </ac:spMkLst>
        </pc:spChg>
        <pc:spChg chg="add mod">
          <ac:chgData name="Zheng, Xinyue" userId="463dbdee-3a91-4da5-8c02-eb7d819f400f" providerId="ADAL" clId="{6166D0B7-0C52-520D-8E8C-744A4B1D6A1D}" dt="2026-04-23T06:58:00.171" v="2336"/>
          <ac:spMkLst>
            <pc:docMk/>
            <pc:sldMk cId="2173907856" sldId="279"/>
            <ac:spMk id="3" creationId="{84123078-2EF2-F152-9187-1F1CEB81AAC5}"/>
          </ac:spMkLst>
        </pc:spChg>
        <pc:spChg chg="add mod">
          <ac:chgData name="Zheng, Xinyue" userId="463dbdee-3a91-4da5-8c02-eb7d819f400f" providerId="ADAL" clId="{6166D0B7-0C52-520D-8E8C-744A4B1D6A1D}" dt="2026-04-23T06:58:00.171" v="2336"/>
          <ac:spMkLst>
            <pc:docMk/>
            <pc:sldMk cId="2173907856" sldId="279"/>
            <ac:spMk id="6" creationId="{72518E72-8FC0-F1EE-7916-733495D9A1A6}"/>
          </ac:spMkLst>
        </pc:spChg>
      </pc:sldChg>
      <pc:sldChg chg="addSp delSp modSp add mod ord">
        <pc:chgData name="Zheng, Xinyue" userId="463dbdee-3a91-4da5-8c02-eb7d819f400f" providerId="ADAL" clId="{6166D0B7-0C52-520D-8E8C-744A4B1D6A1D}" dt="2026-04-23T06:58:00.171" v="2336"/>
        <pc:sldMkLst>
          <pc:docMk/>
          <pc:sldMk cId="2550992449" sldId="280"/>
        </pc:sldMkLst>
        <pc:spChg chg="mod">
          <ac:chgData name="Zheng, Xinyue" userId="463dbdee-3a91-4da5-8c02-eb7d819f400f" providerId="ADAL" clId="{6166D0B7-0C52-520D-8E8C-744A4B1D6A1D}" dt="2026-04-23T06:58:00.171" v="2336"/>
          <ac:spMkLst>
            <pc:docMk/>
            <pc:sldMk cId="2550992449" sldId="280"/>
            <ac:spMk id="2" creationId="{B1B7B0BD-1922-877B-F0AA-932720F33A9A}"/>
          </ac:spMkLst>
        </pc:spChg>
        <pc:spChg chg="mod">
          <ac:chgData name="Zheng, Xinyue" userId="463dbdee-3a91-4da5-8c02-eb7d819f400f" providerId="ADAL" clId="{6166D0B7-0C52-520D-8E8C-744A4B1D6A1D}" dt="2026-04-23T06:58:00.171" v="2336"/>
          <ac:spMkLst>
            <pc:docMk/>
            <pc:sldMk cId="2550992449" sldId="280"/>
            <ac:spMk id="3" creationId="{9B134512-F970-A726-ECBD-941D46ABC513}"/>
          </ac:spMkLst>
        </pc:spChg>
        <pc:spChg chg="add mod">
          <ac:chgData name="Zheng, Xinyue" userId="463dbdee-3a91-4da5-8c02-eb7d819f400f" providerId="ADAL" clId="{6166D0B7-0C52-520D-8E8C-744A4B1D6A1D}" dt="2026-04-23T06:58:00.171" v="2336"/>
          <ac:spMkLst>
            <pc:docMk/>
            <pc:sldMk cId="2550992449" sldId="280"/>
            <ac:spMk id="7" creationId="{CA5FC5D1-70E0-4EEB-11A1-640435C08195}"/>
          </ac:spMkLst>
        </pc:spChg>
      </pc:sldChg>
      <pc:sldChg chg="new del">
        <pc:chgData name="Zheng, Xinyue" userId="463dbdee-3a91-4da5-8c02-eb7d819f400f" providerId="ADAL" clId="{6166D0B7-0C52-520D-8E8C-744A4B1D6A1D}" dt="2026-04-15T07:32:08.279" v="1265" actId="2696"/>
        <pc:sldMkLst>
          <pc:docMk/>
          <pc:sldMk cId="2245682455" sldId="281"/>
        </pc:sldMkLst>
      </pc:sldChg>
      <pc:sldChg chg="addSp delSp modSp add mod ord">
        <pc:chgData name="Zheng, Xinyue" userId="463dbdee-3a91-4da5-8c02-eb7d819f400f" providerId="ADAL" clId="{6166D0B7-0C52-520D-8E8C-744A4B1D6A1D}" dt="2026-04-23T06:58:00.171" v="2336"/>
        <pc:sldMkLst>
          <pc:docMk/>
          <pc:sldMk cId="583724590" sldId="282"/>
        </pc:sldMkLst>
        <pc:spChg chg="mod">
          <ac:chgData name="Zheng, Xinyue" userId="463dbdee-3a91-4da5-8c02-eb7d819f400f" providerId="ADAL" clId="{6166D0B7-0C52-520D-8E8C-744A4B1D6A1D}" dt="2026-04-23T06:58:00.171" v="2336"/>
          <ac:spMkLst>
            <pc:docMk/>
            <pc:sldMk cId="583724590" sldId="282"/>
            <ac:spMk id="2" creationId="{176A2319-C073-7BF9-F24A-8E202AF8EBC4}"/>
          </ac:spMkLst>
        </pc:spChg>
        <pc:spChg chg="mod">
          <ac:chgData name="Zheng, Xinyue" userId="463dbdee-3a91-4da5-8c02-eb7d819f400f" providerId="ADAL" clId="{6166D0B7-0C52-520D-8E8C-744A4B1D6A1D}" dt="2026-04-23T06:58:00.171" v="2336"/>
          <ac:spMkLst>
            <pc:docMk/>
            <pc:sldMk cId="583724590" sldId="282"/>
            <ac:spMk id="3" creationId="{0514F4C5-22A4-3402-5359-E46B3CF5729A}"/>
          </ac:spMkLst>
        </pc:spChg>
        <pc:spChg chg="add mod">
          <ac:chgData name="Zheng, Xinyue" userId="463dbdee-3a91-4da5-8c02-eb7d819f400f" providerId="ADAL" clId="{6166D0B7-0C52-520D-8E8C-744A4B1D6A1D}" dt="2026-04-23T06:58:00.171" v="2336"/>
          <ac:spMkLst>
            <pc:docMk/>
            <pc:sldMk cId="583724590" sldId="282"/>
            <ac:spMk id="5" creationId="{7B66DA9B-C29C-467B-2D41-3F99CC379362}"/>
          </ac:spMkLst>
        </pc:spChg>
      </pc:sldChg>
      <pc:sldChg chg="new ord">
        <pc:chgData name="Zheng, Xinyue" userId="463dbdee-3a91-4da5-8c02-eb7d819f400f" providerId="ADAL" clId="{6166D0B7-0C52-520D-8E8C-744A4B1D6A1D}" dt="2026-04-15T13:59:49.299" v="1399" actId="20578"/>
        <pc:sldMkLst>
          <pc:docMk/>
          <pc:sldMk cId="578433555" sldId="283"/>
        </pc:sldMkLst>
      </pc:sldChg>
      <pc:sldChg chg="addSp delSp modSp add mod setBg">
        <pc:chgData name="Zheng, Xinyue" userId="463dbdee-3a91-4da5-8c02-eb7d819f400f" providerId="ADAL" clId="{6166D0B7-0C52-520D-8E8C-744A4B1D6A1D}" dt="2026-04-23T06:58:00.171" v="2336"/>
        <pc:sldMkLst>
          <pc:docMk/>
          <pc:sldMk cId="0" sldId="284"/>
        </pc:sldMkLst>
        <pc:spChg chg="mod">
          <ac:chgData name="Zheng, Xinyue" userId="463dbdee-3a91-4da5-8c02-eb7d819f400f" providerId="ADAL" clId="{6166D0B7-0C52-520D-8E8C-744A4B1D6A1D}" dt="2026-04-23T06:58:00.171" v="2336"/>
          <ac:spMkLst>
            <pc:docMk/>
            <pc:sldMk cId="0" sldId="284"/>
            <ac:spMk id="3" creationId="{00000000-0000-0000-0000-000000000000}"/>
          </ac:spMkLst>
        </pc:spChg>
        <pc:spChg chg="mod">
          <ac:chgData name="Zheng, Xinyue" userId="463dbdee-3a91-4da5-8c02-eb7d819f400f" providerId="ADAL" clId="{6166D0B7-0C52-520D-8E8C-744A4B1D6A1D}" dt="2026-04-23T06:58:00.171" v="2336"/>
          <ac:spMkLst>
            <pc:docMk/>
            <pc:sldMk cId="0" sldId="284"/>
            <ac:spMk id="4" creationId="{00000000-0000-0000-0000-000000000000}"/>
          </ac:spMkLst>
        </pc:spChg>
        <pc:spChg chg="mod">
          <ac:chgData name="Zheng, Xinyue" userId="463dbdee-3a91-4da5-8c02-eb7d819f400f" providerId="ADAL" clId="{6166D0B7-0C52-520D-8E8C-744A4B1D6A1D}" dt="2026-04-23T06:58:00.171" v="2336"/>
          <ac:spMkLst>
            <pc:docMk/>
            <pc:sldMk cId="0" sldId="284"/>
            <ac:spMk id="18" creationId="{00000000-0000-0000-0000-000000000000}"/>
          </ac:spMkLst>
        </pc:spChg>
        <pc:spChg chg="mod">
          <ac:chgData name="Zheng, Xinyue" userId="463dbdee-3a91-4da5-8c02-eb7d819f400f" providerId="ADAL" clId="{6166D0B7-0C52-520D-8E8C-744A4B1D6A1D}" dt="2026-04-23T06:58:00.171" v="2336"/>
          <ac:spMkLst>
            <pc:docMk/>
            <pc:sldMk cId="0" sldId="284"/>
            <ac:spMk id="23" creationId="{00000000-0000-0000-0000-000000000000}"/>
          </ac:spMkLst>
        </pc:spChg>
        <pc:spChg chg="mod">
          <ac:chgData name="Zheng, Xinyue" userId="463dbdee-3a91-4da5-8c02-eb7d819f400f" providerId="ADAL" clId="{6166D0B7-0C52-520D-8E8C-744A4B1D6A1D}" dt="2026-04-23T06:58:00.171" v="2336"/>
          <ac:spMkLst>
            <pc:docMk/>
            <pc:sldMk cId="0" sldId="284"/>
            <ac:spMk id="25" creationId="{00000000-0000-0000-0000-000000000000}"/>
          </ac:spMkLst>
        </pc:spChg>
        <pc:spChg chg="mod">
          <ac:chgData name="Zheng, Xinyue" userId="463dbdee-3a91-4da5-8c02-eb7d819f400f" providerId="ADAL" clId="{6166D0B7-0C52-520D-8E8C-744A4B1D6A1D}" dt="2026-04-23T06:58:00.171" v="2336"/>
          <ac:spMkLst>
            <pc:docMk/>
            <pc:sldMk cId="0" sldId="284"/>
            <ac:spMk id="26" creationId="{00000000-0000-0000-0000-000000000000}"/>
          </ac:spMkLst>
        </pc:spChg>
        <pc:spChg chg="mod">
          <ac:chgData name="Zheng, Xinyue" userId="463dbdee-3a91-4da5-8c02-eb7d819f400f" providerId="ADAL" clId="{6166D0B7-0C52-520D-8E8C-744A4B1D6A1D}" dt="2026-04-23T06:58:00.171" v="2336"/>
          <ac:spMkLst>
            <pc:docMk/>
            <pc:sldMk cId="0" sldId="284"/>
            <ac:spMk id="28" creationId="{00000000-0000-0000-0000-000000000000}"/>
          </ac:spMkLst>
        </pc:spChg>
        <pc:spChg chg="mod">
          <ac:chgData name="Zheng, Xinyue" userId="463dbdee-3a91-4da5-8c02-eb7d819f400f" providerId="ADAL" clId="{6166D0B7-0C52-520D-8E8C-744A4B1D6A1D}" dt="2026-04-23T06:58:00.171" v="2336"/>
          <ac:spMkLst>
            <pc:docMk/>
            <pc:sldMk cId="0" sldId="284"/>
            <ac:spMk id="30" creationId="{00000000-0000-0000-0000-000000000000}"/>
          </ac:spMkLst>
        </pc:spChg>
        <pc:spChg chg="mod">
          <ac:chgData name="Zheng, Xinyue" userId="463dbdee-3a91-4da5-8c02-eb7d819f400f" providerId="ADAL" clId="{6166D0B7-0C52-520D-8E8C-744A4B1D6A1D}" dt="2026-04-23T06:58:00.171" v="2336"/>
          <ac:spMkLst>
            <pc:docMk/>
            <pc:sldMk cId="0" sldId="284"/>
            <ac:spMk id="33" creationId="{00000000-0000-0000-0000-000000000000}"/>
          </ac:spMkLst>
        </pc:spChg>
        <pc:spChg chg="add mod">
          <ac:chgData name="Zheng, Xinyue" userId="463dbdee-3a91-4da5-8c02-eb7d819f400f" providerId="ADAL" clId="{6166D0B7-0C52-520D-8E8C-744A4B1D6A1D}" dt="2026-04-23T06:58:00.171" v="2336"/>
          <ac:spMkLst>
            <pc:docMk/>
            <pc:sldMk cId="0" sldId="284"/>
            <ac:spMk id="36" creationId="{EA0E7176-E39B-EE53-26D9-D556AEB42EE2}"/>
          </ac:spMkLst>
        </pc:spChg>
      </pc:sldChg>
      <pc:sldChg chg="addSp delSp modSp new mod">
        <pc:chgData name="Zheng, Xinyue" userId="463dbdee-3a91-4da5-8c02-eb7d819f400f" providerId="ADAL" clId="{6166D0B7-0C52-520D-8E8C-744A4B1D6A1D}" dt="2026-04-23T06:58:00.171" v="2336"/>
        <pc:sldMkLst>
          <pc:docMk/>
          <pc:sldMk cId="1741007204" sldId="285"/>
        </pc:sldMkLst>
        <pc:spChg chg="add mod">
          <ac:chgData name="Zheng, Xinyue" userId="463dbdee-3a91-4da5-8c02-eb7d819f400f" providerId="ADAL" clId="{6166D0B7-0C52-520D-8E8C-744A4B1D6A1D}" dt="2026-04-23T06:58:00.171" v="2336"/>
          <ac:spMkLst>
            <pc:docMk/>
            <pc:sldMk cId="1741007204" sldId="285"/>
            <ac:spMk id="4" creationId="{7CC385A0-3813-87DF-700D-808FAF8E2CD0}"/>
          </ac:spMkLst>
        </pc:spChg>
        <pc:spChg chg="add mod">
          <ac:chgData name="Zheng, Xinyue" userId="463dbdee-3a91-4da5-8c02-eb7d819f400f" providerId="ADAL" clId="{6166D0B7-0C52-520D-8E8C-744A4B1D6A1D}" dt="2026-04-23T06:58:00.171" v="2336"/>
          <ac:spMkLst>
            <pc:docMk/>
            <pc:sldMk cId="1741007204" sldId="285"/>
            <ac:spMk id="6" creationId="{1B795ACA-36D6-81B3-F47F-2D6627EF75D8}"/>
          </ac:spMkLst>
        </pc:spChg>
        <pc:spChg chg="add mod">
          <ac:chgData name="Zheng, Xinyue" userId="463dbdee-3a91-4da5-8c02-eb7d819f400f" providerId="ADAL" clId="{6166D0B7-0C52-520D-8E8C-744A4B1D6A1D}" dt="2026-04-23T06:58:00.171" v="2336"/>
          <ac:spMkLst>
            <pc:docMk/>
            <pc:sldMk cId="1741007204" sldId="285"/>
            <ac:spMk id="9" creationId="{0C9E6ED4-D644-AC12-8EBA-35492A62F8F8}"/>
          </ac:spMkLst>
        </pc:spChg>
        <pc:spChg chg="mod">
          <ac:chgData name="Zheng, Xinyue" userId="463dbdee-3a91-4da5-8c02-eb7d819f400f" providerId="ADAL" clId="{6166D0B7-0C52-520D-8E8C-744A4B1D6A1D}" dt="2026-04-23T06:58:00.171" v="2336"/>
          <ac:spMkLst>
            <pc:docMk/>
            <pc:sldMk cId="1741007204" sldId="285"/>
            <ac:spMk id="21" creationId="{D1EB0FB3-F72E-289A-B069-4842DED6FEA8}"/>
          </ac:spMkLst>
        </pc:spChg>
        <pc:spChg chg="add mod">
          <ac:chgData name="Zheng, Xinyue" userId="463dbdee-3a91-4da5-8c02-eb7d819f400f" providerId="ADAL" clId="{6166D0B7-0C52-520D-8E8C-744A4B1D6A1D}" dt="2026-04-23T06:58:00.171" v="2336"/>
          <ac:spMkLst>
            <pc:docMk/>
            <pc:sldMk cId="1741007204" sldId="285"/>
            <ac:spMk id="23" creationId="{37107991-37B6-9F0E-927B-0F5D81CD7E53}"/>
          </ac:spMkLst>
        </pc:spChg>
        <pc:spChg chg="add mod">
          <ac:chgData name="Zheng, Xinyue" userId="463dbdee-3a91-4da5-8c02-eb7d819f400f" providerId="ADAL" clId="{6166D0B7-0C52-520D-8E8C-744A4B1D6A1D}" dt="2026-04-23T06:58:00.171" v="2336"/>
          <ac:spMkLst>
            <pc:docMk/>
            <pc:sldMk cId="1741007204" sldId="285"/>
            <ac:spMk id="35" creationId="{F2EF02F9-1893-5026-5B58-CD8EE0DC1EEC}"/>
          </ac:spMkLst>
        </pc:spChg>
        <pc:spChg chg="add mod">
          <ac:chgData name="Zheng, Xinyue" userId="463dbdee-3a91-4da5-8c02-eb7d819f400f" providerId="ADAL" clId="{6166D0B7-0C52-520D-8E8C-744A4B1D6A1D}" dt="2026-04-23T06:58:00.171" v="2336"/>
          <ac:spMkLst>
            <pc:docMk/>
            <pc:sldMk cId="1741007204" sldId="285"/>
            <ac:spMk id="36" creationId="{361F0DED-BDCD-A142-CC00-8BCEE03AAAC1}"/>
          </ac:spMkLst>
        </pc:spChg>
        <pc:spChg chg="add mod">
          <ac:chgData name="Zheng, Xinyue" userId="463dbdee-3a91-4da5-8c02-eb7d819f400f" providerId="ADAL" clId="{6166D0B7-0C52-520D-8E8C-744A4B1D6A1D}" dt="2026-04-23T06:58:00.171" v="2336"/>
          <ac:spMkLst>
            <pc:docMk/>
            <pc:sldMk cId="1741007204" sldId="285"/>
            <ac:spMk id="38" creationId="{621B6BF5-1959-317E-1D99-F17E49554577}"/>
          </ac:spMkLst>
        </pc:spChg>
        <pc:spChg chg="add mod">
          <ac:chgData name="Zheng, Xinyue" userId="463dbdee-3a91-4da5-8c02-eb7d819f400f" providerId="ADAL" clId="{6166D0B7-0C52-520D-8E8C-744A4B1D6A1D}" dt="2026-04-23T06:58:00.171" v="2336"/>
          <ac:spMkLst>
            <pc:docMk/>
            <pc:sldMk cId="1741007204" sldId="285"/>
            <ac:spMk id="40" creationId="{7FDDF5B5-DE32-4AF6-EE95-457860D31E54}"/>
          </ac:spMkLst>
        </pc:spChg>
        <pc:spChg chg="add mod">
          <ac:chgData name="Zheng, Xinyue" userId="463dbdee-3a91-4da5-8c02-eb7d819f400f" providerId="ADAL" clId="{6166D0B7-0C52-520D-8E8C-744A4B1D6A1D}" dt="2026-04-23T06:58:00.171" v="2336"/>
          <ac:spMkLst>
            <pc:docMk/>
            <pc:sldMk cId="1741007204" sldId="285"/>
            <ac:spMk id="41" creationId="{79567AFB-7C91-358A-2E24-61B7F3D34DD1}"/>
          </ac:spMkLst>
        </pc:spChg>
      </pc:sldChg>
      <pc:sldChg chg="addSp delSp modSp add mod">
        <pc:chgData name="Zheng, Xinyue" userId="463dbdee-3a91-4da5-8c02-eb7d819f400f" providerId="ADAL" clId="{6166D0B7-0C52-520D-8E8C-744A4B1D6A1D}" dt="2026-04-23T06:58:00.171" v="2336"/>
        <pc:sldMkLst>
          <pc:docMk/>
          <pc:sldMk cId="3689432240" sldId="286"/>
        </pc:sldMkLst>
        <pc:spChg chg="mod">
          <ac:chgData name="Zheng, Xinyue" userId="463dbdee-3a91-4da5-8c02-eb7d819f400f" providerId="ADAL" clId="{6166D0B7-0C52-520D-8E8C-744A4B1D6A1D}" dt="2026-04-23T06:58:00.171" v="2336"/>
          <ac:spMkLst>
            <pc:docMk/>
            <pc:sldMk cId="3689432240" sldId="286"/>
            <ac:spMk id="4" creationId="{D7B5A8EF-3F88-96AC-0C73-060262B71144}"/>
          </ac:spMkLst>
        </pc:spChg>
        <pc:spChg chg="mod">
          <ac:chgData name="Zheng, Xinyue" userId="463dbdee-3a91-4da5-8c02-eb7d819f400f" providerId="ADAL" clId="{6166D0B7-0C52-520D-8E8C-744A4B1D6A1D}" dt="2026-04-23T06:58:00.171" v="2336"/>
          <ac:spMkLst>
            <pc:docMk/>
            <pc:sldMk cId="3689432240" sldId="286"/>
            <ac:spMk id="5" creationId="{BB6746A4-A2A9-713F-61BB-D1DB2269FC73}"/>
          </ac:spMkLst>
        </pc:spChg>
        <pc:spChg chg="mod">
          <ac:chgData name="Zheng, Xinyue" userId="463dbdee-3a91-4da5-8c02-eb7d819f400f" providerId="ADAL" clId="{6166D0B7-0C52-520D-8E8C-744A4B1D6A1D}" dt="2026-04-23T06:58:00.171" v="2336"/>
          <ac:spMkLst>
            <pc:docMk/>
            <pc:sldMk cId="3689432240" sldId="286"/>
            <ac:spMk id="6" creationId="{34DF4B44-AD3B-70CE-E2CB-BC8DD0D2DC21}"/>
          </ac:spMkLst>
        </pc:spChg>
        <pc:spChg chg="mod">
          <ac:chgData name="Zheng, Xinyue" userId="463dbdee-3a91-4da5-8c02-eb7d819f400f" providerId="ADAL" clId="{6166D0B7-0C52-520D-8E8C-744A4B1D6A1D}" dt="2026-04-23T06:58:00.171" v="2336"/>
          <ac:spMkLst>
            <pc:docMk/>
            <pc:sldMk cId="3689432240" sldId="286"/>
            <ac:spMk id="126" creationId="{4B6FF225-D6ED-ED87-F7DB-0FE4E30A9B3A}"/>
          </ac:spMkLst>
        </pc:spChg>
        <pc:spChg chg="add del mod">
          <ac:chgData name="Zheng, Xinyue" userId="463dbdee-3a91-4da5-8c02-eb7d819f400f" providerId="ADAL" clId="{6166D0B7-0C52-520D-8E8C-744A4B1D6A1D}" dt="2026-04-23T06:58:00.171" v="2336"/>
          <ac:spMkLst>
            <pc:docMk/>
            <pc:sldMk cId="3689432240" sldId="286"/>
            <ac:spMk id="133" creationId="{54439500-0885-A5EA-EE42-A62D76BA0063}"/>
          </ac:spMkLst>
        </pc:spChg>
        <pc:spChg chg="mod">
          <ac:chgData name="Zheng, Xinyue" userId="463dbdee-3a91-4da5-8c02-eb7d819f400f" providerId="ADAL" clId="{6166D0B7-0C52-520D-8E8C-744A4B1D6A1D}" dt="2026-04-23T06:58:00.171" v="2336"/>
          <ac:spMkLst>
            <pc:docMk/>
            <pc:sldMk cId="3689432240" sldId="286"/>
            <ac:spMk id="138" creationId="{EDEC7A17-3B1D-A8DC-B3B3-0E9BAE314504}"/>
          </ac:spMkLst>
        </pc:spChg>
        <pc:spChg chg="add mod">
          <ac:chgData name="Zheng, Xinyue" userId="463dbdee-3a91-4da5-8c02-eb7d819f400f" providerId="ADAL" clId="{6166D0B7-0C52-520D-8E8C-744A4B1D6A1D}" dt="2026-04-23T06:58:00.171" v="2336"/>
          <ac:spMkLst>
            <pc:docMk/>
            <pc:sldMk cId="3689432240" sldId="286"/>
            <ac:spMk id="139" creationId="{DE73E07B-36AA-2AE4-8242-01805A1F5B7D}"/>
          </ac:spMkLst>
        </pc:spChg>
        <pc:spChg chg="mod">
          <ac:chgData name="Zheng, Xinyue" userId="463dbdee-3a91-4da5-8c02-eb7d819f400f" providerId="ADAL" clId="{6166D0B7-0C52-520D-8E8C-744A4B1D6A1D}" dt="2026-04-23T06:58:00.171" v="2336"/>
          <ac:spMkLst>
            <pc:docMk/>
            <pc:sldMk cId="3689432240" sldId="286"/>
            <ac:spMk id="140" creationId="{E2899801-77FB-E43F-CAFC-E5F824B3E925}"/>
          </ac:spMkLst>
        </pc:spChg>
        <pc:spChg chg="add mod">
          <ac:chgData name="Zheng, Xinyue" userId="463dbdee-3a91-4da5-8c02-eb7d819f400f" providerId="ADAL" clId="{6166D0B7-0C52-520D-8E8C-744A4B1D6A1D}" dt="2026-04-23T06:58:00.171" v="2336"/>
          <ac:spMkLst>
            <pc:docMk/>
            <pc:sldMk cId="3689432240" sldId="286"/>
            <ac:spMk id="141" creationId="{0E54CD90-653B-0B77-1832-3D71EA98892A}"/>
          </ac:spMkLst>
        </pc:spChg>
        <pc:spChg chg="add mod">
          <ac:chgData name="Zheng, Xinyue" userId="463dbdee-3a91-4da5-8c02-eb7d819f400f" providerId="ADAL" clId="{6166D0B7-0C52-520D-8E8C-744A4B1D6A1D}" dt="2026-04-23T06:58:00.171" v="2336"/>
          <ac:spMkLst>
            <pc:docMk/>
            <pc:sldMk cId="3689432240" sldId="286"/>
            <ac:spMk id="152" creationId="{81D9FB06-5451-E8BA-F6F2-F3F35E786079}"/>
          </ac:spMkLst>
        </pc:spChg>
      </pc:sldChg>
      <pc:sldChg chg="new del">
        <pc:chgData name="Zheng, Xinyue" userId="463dbdee-3a91-4da5-8c02-eb7d819f400f" providerId="ADAL" clId="{6166D0B7-0C52-520D-8E8C-744A4B1D6A1D}" dt="2026-04-16T06:27:51.342" v="2317" actId="680"/>
        <pc:sldMkLst>
          <pc:docMk/>
          <pc:sldMk cId="737656607" sldId="287"/>
        </pc:sldMkLst>
      </pc:sldChg>
      <pc:sldChg chg="modSp add mod">
        <pc:chgData name="Zheng, Xinyue" userId="463dbdee-3a91-4da5-8c02-eb7d819f400f" providerId="ADAL" clId="{6166D0B7-0C52-520D-8E8C-744A4B1D6A1D}" dt="2026-04-23T06:58:00.171" v="2336"/>
        <pc:sldMkLst>
          <pc:docMk/>
          <pc:sldMk cId="2145723770" sldId="287"/>
        </pc:sldMkLst>
        <pc:spChg chg="mod">
          <ac:chgData name="Zheng, Xinyue" userId="463dbdee-3a91-4da5-8c02-eb7d819f400f" providerId="ADAL" clId="{6166D0B7-0C52-520D-8E8C-744A4B1D6A1D}" dt="2026-04-23T06:58:00.171" v="2336"/>
          <ac:spMkLst>
            <pc:docMk/>
            <pc:sldMk cId="2145723770" sldId="287"/>
            <ac:spMk id="127" creationId="{FC77C218-1BA7-E226-385F-A9018F646193}"/>
          </ac:spMkLst>
        </pc:spChg>
        <pc:spChg chg="mod">
          <ac:chgData name="Zheng, Xinyue" userId="463dbdee-3a91-4da5-8c02-eb7d819f400f" providerId="ADAL" clId="{6166D0B7-0C52-520D-8E8C-744A4B1D6A1D}" dt="2026-04-23T06:58:00.171" v="2336"/>
          <ac:spMkLst>
            <pc:docMk/>
            <pc:sldMk cId="2145723770" sldId="287"/>
            <ac:spMk id="128" creationId="{332A651B-80E0-A443-451B-1CB07C0F995E}"/>
          </ac:spMkLst>
        </pc:spChg>
        <pc:spChg chg="mod">
          <ac:chgData name="Zheng, Xinyue" userId="463dbdee-3a91-4da5-8c02-eb7d819f400f" providerId="ADAL" clId="{6166D0B7-0C52-520D-8E8C-744A4B1D6A1D}" dt="2026-04-23T06:58:00.171" v="2336"/>
          <ac:spMkLst>
            <pc:docMk/>
            <pc:sldMk cId="2145723770" sldId="287"/>
            <ac:spMk id="131" creationId="{D822F818-0F4F-3945-FB26-D49DD66DBA42}"/>
          </ac:spMkLst>
        </pc:spChg>
        <pc:spChg chg="mod">
          <ac:chgData name="Zheng, Xinyue" userId="463dbdee-3a91-4da5-8c02-eb7d819f400f" providerId="ADAL" clId="{6166D0B7-0C52-520D-8E8C-744A4B1D6A1D}" dt="2026-04-23T06:58:00.171" v="2336"/>
          <ac:spMkLst>
            <pc:docMk/>
            <pc:sldMk cId="2145723770" sldId="287"/>
            <ac:spMk id="133" creationId="{14074C3D-A0D8-F077-8645-189D099DE5BD}"/>
          </ac:spMkLst>
        </pc:spChg>
        <pc:spChg chg="mod">
          <ac:chgData name="Zheng, Xinyue" userId="463dbdee-3a91-4da5-8c02-eb7d819f400f" providerId="ADAL" clId="{6166D0B7-0C52-520D-8E8C-744A4B1D6A1D}" dt="2026-04-23T06:58:00.171" v="2336"/>
          <ac:spMkLst>
            <pc:docMk/>
            <pc:sldMk cId="2145723770" sldId="287"/>
            <ac:spMk id="136" creationId="{94E00480-B4F2-F3DD-02A8-E995A317E233}"/>
          </ac:spMkLst>
        </pc:spChg>
        <pc:spChg chg="mod">
          <ac:chgData name="Zheng, Xinyue" userId="463dbdee-3a91-4da5-8c02-eb7d819f400f" providerId="ADAL" clId="{6166D0B7-0C52-520D-8E8C-744A4B1D6A1D}" dt="2026-04-23T06:58:00.171" v="2336"/>
          <ac:spMkLst>
            <pc:docMk/>
            <pc:sldMk cId="2145723770" sldId="287"/>
            <ac:spMk id="138" creationId="{6A733256-700C-4370-105F-BFB49CB6D8DE}"/>
          </ac:spMkLst>
        </pc:spChg>
        <pc:spChg chg="mod">
          <ac:chgData name="Zheng, Xinyue" userId="463dbdee-3a91-4da5-8c02-eb7d819f400f" providerId="ADAL" clId="{6166D0B7-0C52-520D-8E8C-744A4B1D6A1D}" dt="2026-04-23T06:58:00.171" v="2336"/>
          <ac:spMkLst>
            <pc:docMk/>
            <pc:sldMk cId="2145723770" sldId="287"/>
            <ac:spMk id="140" creationId="{A80B50E0-36B1-1188-7BB6-8E657E23FA33}"/>
          </ac:spMkLst>
        </pc:spChg>
        <pc:spChg chg="mod">
          <ac:chgData name="Zheng, Xinyue" userId="463dbdee-3a91-4da5-8c02-eb7d819f400f" providerId="ADAL" clId="{6166D0B7-0C52-520D-8E8C-744A4B1D6A1D}" dt="2026-04-23T06:58:00.171" v="2336"/>
          <ac:spMkLst>
            <pc:docMk/>
            <pc:sldMk cId="2145723770" sldId="287"/>
            <ac:spMk id="141" creationId="{6784E79F-F04B-93DA-A766-21D38A4CD55F}"/>
          </ac:spMkLst>
        </pc:spChg>
        <pc:spChg chg="mod">
          <ac:chgData name="Zheng, Xinyue" userId="463dbdee-3a91-4da5-8c02-eb7d819f400f" providerId="ADAL" clId="{6166D0B7-0C52-520D-8E8C-744A4B1D6A1D}" dt="2026-04-23T06:58:00.171" v="2336"/>
          <ac:spMkLst>
            <pc:docMk/>
            <pc:sldMk cId="2145723770" sldId="287"/>
            <ac:spMk id="142" creationId="{7EABBA38-C162-354F-4663-FF8EBC47018B}"/>
          </ac:spMkLst>
        </pc:spChg>
        <pc:spChg chg="mod">
          <ac:chgData name="Zheng, Xinyue" userId="463dbdee-3a91-4da5-8c02-eb7d819f400f" providerId="ADAL" clId="{6166D0B7-0C52-520D-8E8C-744A4B1D6A1D}" dt="2026-04-23T06:58:00.171" v="2336"/>
          <ac:spMkLst>
            <pc:docMk/>
            <pc:sldMk cId="2145723770" sldId="287"/>
            <ac:spMk id="152" creationId="{5E66E4A1-B8D5-8D80-3F75-D83A5002604C}"/>
          </ac:spMkLst>
        </pc:spChg>
      </pc:sldChg>
      <pc:sldChg chg="addSp modSp new del">
        <pc:chgData name="Zheng, Xinyue" userId="463dbdee-3a91-4da5-8c02-eb7d819f400f" providerId="ADAL" clId="{6166D0B7-0C52-520D-8E8C-744A4B1D6A1D}" dt="2026-04-23T06:58:17.472" v="2337" actId="2696"/>
        <pc:sldMkLst>
          <pc:docMk/>
          <pc:sldMk cId="822413433" sldId="288"/>
        </pc:sldMkLst>
      </pc:sldChg>
      <pc:sldChg chg="modSp add mod">
        <pc:chgData name="Zheng, Xinyue" userId="463dbdee-3a91-4da5-8c02-eb7d819f400f" providerId="ADAL" clId="{6166D0B7-0C52-520D-8E8C-744A4B1D6A1D}" dt="2026-04-23T07:14:51.323" v="2401" actId="20577"/>
        <pc:sldMkLst>
          <pc:docMk/>
          <pc:sldMk cId="1785315330" sldId="288"/>
        </pc:sldMkLst>
        <pc:spChg chg="mod">
          <ac:chgData name="Zheng, Xinyue" userId="463dbdee-3a91-4da5-8c02-eb7d819f400f" providerId="ADAL" clId="{6166D0B7-0C52-520D-8E8C-744A4B1D6A1D}" dt="2026-04-23T07:14:43.316" v="2375" actId="1076"/>
          <ac:spMkLst>
            <pc:docMk/>
            <pc:sldMk cId="1785315330" sldId="288"/>
            <ac:spMk id="85" creationId="{8FF55362-CD55-9EE2-1D16-6E8BF8F5FB26}"/>
          </ac:spMkLst>
        </pc:spChg>
        <pc:spChg chg="mod">
          <ac:chgData name="Zheng, Xinyue" userId="463dbdee-3a91-4da5-8c02-eb7d819f400f" providerId="ADAL" clId="{6166D0B7-0C52-520D-8E8C-744A4B1D6A1D}" dt="2026-04-23T07:14:51.323" v="2401" actId="20577"/>
          <ac:spMkLst>
            <pc:docMk/>
            <pc:sldMk cId="1785315330" sldId="288"/>
            <ac:spMk id="86" creationId="{A9B772AC-61CC-5549-1538-83D2D77A919A}"/>
          </ac:spMkLst>
        </pc:spChg>
      </pc:sldChg>
      <pc:sldChg chg="addSp delSp modSp add mod modNotesTx">
        <pc:chgData name="Zheng, Xinyue" userId="463dbdee-3a91-4da5-8c02-eb7d819f400f" providerId="ADAL" clId="{6166D0B7-0C52-520D-8E8C-744A4B1D6A1D}" dt="2026-05-07T22:23:43.468" v="4351" actId="20577"/>
        <pc:sldMkLst>
          <pc:docMk/>
          <pc:sldMk cId="1984909328" sldId="289"/>
        </pc:sldMkLst>
        <pc:spChg chg="add mod">
          <ac:chgData name="Zheng, Xinyue" userId="463dbdee-3a91-4da5-8c02-eb7d819f400f" providerId="ADAL" clId="{6166D0B7-0C52-520D-8E8C-744A4B1D6A1D}" dt="2026-04-23T07:33:02.521" v="2473" actId="1076"/>
          <ac:spMkLst>
            <pc:docMk/>
            <pc:sldMk cId="1984909328" sldId="289"/>
            <ac:spMk id="2" creationId="{EF7B9390-DFC0-CF9B-69A4-C98CA721FD0F}"/>
          </ac:spMkLst>
        </pc:spChg>
        <pc:spChg chg="mod">
          <ac:chgData name="Zheng, Xinyue" userId="463dbdee-3a91-4da5-8c02-eb7d819f400f" providerId="ADAL" clId="{6166D0B7-0C52-520D-8E8C-744A4B1D6A1D}" dt="2026-04-23T07:32:33.794" v="2468" actId="1076"/>
          <ac:spMkLst>
            <pc:docMk/>
            <pc:sldMk cId="1984909328" sldId="289"/>
            <ac:spMk id="3" creationId="{3F7CD8DC-B185-6C7A-3A72-AF3DA843519F}"/>
          </ac:spMkLst>
        </pc:spChg>
        <pc:spChg chg="add mod">
          <ac:chgData name="Zheng, Xinyue" userId="463dbdee-3a91-4da5-8c02-eb7d819f400f" providerId="ADAL" clId="{6166D0B7-0C52-520D-8E8C-744A4B1D6A1D}" dt="2026-04-23T07:34:14.962" v="2481" actId="1076"/>
          <ac:spMkLst>
            <pc:docMk/>
            <pc:sldMk cId="1984909328" sldId="289"/>
            <ac:spMk id="6" creationId="{371CA6F8-4C27-F386-6116-AA8BB0BEAD6D}"/>
          </ac:spMkLst>
        </pc:spChg>
        <pc:spChg chg="mod">
          <ac:chgData name="Zheng, Xinyue" userId="463dbdee-3a91-4da5-8c02-eb7d819f400f" providerId="ADAL" clId="{6166D0B7-0C52-520D-8E8C-744A4B1D6A1D}" dt="2026-04-23T19:38:55.853" v="3745" actId="1076"/>
          <ac:spMkLst>
            <pc:docMk/>
            <pc:sldMk cId="1984909328" sldId="289"/>
            <ac:spMk id="7" creationId="{C0B88F32-AF06-5973-7F4B-F66E8706C57C}"/>
          </ac:spMkLst>
        </pc:spChg>
        <pc:spChg chg="mod">
          <ac:chgData name="Zheng, Xinyue" userId="463dbdee-3a91-4da5-8c02-eb7d819f400f" providerId="ADAL" clId="{6166D0B7-0C52-520D-8E8C-744A4B1D6A1D}" dt="2026-04-23T07:32:41.380" v="2469" actId="1076"/>
          <ac:spMkLst>
            <pc:docMk/>
            <pc:sldMk cId="1984909328" sldId="289"/>
            <ac:spMk id="8" creationId="{6DA6070A-0877-3B38-C905-B7376C4C0F62}"/>
          </ac:spMkLst>
        </pc:spChg>
        <pc:spChg chg="mod">
          <ac:chgData name="Zheng, Xinyue" userId="463dbdee-3a91-4da5-8c02-eb7d819f400f" providerId="ADAL" clId="{6166D0B7-0C52-520D-8E8C-744A4B1D6A1D}" dt="2026-04-23T07:32:41.380" v="2469" actId="1076"/>
          <ac:spMkLst>
            <pc:docMk/>
            <pc:sldMk cId="1984909328" sldId="289"/>
            <ac:spMk id="10" creationId="{153AC083-DEE3-EF8B-4E9E-B2BCBAA6BFCF}"/>
          </ac:spMkLst>
        </pc:spChg>
        <pc:spChg chg="mod">
          <ac:chgData name="Zheng, Xinyue" userId="463dbdee-3a91-4da5-8c02-eb7d819f400f" providerId="ADAL" clId="{6166D0B7-0C52-520D-8E8C-744A4B1D6A1D}" dt="2026-04-23T07:32:41.380" v="2469" actId="1076"/>
          <ac:spMkLst>
            <pc:docMk/>
            <pc:sldMk cId="1984909328" sldId="289"/>
            <ac:spMk id="11" creationId="{71B82924-3FF5-1286-5B26-7085F7279414}"/>
          </ac:spMkLst>
        </pc:spChg>
        <pc:spChg chg="add mod">
          <ac:chgData name="Zheng, Xinyue" userId="463dbdee-3a91-4da5-8c02-eb7d819f400f" providerId="ADAL" clId="{6166D0B7-0C52-520D-8E8C-744A4B1D6A1D}" dt="2026-04-23T19:37:45.701" v="3744" actId="20577"/>
          <ac:spMkLst>
            <pc:docMk/>
            <pc:sldMk cId="1984909328" sldId="289"/>
            <ac:spMk id="15" creationId="{DC679182-0178-CFE2-4C6E-C5485DD1F8E2}"/>
          </ac:spMkLst>
        </pc:spChg>
        <pc:spChg chg="mod">
          <ac:chgData name="Zheng, Xinyue" userId="463dbdee-3a91-4da5-8c02-eb7d819f400f" providerId="ADAL" clId="{6166D0B7-0C52-520D-8E8C-744A4B1D6A1D}" dt="2026-04-23T07:32:41.380" v="2469" actId="1076"/>
          <ac:spMkLst>
            <pc:docMk/>
            <pc:sldMk cId="1984909328" sldId="289"/>
            <ac:spMk id="19" creationId="{78A68DA2-4576-63C6-E1EB-90FAEE6D1B95}"/>
          </ac:spMkLst>
        </pc:spChg>
        <pc:spChg chg="mod">
          <ac:chgData name="Zheng, Xinyue" userId="463dbdee-3a91-4da5-8c02-eb7d819f400f" providerId="ADAL" clId="{6166D0B7-0C52-520D-8E8C-744A4B1D6A1D}" dt="2026-04-23T07:32:41.380" v="2469" actId="1076"/>
          <ac:spMkLst>
            <pc:docMk/>
            <pc:sldMk cId="1984909328" sldId="289"/>
            <ac:spMk id="34" creationId="{134DC980-1686-B702-1ABE-2FF7B0C0C6D9}"/>
          </ac:spMkLst>
        </pc:spChg>
        <pc:spChg chg="mod">
          <ac:chgData name="Zheng, Xinyue" userId="463dbdee-3a91-4da5-8c02-eb7d819f400f" providerId="ADAL" clId="{6166D0B7-0C52-520D-8E8C-744A4B1D6A1D}" dt="2026-04-23T07:35:59.612" v="2496" actId="1076"/>
          <ac:spMkLst>
            <pc:docMk/>
            <pc:sldMk cId="1984909328" sldId="289"/>
            <ac:spMk id="35" creationId="{0F66ED8E-B118-A550-76BB-3B1B4077CBF4}"/>
          </ac:spMkLst>
        </pc:spChg>
        <pc:spChg chg="mod">
          <ac:chgData name="Zheng, Xinyue" userId="463dbdee-3a91-4da5-8c02-eb7d819f400f" providerId="ADAL" clId="{6166D0B7-0C52-520D-8E8C-744A4B1D6A1D}" dt="2026-04-23T07:46:38.943" v="2533" actId="14100"/>
          <ac:spMkLst>
            <pc:docMk/>
            <pc:sldMk cId="1984909328" sldId="289"/>
            <ac:spMk id="37" creationId="{9B4C592D-06BE-20EB-9ECF-F027E8223ABE}"/>
          </ac:spMkLst>
        </pc:spChg>
        <pc:spChg chg="mod">
          <ac:chgData name="Zheng, Xinyue" userId="463dbdee-3a91-4da5-8c02-eb7d819f400f" providerId="ADAL" clId="{6166D0B7-0C52-520D-8E8C-744A4B1D6A1D}" dt="2026-04-23T07:32:41.380" v="2469" actId="1076"/>
          <ac:spMkLst>
            <pc:docMk/>
            <pc:sldMk cId="1984909328" sldId="289"/>
            <ac:spMk id="38" creationId="{3DD5B932-3CA9-F703-4CEB-FFA12A18A708}"/>
          </ac:spMkLst>
        </pc:spChg>
        <pc:spChg chg="mod">
          <ac:chgData name="Zheng, Xinyue" userId="463dbdee-3a91-4da5-8c02-eb7d819f400f" providerId="ADAL" clId="{6166D0B7-0C52-520D-8E8C-744A4B1D6A1D}" dt="2026-04-23T07:32:56.371" v="2470" actId="1076"/>
          <ac:spMkLst>
            <pc:docMk/>
            <pc:sldMk cId="1984909328" sldId="289"/>
            <ac:spMk id="47" creationId="{2C8E8213-EB25-4DCB-A7C3-375653549DF2}"/>
          </ac:spMkLst>
        </pc:spChg>
        <pc:spChg chg="add mod">
          <ac:chgData name="Zheng, Xinyue" userId="463dbdee-3a91-4da5-8c02-eb7d819f400f" providerId="ADAL" clId="{6166D0B7-0C52-520D-8E8C-744A4B1D6A1D}" dt="2026-04-23T16:28:27.865" v="3341" actId="14100"/>
          <ac:spMkLst>
            <pc:docMk/>
            <pc:sldMk cId="1984909328" sldId="289"/>
            <ac:spMk id="51" creationId="{594A63FB-BE83-D31E-EE24-F824A49B5401}"/>
          </ac:spMkLst>
        </pc:spChg>
        <pc:spChg chg="mod">
          <ac:chgData name="Zheng, Xinyue" userId="463dbdee-3a91-4da5-8c02-eb7d819f400f" providerId="ADAL" clId="{6166D0B7-0C52-520D-8E8C-744A4B1D6A1D}" dt="2026-04-23T07:32:41.380" v="2469" actId="1076"/>
          <ac:spMkLst>
            <pc:docMk/>
            <pc:sldMk cId="1984909328" sldId="289"/>
            <ac:spMk id="56" creationId="{513EE773-2F93-AC7C-619F-6A466FCE6250}"/>
          </ac:spMkLst>
        </pc:spChg>
        <pc:spChg chg="mod">
          <ac:chgData name="Zheng, Xinyue" userId="463dbdee-3a91-4da5-8c02-eb7d819f400f" providerId="ADAL" clId="{6166D0B7-0C52-520D-8E8C-744A4B1D6A1D}" dt="2026-04-23T07:32:41.380" v="2469" actId="1076"/>
          <ac:spMkLst>
            <pc:docMk/>
            <pc:sldMk cId="1984909328" sldId="289"/>
            <ac:spMk id="68" creationId="{A58A0CD5-E636-F21D-3986-F20A832DCE3F}"/>
          </ac:spMkLst>
        </pc:spChg>
        <pc:spChg chg="mod">
          <ac:chgData name="Zheng, Xinyue" userId="463dbdee-3a91-4da5-8c02-eb7d819f400f" providerId="ADAL" clId="{6166D0B7-0C52-520D-8E8C-744A4B1D6A1D}" dt="2026-05-06T09:51:29.593" v="4074" actId="20577"/>
          <ac:spMkLst>
            <pc:docMk/>
            <pc:sldMk cId="1984909328" sldId="289"/>
            <ac:spMk id="86" creationId="{8E53C2DE-BA6A-2AAB-6552-0E791FF1FECB}"/>
          </ac:spMkLst>
        </pc:spChg>
        <pc:spChg chg="mod">
          <ac:chgData name="Zheng, Xinyue" userId="463dbdee-3a91-4da5-8c02-eb7d819f400f" providerId="ADAL" clId="{6166D0B7-0C52-520D-8E8C-744A4B1D6A1D}" dt="2026-04-23T18:28:24.522" v="3538" actId="14100"/>
          <ac:spMkLst>
            <pc:docMk/>
            <pc:sldMk cId="1984909328" sldId="289"/>
            <ac:spMk id="91" creationId="{7C28C61D-492B-AA99-B83B-2BBBA49A1D69}"/>
          </ac:spMkLst>
        </pc:spChg>
        <pc:spChg chg="mod">
          <ac:chgData name="Zheng, Xinyue" userId="463dbdee-3a91-4da5-8c02-eb7d819f400f" providerId="ADAL" clId="{6166D0B7-0C52-520D-8E8C-744A4B1D6A1D}" dt="2026-04-23T07:32:41.380" v="2469" actId="1076"/>
          <ac:spMkLst>
            <pc:docMk/>
            <pc:sldMk cId="1984909328" sldId="289"/>
            <ac:spMk id="99" creationId="{CC2241C0-6031-DFD4-1995-991C827BCFF3}"/>
          </ac:spMkLst>
        </pc:spChg>
        <pc:spChg chg="mod">
          <ac:chgData name="Zheng, Xinyue" userId="463dbdee-3a91-4da5-8c02-eb7d819f400f" providerId="ADAL" clId="{6166D0B7-0C52-520D-8E8C-744A4B1D6A1D}" dt="2026-04-23T07:34:52.112" v="2487" actId="1076"/>
          <ac:spMkLst>
            <pc:docMk/>
            <pc:sldMk cId="1984909328" sldId="289"/>
            <ac:spMk id="112" creationId="{27205BD6-CD15-0B1E-E633-5B86E7D7B95C}"/>
          </ac:spMkLst>
        </pc:spChg>
        <pc:cxnChg chg="add">
          <ac:chgData name="Zheng, Xinyue" userId="463dbdee-3a91-4da5-8c02-eb7d819f400f" providerId="ADAL" clId="{6166D0B7-0C52-520D-8E8C-744A4B1D6A1D}" dt="2026-05-06T14:13:13.946" v="4076" actId="11529"/>
          <ac:cxnSpMkLst>
            <pc:docMk/>
            <pc:sldMk cId="1984909328" sldId="289"/>
            <ac:cxnSpMk id="12" creationId="{F45E9579-F054-93AC-956E-F38D496FAFEE}"/>
          </ac:cxnSpMkLst>
        </pc:cxnChg>
        <pc:cxnChg chg="add mod">
          <ac:chgData name="Zheng, Xinyue" userId="463dbdee-3a91-4da5-8c02-eb7d819f400f" providerId="ADAL" clId="{6166D0B7-0C52-520D-8E8C-744A4B1D6A1D}" dt="2026-04-23T18:46:29.056" v="3541" actId="1036"/>
          <ac:cxnSpMkLst>
            <pc:docMk/>
            <pc:sldMk cId="1984909328" sldId="289"/>
            <ac:cxnSpMk id="31" creationId="{10086F03-7AAE-A385-8644-14A74CC3B37C}"/>
          </ac:cxnSpMkLst>
        </pc:cxnChg>
        <pc:cxnChg chg="add mod">
          <ac:chgData name="Zheng, Xinyue" userId="463dbdee-3a91-4da5-8c02-eb7d819f400f" providerId="ADAL" clId="{6166D0B7-0C52-520D-8E8C-744A4B1D6A1D}" dt="2026-04-23T07:47:31.743" v="2543" actId="13822"/>
          <ac:cxnSpMkLst>
            <pc:docMk/>
            <pc:sldMk cId="1984909328" sldId="289"/>
            <ac:cxnSpMk id="36" creationId="{89C9BFB7-1068-BE10-4728-0581011895CE}"/>
          </ac:cxnSpMkLst>
        </pc:cxnChg>
        <pc:cxnChg chg="mod">
          <ac:chgData name="Zheng, Xinyue" userId="463dbdee-3a91-4da5-8c02-eb7d819f400f" providerId="ADAL" clId="{6166D0B7-0C52-520D-8E8C-744A4B1D6A1D}" dt="2026-04-23T07:47:50.088" v="2545" actId="14100"/>
          <ac:cxnSpMkLst>
            <pc:docMk/>
            <pc:sldMk cId="1984909328" sldId="289"/>
            <ac:cxnSpMk id="42" creationId="{7455E099-C02E-2495-EF8E-6DE4762C0156}"/>
          </ac:cxnSpMkLst>
        </pc:cxnChg>
        <pc:cxnChg chg="mod">
          <ac:chgData name="Zheng, Xinyue" userId="463dbdee-3a91-4da5-8c02-eb7d819f400f" providerId="ADAL" clId="{6166D0B7-0C52-520D-8E8C-744A4B1D6A1D}" dt="2026-04-23T07:36:04.458" v="2497" actId="14100"/>
          <ac:cxnSpMkLst>
            <pc:docMk/>
            <pc:sldMk cId="1984909328" sldId="289"/>
            <ac:cxnSpMk id="45" creationId="{79FD83A2-388B-0B27-AAA9-9004C726D205}"/>
          </ac:cxnSpMkLst>
        </pc:cxnChg>
        <pc:cxnChg chg="add mod">
          <ac:chgData name="Zheng, Xinyue" userId="463dbdee-3a91-4da5-8c02-eb7d819f400f" providerId="ADAL" clId="{6166D0B7-0C52-520D-8E8C-744A4B1D6A1D}" dt="2026-04-23T08:21:54.578" v="2886" actId="13822"/>
          <ac:cxnSpMkLst>
            <pc:docMk/>
            <pc:sldMk cId="1984909328" sldId="289"/>
            <ac:cxnSpMk id="54" creationId="{94EEE2DF-7122-7BB8-6C59-FFBDCD282AD5}"/>
          </ac:cxnSpMkLst>
        </pc:cxnChg>
      </pc:sldChg>
      <pc:sldChg chg="addSp delSp modSp add mod modNotesTx">
        <pc:chgData name="Zheng, Xinyue" userId="463dbdee-3a91-4da5-8c02-eb7d819f400f" providerId="ADAL" clId="{6166D0B7-0C52-520D-8E8C-744A4B1D6A1D}" dt="2026-04-23T19:50:18.233" v="3770" actId="20577"/>
        <pc:sldMkLst>
          <pc:docMk/>
          <pc:sldMk cId="3070631529" sldId="290"/>
        </pc:sldMkLst>
        <pc:spChg chg="add mod">
          <ac:chgData name="Zheng, Xinyue" userId="463dbdee-3a91-4da5-8c02-eb7d819f400f" providerId="ADAL" clId="{6166D0B7-0C52-520D-8E8C-744A4B1D6A1D}" dt="2026-04-23T08:25:29.193" v="2973" actId="1076"/>
          <ac:spMkLst>
            <pc:docMk/>
            <pc:sldMk cId="3070631529" sldId="290"/>
            <ac:spMk id="5" creationId="{0DAF4E13-0CC5-B32C-AE60-CD91C6D51A86}"/>
          </ac:spMkLst>
        </pc:spChg>
        <pc:spChg chg="mod">
          <ac:chgData name="Zheng, Xinyue" userId="463dbdee-3a91-4da5-8c02-eb7d819f400f" providerId="ADAL" clId="{6166D0B7-0C52-520D-8E8C-744A4B1D6A1D}" dt="2026-04-23T08:19:57.086" v="2879" actId="20577"/>
          <ac:spMkLst>
            <pc:docMk/>
            <pc:sldMk cId="3070631529" sldId="290"/>
            <ac:spMk id="15" creationId="{7471CBD4-0A28-2882-4C8A-5A1468FC890C}"/>
          </ac:spMkLst>
        </pc:spChg>
        <pc:spChg chg="add mod">
          <ac:chgData name="Zheng, Xinyue" userId="463dbdee-3a91-4da5-8c02-eb7d819f400f" providerId="ADAL" clId="{6166D0B7-0C52-520D-8E8C-744A4B1D6A1D}" dt="2026-04-23T16:27:22.636" v="3340" actId="1076"/>
          <ac:spMkLst>
            <pc:docMk/>
            <pc:sldMk cId="3070631529" sldId="290"/>
            <ac:spMk id="23" creationId="{844CF076-F88D-9B94-685E-D8D97C1225A5}"/>
          </ac:spMkLst>
        </pc:spChg>
        <pc:spChg chg="add mod">
          <ac:chgData name="Zheng, Xinyue" userId="463dbdee-3a91-4da5-8c02-eb7d819f400f" providerId="ADAL" clId="{6166D0B7-0C52-520D-8E8C-744A4B1D6A1D}" dt="2026-04-23T08:36:07.320" v="3330" actId="1076"/>
          <ac:spMkLst>
            <pc:docMk/>
            <pc:sldMk cId="3070631529" sldId="290"/>
            <ac:spMk id="25" creationId="{CCE75812-2D6A-4EFA-468E-2049F66C2CB5}"/>
          </ac:spMkLst>
        </pc:spChg>
        <pc:spChg chg="add mod">
          <ac:chgData name="Zheng, Xinyue" userId="463dbdee-3a91-4da5-8c02-eb7d819f400f" providerId="ADAL" clId="{6166D0B7-0C52-520D-8E8C-744A4B1D6A1D}" dt="2026-04-23T08:33:18.559" v="3172" actId="14100"/>
          <ac:spMkLst>
            <pc:docMk/>
            <pc:sldMk cId="3070631529" sldId="290"/>
            <ac:spMk id="27" creationId="{75ADAA99-A669-A668-92E6-243139678063}"/>
          </ac:spMkLst>
        </pc:spChg>
        <pc:spChg chg="add mod">
          <ac:chgData name="Zheng, Xinyue" userId="463dbdee-3a91-4da5-8c02-eb7d819f400f" providerId="ADAL" clId="{6166D0B7-0C52-520D-8E8C-744A4B1D6A1D}" dt="2026-04-23T08:33:34.379" v="3177" actId="1076"/>
          <ac:spMkLst>
            <pc:docMk/>
            <pc:sldMk cId="3070631529" sldId="290"/>
            <ac:spMk id="28" creationId="{5BBFEB7A-5422-2812-BE3A-FDD6F4CCCC27}"/>
          </ac:spMkLst>
        </pc:spChg>
        <pc:spChg chg="add mod">
          <ac:chgData name="Zheng, Xinyue" userId="463dbdee-3a91-4da5-8c02-eb7d819f400f" providerId="ADAL" clId="{6166D0B7-0C52-520D-8E8C-744A4B1D6A1D}" dt="2026-04-23T17:53:58.540" v="3443" actId="20577"/>
          <ac:spMkLst>
            <pc:docMk/>
            <pc:sldMk cId="3070631529" sldId="290"/>
            <ac:spMk id="30" creationId="{AA2119A2-BCD6-F9E1-D074-4EFD5ED7079B}"/>
          </ac:spMkLst>
        </pc:spChg>
        <pc:spChg chg="add mod">
          <ac:chgData name="Zheng, Xinyue" userId="463dbdee-3a91-4da5-8c02-eb7d819f400f" providerId="ADAL" clId="{6166D0B7-0C52-520D-8E8C-744A4B1D6A1D}" dt="2026-04-23T08:35:36.544" v="3322" actId="1076"/>
          <ac:spMkLst>
            <pc:docMk/>
            <pc:sldMk cId="3070631529" sldId="290"/>
            <ac:spMk id="32" creationId="{1B4592B2-D6CD-5DA8-9991-F8EC20930E9D}"/>
          </ac:spMkLst>
        </pc:spChg>
        <pc:spChg chg="mod">
          <ac:chgData name="Zheng, Xinyue" userId="463dbdee-3a91-4da5-8c02-eb7d819f400f" providerId="ADAL" clId="{6166D0B7-0C52-520D-8E8C-744A4B1D6A1D}" dt="2026-04-23T19:05:41.385" v="3637" actId="1076"/>
          <ac:spMkLst>
            <pc:docMk/>
            <pc:sldMk cId="3070631529" sldId="290"/>
            <ac:spMk id="33" creationId="{20D1480C-A8CE-B664-ED88-AEE321BC1276}"/>
          </ac:spMkLst>
        </pc:spChg>
        <pc:spChg chg="mod">
          <ac:chgData name="Zheng, Xinyue" userId="463dbdee-3a91-4da5-8c02-eb7d819f400f" providerId="ADAL" clId="{6166D0B7-0C52-520D-8E8C-744A4B1D6A1D}" dt="2026-04-23T19:01:14.884" v="3636" actId="1076"/>
          <ac:spMkLst>
            <pc:docMk/>
            <pc:sldMk cId="3070631529" sldId="290"/>
            <ac:spMk id="35" creationId="{7405EA85-C18A-C09E-97E6-DE5692279791}"/>
          </ac:spMkLst>
        </pc:spChg>
        <pc:spChg chg="add mod">
          <ac:chgData name="Zheng, Xinyue" userId="463dbdee-3a91-4da5-8c02-eb7d819f400f" providerId="ADAL" clId="{6166D0B7-0C52-520D-8E8C-744A4B1D6A1D}" dt="2026-04-23T08:35:51.290" v="3327" actId="1076"/>
          <ac:spMkLst>
            <pc:docMk/>
            <pc:sldMk cId="3070631529" sldId="290"/>
            <ac:spMk id="41" creationId="{51AD8075-AD2C-336E-30C9-8B4051D7854B}"/>
          </ac:spMkLst>
        </pc:spChg>
        <pc:spChg chg="add mod">
          <ac:chgData name="Zheng, Xinyue" userId="463dbdee-3a91-4da5-8c02-eb7d819f400f" providerId="ADAL" clId="{6166D0B7-0C52-520D-8E8C-744A4B1D6A1D}" dt="2026-04-23T08:36:27.473" v="3334" actId="1076"/>
          <ac:spMkLst>
            <pc:docMk/>
            <pc:sldMk cId="3070631529" sldId="290"/>
            <ac:spMk id="59" creationId="{F9A21DD9-BC4C-8B21-8E82-29FBDEF09DD7}"/>
          </ac:spMkLst>
        </pc:spChg>
        <pc:spChg chg="mod">
          <ac:chgData name="Zheng, Xinyue" userId="463dbdee-3a91-4da5-8c02-eb7d819f400f" providerId="ADAL" clId="{6166D0B7-0C52-520D-8E8C-744A4B1D6A1D}" dt="2026-04-23T08:25:16.277" v="2969" actId="14100"/>
          <ac:spMkLst>
            <pc:docMk/>
            <pc:sldMk cId="3070631529" sldId="290"/>
            <ac:spMk id="78" creationId="{21344C8D-44FC-F662-F5A3-BFB9CF2AF054}"/>
          </ac:spMkLst>
        </pc:spChg>
        <pc:spChg chg="mod">
          <ac:chgData name="Zheng, Xinyue" userId="463dbdee-3a91-4da5-8c02-eb7d819f400f" providerId="ADAL" clId="{6166D0B7-0C52-520D-8E8C-744A4B1D6A1D}" dt="2026-04-23T08:19:52.858" v="2873" actId="20577"/>
          <ac:spMkLst>
            <pc:docMk/>
            <pc:sldMk cId="3070631529" sldId="290"/>
            <ac:spMk id="86" creationId="{C5427416-5717-34E7-D4AE-E84C034CFDAB}"/>
          </ac:spMkLst>
        </pc:spChg>
        <pc:spChg chg="mod">
          <ac:chgData name="Zheng, Xinyue" userId="463dbdee-3a91-4da5-8c02-eb7d819f400f" providerId="ADAL" clId="{6166D0B7-0C52-520D-8E8C-744A4B1D6A1D}" dt="2026-04-23T19:36:02.961" v="3734" actId="1076"/>
          <ac:spMkLst>
            <pc:docMk/>
            <pc:sldMk cId="3070631529" sldId="290"/>
            <ac:spMk id="91" creationId="{8DA9530C-43ED-FEC4-3DF5-F3A1BD696896}"/>
          </ac:spMkLst>
        </pc:spChg>
        <pc:cxnChg chg="add mod">
          <ac:chgData name="Zheng, Xinyue" userId="463dbdee-3a91-4da5-8c02-eb7d819f400f" providerId="ADAL" clId="{6166D0B7-0C52-520D-8E8C-744A4B1D6A1D}" dt="2026-04-23T08:25:29.193" v="2973" actId="1076"/>
          <ac:cxnSpMkLst>
            <pc:docMk/>
            <pc:sldMk cId="3070631529" sldId="290"/>
            <ac:cxnSpMk id="17" creationId="{3DEEF684-4294-E236-5266-2E7D8F08EDFF}"/>
          </ac:cxnSpMkLst>
        </pc:cxnChg>
        <pc:cxnChg chg="add mod">
          <ac:chgData name="Zheng, Xinyue" userId="463dbdee-3a91-4da5-8c02-eb7d819f400f" providerId="ADAL" clId="{6166D0B7-0C52-520D-8E8C-744A4B1D6A1D}" dt="2026-04-23T08:35:40.003" v="3323" actId="13822"/>
          <ac:cxnSpMkLst>
            <pc:docMk/>
            <pc:sldMk cId="3070631529" sldId="290"/>
            <ac:cxnSpMk id="44" creationId="{BEB27109-D1B5-253F-4CDE-0D3D99CB5326}"/>
          </ac:cxnSpMkLst>
        </pc:cxnChg>
        <pc:cxnChg chg="add mod">
          <ac:chgData name="Zheng, Xinyue" userId="463dbdee-3a91-4da5-8c02-eb7d819f400f" providerId="ADAL" clId="{6166D0B7-0C52-520D-8E8C-744A4B1D6A1D}" dt="2026-04-23T08:35:51.290" v="3327" actId="1076"/>
          <ac:cxnSpMkLst>
            <pc:docMk/>
            <pc:sldMk cId="3070631529" sldId="290"/>
            <ac:cxnSpMk id="52" creationId="{6A0872B0-83C6-F741-16BA-B26A60EF148A}"/>
          </ac:cxnSpMkLst>
        </pc:cxnChg>
        <pc:cxnChg chg="add mod">
          <ac:chgData name="Zheng, Xinyue" userId="463dbdee-3a91-4da5-8c02-eb7d819f400f" providerId="ADAL" clId="{6166D0B7-0C52-520D-8E8C-744A4B1D6A1D}" dt="2026-04-23T16:27:22.636" v="3340" actId="1076"/>
          <ac:cxnSpMkLst>
            <pc:docMk/>
            <pc:sldMk cId="3070631529" sldId="290"/>
            <ac:cxnSpMk id="57" creationId="{AACD4A7A-32FF-52F4-B838-C9EA4D80D979}"/>
          </ac:cxnSpMkLst>
        </pc:cxnChg>
        <pc:cxnChg chg="add mod">
          <ac:chgData name="Zheng, Xinyue" userId="463dbdee-3a91-4da5-8c02-eb7d819f400f" providerId="ADAL" clId="{6166D0B7-0C52-520D-8E8C-744A4B1D6A1D}" dt="2026-04-23T08:36:35.829" v="3336" actId="13822"/>
          <ac:cxnSpMkLst>
            <pc:docMk/>
            <pc:sldMk cId="3070631529" sldId="290"/>
            <ac:cxnSpMk id="62" creationId="{768A20DA-5A87-1A81-47D4-672810B1C377}"/>
          </ac:cxnSpMkLst>
        </pc:cxnChg>
        <pc:cxnChg chg="add mod">
          <ac:chgData name="Zheng, Xinyue" userId="463dbdee-3a91-4da5-8c02-eb7d819f400f" providerId="ADAL" clId="{6166D0B7-0C52-520D-8E8C-744A4B1D6A1D}" dt="2026-04-23T19:01:14.884" v="3636" actId="1076"/>
          <ac:cxnSpMkLst>
            <pc:docMk/>
            <pc:sldMk cId="3070631529" sldId="290"/>
            <ac:cxnSpMk id="64" creationId="{CE157E79-2A92-3C9C-5771-91017861EA5A}"/>
          </ac:cxnSpMkLst>
        </pc:cxnChg>
        <pc:cxnChg chg="mod">
          <ac:chgData name="Zheng, Xinyue" userId="463dbdee-3a91-4da5-8c02-eb7d819f400f" providerId="ADAL" clId="{6166D0B7-0C52-520D-8E8C-744A4B1D6A1D}" dt="2026-04-23T19:05:41.385" v="3637" actId="1076"/>
          <ac:cxnSpMkLst>
            <pc:docMk/>
            <pc:sldMk cId="3070631529" sldId="290"/>
            <ac:cxnSpMk id="74" creationId="{FDCC97DD-6AEC-C618-1B55-C4BDE1F6733A}"/>
          </ac:cxnSpMkLst>
        </pc:cxnChg>
      </pc:sldChg>
      <pc:sldChg chg="addSp delSp modSp add mod">
        <pc:chgData name="Zheng, Xinyue" userId="463dbdee-3a91-4da5-8c02-eb7d819f400f" providerId="ADAL" clId="{6166D0B7-0C52-520D-8E8C-744A4B1D6A1D}" dt="2026-05-07T19:40:28.635" v="4275" actId="20577"/>
        <pc:sldMkLst>
          <pc:docMk/>
          <pc:sldMk cId="14131581" sldId="291"/>
        </pc:sldMkLst>
        <pc:spChg chg="add mod">
          <ac:chgData name="Zheng, Xinyue" userId="463dbdee-3a91-4da5-8c02-eb7d819f400f" providerId="ADAL" clId="{6166D0B7-0C52-520D-8E8C-744A4B1D6A1D}" dt="2026-05-07T19:40:28.635" v="4275" actId="20577"/>
          <ac:spMkLst>
            <pc:docMk/>
            <pc:sldMk cId="14131581" sldId="291"/>
            <ac:spMk id="2" creationId="{598617AD-A474-93DA-F70F-780AB5AF83D2}"/>
          </ac:spMkLst>
        </pc:spChg>
        <pc:spChg chg="mod">
          <ac:chgData name="Zheng, Xinyue" userId="463dbdee-3a91-4da5-8c02-eb7d819f400f" providerId="ADAL" clId="{6166D0B7-0C52-520D-8E8C-744A4B1D6A1D}" dt="2026-04-23T19:51:01.808" v="3824" actId="20577"/>
          <ac:spMkLst>
            <pc:docMk/>
            <pc:sldMk cId="14131581" sldId="291"/>
            <ac:spMk id="86" creationId="{67F15114-5E19-99BF-5FE8-1253174CE6BE}"/>
          </ac:spMkLst>
        </pc:spChg>
      </pc:sldChg>
      <pc:sldChg chg="new del">
        <pc:chgData name="Zheng, Xinyue" userId="463dbdee-3a91-4da5-8c02-eb7d819f400f" providerId="ADAL" clId="{6166D0B7-0C52-520D-8E8C-744A4B1D6A1D}" dt="2026-04-23T19:50:38.847" v="3772" actId="2696"/>
        <pc:sldMkLst>
          <pc:docMk/>
          <pc:sldMk cId="613475725" sldId="291"/>
        </pc:sldMkLst>
      </pc:sldChg>
      <pc:sldChg chg="new del">
        <pc:chgData name="Zheng, Xinyue" userId="463dbdee-3a91-4da5-8c02-eb7d819f400f" providerId="ADAL" clId="{6166D0B7-0C52-520D-8E8C-744A4B1D6A1D}" dt="2026-04-23T19:43:47.568" v="3747" actId="2696"/>
        <pc:sldMkLst>
          <pc:docMk/>
          <pc:sldMk cId="3899493883" sldId="291"/>
        </pc:sldMkLst>
      </pc:sldChg>
      <pc:sldChg chg="add del setBg">
        <pc:chgData name="Zheng, Xinyue" userId="463dbdee-3a91-4da5-8c02-eb7d819f400f" providerId="ADAL" clId="{6166D0B7-0C52-520D-8E8C-744A4B1D6A1D}" dt="2026-05-07T12:11:25.127" v="4272"/>
        <pc:sldMkLst>
          <pc:docMk/>
          <pc:sldMk cId="0" sldId="292"/>
        </pc:sldMkLst>
      </pc:sldChg>
      <pc:sldChg chg="add del setBg">
        <pc:chgData name="Zheng, Xinyue" userId="463dbdee-3a91-4da5-8c02-eb7d819f400f" providerId="ADAL" clId="{6166D0B7-0C52-520D-8E8C-744A4B1D6A1D}" dt="2026-05-07T12:11:25.127" v="4272"/>
        <pc:sldMkLst>
          <pc:docMk/>
          <pc:sldMk cId="0" sldId="293"/>
        </pc:sldMkLst>
      </pc:sldChg>
      <pc:sldChg chg="delSp add del mod setBg modNotesTx">
        <pc:chgData name="Zheng, Xinyue" userId="463dbdee-3a91-4da5-8c02-eb7d819f400f" providerId="ADAL" clId="{6166D0B7-0C52-520D-8E8C-744A4B1D6A1D}" dt="2026-05-07T12:11:25.127" v="4272"/>
        <pc:sldMkLst>
          <pc:docMk/>
          <pc:sldMk cId="0" sldId="294"/>
        </pc:sldMkLst>
        <pc:spChg chg="del">
          <ac:chgData name="Zheng, Xinyue" userId="463dbdee-3a91-4da5-8c02-eb7d819f400f" providerId="ADAL" clId="{6166D0B7-0C52-520D-8E8C-744A4B1D6A1D}" dt="2026-05-07T11:48:08.754" v="4262" actId="478"/>
          <ac:spMkLst>
            <pc:docMk/>
            <pc:sldMk cId="0" sldId="294"/>
            <ac:spMk id="84" creationId="{00000000-0000-0000-0000-000000000000}"/>
          </ac:spMkLst>
        </pc:spChg>
      </pc:sldChg>
      <pc:sldChg chg="add del setBg">
        <pc:chgData name="Zheng, Xinyue" userId="463dbdee-3a91-4da5-8c02-eb7d819f400f" providerId="ADAL" clId="{6166D0B7-0C52-520D-8E8C-744A4B1D6A1D}" dt="2026-05-07T12:11:25.127" v="4272"/>
        <pc:sldMkLst>
          <pc:docMk/>
          <pc:sldMk cId="0" sldId="295"/>
        </pc:sldMkLst>
      </pc:sldChg>
      <pc:sldChg chg="add del setBg">
        <pc:chgData name="Zheng, Xinyue" userId="463dbdee-3a91-4da5-8c02-eb7d819f400f" providerId="ADAL" clId="{6166D0B7-0C52-520D-8E8C-744A4B1D6A1D}" dt="2026-05-07T12:11:25.127" v="4272"/>
        <pc:sldMkLst>
          <pc:docMk/>
          <pc:sldMk cId="0" sldId="296"/>
        </pc:sldMkLst>
      </pc:sldChg>
      <pc:sldChg chg="new del">
        <pc:chgData name="Zheng, Xinyue" userId="463dbdee-3a91-4da5-8c02-eb7d819f400f" providerId="ADAL" clId="{6166D0B7-0C52-520D-8E8C-744A4B1D6A1D}" dt="2026-05-11T00:49:53.597" v="4353" actId="2696"/>
        <pc:sldMkLst>
          <pc:docMk/>
          <pc:sldMk cId="905478661" sldId="297"/>
        </pc:sldMkLst>
      </pc:sldChg>
      <pc:sldChg chg="modSp add mod">
        <pc:chgData name="Zheng, Xinyue" userId="463dbdee-3a91-4da5-8c02-eb7d819f400f" providerId="ADAL" clId="{6166D0B7-0C52-520D-8E8C-744A4B1D6A1D}" dt="2026-05-11T00:51:53.229" v="4387" actId="1076"/>
        <pc:sldMkLst>
          <pc:docMk/>
          <pc:sldMk cId="2708060297" sldId="297"/>
        </pc:sldMkLst>
        <pc:spChg chg="mod">
          <ac:chgData name="Zheng, Xinyue" userId="463dbdee-3a91-4da5-8c02-eb7d819f400f" providerId="ADAL" clId="{6166D0B7-0C52-520D-8E8C-744A4B1D6A1D}" dt="2026-05-11T00:51:53.229" v="4387" actId="1076"/>
          <ac:spMkLst>
            <pc:docMk/>
            <pc:sldMk cId="2708060297" sldId="297"/>
            <ac:spMk id="2" creationId="{A185C2B6-6B58-F573-71B4-D92FDB48DBEE}"/>
          </ac:spMkLst>
        </pc:spChg>
        <pc:spChg chg="mod">
          <ac:chgData name="Zheng, Xinyue" userId="463dbdee-3a91-4da5-8c02-eb7d819f400f" providerId="ADAL" clId="{6166D0B7-0C52-520D-8E8C-744A4B1D6A1D}" dt="2026-05-11T00:51:47.252" v="4386" actId="20577"/>
          <ac:spMkLst>
            <pc:docMk/>
            <pc:sldMk cId="2708060297" sldId="297"/>
            <ac:spMk id="3" creationId="{68C03A5E-0A2D-DB5D-3F0B-2FB05344C0CB}"/>
          </ac:spMkLst>
        </pc:spChg>
      </pc:sldChg>
      <pc:sldChg chg="addSp delSp modSp add mod">
        <pc:chgData name="Zheng, Xinyue" userId="463dbdee-3a91-4da5-8c02-eb7d819f400f" providerId="ADAL" clId="{6166D0B7-0C52-520D-8E8C-744A4B1D6A1D}" dt="2026-05-13T14:55:08.510" v="5716" actId="1076"/>
        <pc:sldMkLst>
          <pc:docMk/>
          <pc:sldMk cId="680386937" sldId="298"/>
        </pc:sldMkLst>
        <pc:spChg chg="mod">
          <ac:chgData name="Zheng, Xinyue" userId="463dbdee-3a91-4da5-8c02-eb7d819f400f" providerId="ADAL" clId="{6166D0B7-0C52-520D-8E8C-744A4B1D6A1D}" dt="2026-05-13T14:51:54.608" v="5675" actId="14100"/>
          <ac:spMkLst>
            <pc:docMk/>
            <pc:sldMk cId="680386937" sldId="298"/>
            <ac:spMk id="2" creationId="{A8EEB85D-B984-C815-751A-28E7B5E4FD39}"/>
          </ac:spMkLst>
        </pc:spChg>
        <pc:spChg chg="mod">
          <ac:chgData name="Zheng, Xinyue" userId="463dbdee-3a91-4da5-8c02-eb7d819f400f" providerId="ADAL" clId="{6166D0B7-0C52-520D-8E8C-744A4B1D6A1D}" dt="2026-05-13T14:51:30.297" v="5672" actId="1076"/>
          <ac:spMkLst>
            <pc:docMk/>
            <pc:sldMk cId="680386937" sldId="298"/>
            <ac:spMk id="3" creationId="{0FEBD242-C220-CA9F-6961-DC3A09959AC0}"/>
          </ac:spMkLst>
        </pc:spChg>
        <pc:spChg chg="mod">
          <ac:chgData name="Zheng, Xinyue" userId="463dbdee-3a91-4da5-8c02-eb7d819f400f" providerId="ADAL" clId="{6166D0B7-0C52-520D-8E8C-744A4B1D6A1D}" dt="2026-05-13T14:53:21.892" v="5708" actId="14100"/>
          <ac:spMkLst>
            <pc:docMk/>
            <pc:sldMk cId="680386937" sldId="298"/>
            <ac:spMk id="6" creationId="{9B5DC552-88BF-EDC5-300D-1576CDF6DE09}"/>
          </ac:spMkLst>
        </pc:spChg>
        <pc:spChg chg="mod">
          <ac:chgData name="Zheng, Xinyue" userId="463dbdee-3a91-4da5-8c02-eb7d819f400f" providerId="ADAL" clId="{6166D0B7-0C52-520D-8E8C-744A4B1D6A1D}" dt="2026-05-13T14:55:08.510" v="5716" actId="1076"/>
          <ac:spMkLst>
            <pc:docMk/>
            <pc:sldMk cId="680386937" sldId="298"/>
            <ac:spMk id="7" creationId="{AD6D4DF5-7B33-F200-D41A-D049A247F609}"/>
          </ac:spMkLst>
        </pc:spChg>
        <pc:spChg chg="mod">
          <ac:chgData name="Zheng, Xinyue" userId="463dbdee-3a91-4da5-8c02-eb7d819f400f" providerId="ADAL" clId="{6166D0B7-0C52-520D-8E8C-744A4B1D6A1D}" dt="2026-05-13T14:16:24.811" v="4998" actId="255"/>
          <ac:spMkLst>
            <pc:docMk/>
            <pc:sldMk cId="680386937" sldId="298"/>
            <ac:spMk id="8" creationId="{3547F3B4-22B8-F6EA-ED66-00C5B7358AED}"/>
          </ac:spMkLst>
        </pc:spChg>
        <pc:spChg chg="mod">
          <ac:chgData name="Zheng, Xinyue" userId="463dbdee-3a91-4da5-8c02-eb7d819f400f" providerId="ADAL" clId="{6166D0B7-0C52-520D-8E8C-744A4B1D6A1D}" dt="2026-05-13T14:51:30.297" v="5672" actId="1076"/>
          <ac:spMkLst>
            <pc:docMk/>
            <pc:sldMk cId="680386937" sldId="298"/>
            <ac:spMk id="9" creationId="{EE99E7A7-7746-5E75-461C-F76735E2BEE7}"/>
          </ac:spMkLst>
        </pc:spChg>
        <pc:spChg chg="mod">
          <ac:chgData name="Zheng, Xinyue" userId="463dbdee-3a91-4da5-8c02-eb7d819f400f" providerId="ADAL" clId="{6166D0B7-0C52-520D-8E8C-744A4B1D6A1D}" dt="2026-05-13T14:51:30.297" v="5672" actId="1076"/>
          <ac:spMkLst>
            <pc:docMk/>
            <pc:sldMk cId="680386937" sldId="298"/>
            <ac:spMk id="10" creationId="{A385F455-2998-5724-E6A4-983743C7C1B4}"/>
          </ac:spMkLst>
        </pc:spChg>
        <pc:spChg chg="mod">
          <ac:chgData name="Zheng, Xinyue" userId="463dbdee-3a91-4da5-8c02-eb7d819f400f" providerId="ADAL" clId="{6166D0B7-0C52-520D-8E8C-744A4B1D6A1D}" dt="2026-05-13T14:51:30.297" v="5672" actId="1076"/>
          <ac:spMkLst>
            <pc:docMk/>
            <pc:sldMk cId="680386937" sldId="298"/>
            <ac:spMk id="15" creationId="{A8068771-8809-063D-119D-83C0A267931E}"/>
          </ac:spMkLst>
        </pc:spChg>
        <pc:spChg chg="mod">
          <ac:chgData name="Zheng, Xinyue" userId="463dbdee-3a91-4da5-8c02-eb7d819f400f" providerId="ADAL" clId="{6166D0B7-0C52-520D-8E8C-744A4B1D6A1D}" dt="2026-05-13T14:14:56.831" v="4989" actId="255"/>
          <ac:spMkLst>
            <pc:docMk/>
            <pc:sldMk cId="680386937" sldId="298"/>
            <ac:spMk id="16" creationId="{A735DF2D-EE6B-28B2-97F7-66749DC302CD}"/>
          </ac:spMkLst>
        </pc:spChg>
        <pc:spChg chg="mod">
          <ac:chgData name="Zheng, Xinyue" userId="463dbdee-3a91-4da5-8c02-eb7d819f400f" providerId="ADAL" clId="{6166D0B7-0C52-520D-8E8C-744A4B1D6A1D}" dt="2026-05-13T14:51:30.297" v="5672" actId="1076"/>
          <ac:spMkLst>
            <pc:docMk/>
            <pc:sldMk cId="680386937" sldId="298"/>
            <ac:spMk id="18" creationId="{47CAEC48-8E00-AB52-8F40-077BB3D91B3E}"/>
          </ac:spMkLst>
        </pc:spChg>
        <pc:spChg chg="mod">
          <ac:chgData name="Zheng, Xinyue" userId="463dbdee-3a91-4da5-8c02-eb7d819f400f" providerId="ADAL" clId="{6166D0B7-0C52-520D-8E8C-744A4B1D6A1D}" dt="2026-05-13T14:51:30.297" v="5672" actId="1076"/>
          <ac:spMkLst>
            <pc:docMk/>
            <pc:sldMk cId="680386937" sldId="298"/>
            <ac:spMk id="20" creationId="{0431EAB0-0B90-1A49-F06F-A03966F6AF10}"/>
          </ac:spMkLst>
        </pc:spChg>
        <pc:spChg chg="mod">
          <ac:chgData name="Zheng, Xinyue" userId="463dbdee-3a91-4da5-8c02-eb7d819f400f" providerId="ADAL" clId="{6166D0B7-0C52-520D-8E8C-744A4B1D6A1D}" dt="2026-05-13T14:51:30.297" v="5672" actId="1076"/>
          <ac:spMkLst>
            <pc:docMk/>
            <pc:sldMk cId="680386937" sldId="298"/>
            <ac:spMk id="24" creationId="{D74C847F-A90D-065F-A625-1F2B8C70DAE7}"/>
          </ac:spMkLst>
        </pc:spChg>
        <pc:spChg chg="mod">
          <ac:chgData name="Zheng, Xinyue" userId="463dbdee-3a91-4da5-8c02-eb7d819f400f" providerId="ADAL" clId="{6166D0B7-0C52-520D-8E8C-744A4B1D6A1D}" dt="2026-05-13T14:51:30.297" v="5672" actId="1076"/>
          <ac:spMkLst>
            <pc:docMk/>
            <pc:sldMk cId="680386937" sldId="298"/>
            <ac:spMk id="26" creationId="{91858971-4B6F-EC42-B161-1DF0C9DB39E3}"/>
          </ac:spMkLst>
        </pc:spChg>
        <pc:spChg chg="add mod">
          <ac:chgData name="Zheng, Xinyue" userId="463dbdee-3a91-4da5-8c02-eb7d819f400f" providerId="ADAL" clId="{6166D0B7-0C52-520D-8E8C-744A4B1D6A1D}" dt="2026-05-13T14:51:30.297" v="5672" actId="1076"/>
          <ac:spMkLst>
            <pc:docMk/>
            <pc:sldMk cId="680386937" sldId="298"/>
            <ac:spMk id="28" creationId="{7DEFE061-FD24-34D2-88E6-8FB725D9D1E3}"/>
          </ac:spMkLst>
        </pc:spChg>
        <pc:spChg chg="add mod">
          <ac:chgData name="Zheng, Xinyue" userId="463dbdee-3a91-4da5-8c02-eb7d819f400f" providerId="ADAL" clId="{6166D0B7-0C52-520D-8E8C-744A4B1D6A1D}" dt="2026-05-13T14:53:41.463" v="5714" actId="14100"/>
          <ac:spMkLst>
            <pc:docMk/>
            <pc:sldMk cId="680386937" sldId="298"/>
            <ac:spMk id="30" creationId="{959DD831-1F79-7ABC-5330-D0B941C8DE06}"/>
          </ac:spMkLst>
        </pc:spChg>
        <pc:spChg chg="mod">
          <ac:chgData name="Zheng, Xinyue" userId="463dbdee-3a91-4da5-8c02-eb7d819f400f" providerId="ADAL" clId="{6166D0B7-0C52-520D-8E8C-744A4B1D6A1D}" dt="2026-05-13T14:13:49.616" v="4968" actId="14100"/>
          <ac:spMkLst>
            <pc:docMk/>
            <pc:sldMk cId="680386937" sldId="298"/>
            <ac:spMk id="34" creationId="{D37120FA-9315-1A39-A908-7A8E000B3732}"/>
          </ac:spMkLst>
        </pc:spChg>
        <pc:spChg chg="mod">
          <ac:chgData name="Zheng, Xinyue" userId="463dbdee-3a91-4da5-8c02-eb7d819f400f" providerId="ADAL" clId="{6166D0B7-0C52-520D-8E8C-744A4B1D6A1D}" dt="2026-05-13T14:51:38.650" v="5674" actId="1076"/>
          <ac:spMkLst>
            <pc:docMk/>
            <pc:sldMk cId="680386937" sldId="298"/>
            <ac:spMk id="35" creationId="{DCFB862F-47C9-142C-4CDD-8029579E9863}"/>
          </ac:spMkLst>
        </pc:spChg>
        <pc:spChg chg="mod">
          <ac:chgData name="Zheng, Xinyue" userId="463dbdee-3a91-4da5-8c02-eb7d819f400f" providerId="ADAL" clId="{6166D0B7-0C52-520D-8E8C-744A4B1D6A1D}" dt="2026-05-13T14:27:39.167" v="5060" actId="1076"/>
          <ac:spMkLst>
            <pc:docMk/>
            <pc:sldMk cId="680386937" sldId="298"/>
            <ac:spMk id="37" creationId="{6910857F-7360-0018-E409-DBDFE5DC8B5D}"/>
          </ac:spMkLst>
        </pc:spChg>
        <pc:spChg chg="add mod">
          <ac:chgData name="Zheng, Xinyue" userId="463dbdee-3a91-4da5-8c02-eb7d819f400f" providerId="ADAL" clId="{6166D0B7-0C52-520D-8E8C-744A4B1D6A1D}" dt="2026-05-13T14:53:36.665" v="5712" actId="1076"/>
          <ac:spMkLst>
            <pc:docMk/>
            <pc:sldMk cId="680386937" sldId="298"/>
            <ac:spMk id="52" creationId="{56CFBC20-57E2-3B41-46DF-E25AA3C1557B}"/>
          </ac:spMkLst>
        </pc:spChg>
        <pc:spChg chg="add mod">
          <ac:chgData name="Zheng, Xinyue" userId="463dbdee-3a91-4da5-8c02-eb7d819f400f" providerId="ADAL" clId="{6166D0B7-0C52-520D-8E8C-744A4B1D6A1D}" dt="2026-05-13T14:43:02.198" v="5255" actId="1076"/>
          <ac:spMkLst>
            <pc:docMk/>
            <pc:sldMk cId="680386937" sldId="298"/>
            <ac:spMk id="57" creationId="{45D1D9A3-1724-0AD6-7BE2-77CBF5F7BA72}"/>
          </ac:spMkLst>
        </pc:spChg>
        <pc:spChg chg="mod">
          <ac:chgData name="Zheng, Xinyue" userId="463dbdee-3a91-4da5-8c02-eb7d819f400f" providerId="ADAL" clId="{6166D0B7-0C52-520D-8E8C-744A4B1D6A1D}" dt="2026-05-13T14:51:30.297" v="5672" actId="1076"/>
          <ac:spMkLst>
            <pc:docMk/>
            <pc:sldMk cId="680386937" sldId="298"/>
            <ac:spMk id="58" creationId="{FB0BC7BD-D0CF-FEEB-3B68-C4949A76529D}"/>
          </ac:spMkLst>
        </pc:spChg>
        <pc:spChg chg="add mod">
          <ac:chgData name="Zheng, Xinyue" userId="463dbdee-3a91-4da5-8c02-eb7d819f400f" providerId="ADAL" clId="{6166D0B7-0C52-520D-8E8C-744A4B1D6A1D}" dt="2026-05-13T14:25:40.807" v="5054" actId="1076"/>
          <ac:spMkLst>
            <pc:docMk/>
            <pc:sldMk cId="680386937" sldId="298"/>
            <ac:spMk id="59" creationId="{5F0B935E-6427-85EF-3F4F-3D56FB0B7AD1}"/>
          </ac:spMkLst>
        </pc:spChg>
        <pc:spChg chg="mod">
          <ac:chgData name="Zheng, Xinyue" userId="463dbdee-3a91-4da5-8c02-eb7d819f400f" providerId="ADAL" clId="{6166D0B7-0C52-520D-8E8C-744A4B1D6A1D}" dt="2026-05-13T14:14:47.163" v="4987" actId="255"/>
          <ac:spMkLst>
            <pc:docMk/>
            <pc:sldMk cId="680386937" sldId="298"/>
            <ac:spMk id="68" creationId="{3C1E7BEB-D795-54F7-7B5E-FE24C72FE681}"/>
          </ac:spMkLst>
        </pc:spChg>
        <pc:spChg chg="add mod">
          <ac:chgData name="Zheng, Xinyue" userId="463dbdee-3a91-4da5-8c02-eb7d819f400f" providerId="ADAL" clId="{6166D0B7-0C52-520D-8E8C-744A4B1D6A1D}" dt="2026-05-13T14:19:13.750" v="5008" actId="1076"/>
          <ac:spMkLst>
            <pc:docMk/>
            <pc:sldMk cId="680386937" sldId="298"/>
            <ac:spMk id="81" creationId="{39671108-2243-6DEF-C901-E74528724D09}"/>
          </ac:spMkLst>
        </pc:spChg>
        <pc:spChg chg="mod">
          <ac:chgData name="Zheng, Xinyue" userId="463dbdee-3a91-4da5-8c02-eb7d819f400f" providerId="ADAL" clId="{6166D0B7-0C52-520D-8E8C-744A4B1D6A1D}" dt="2026-05-13T06:45:31.929" v="4733" actId="20577"/>
          <ac:spMkLst>
            <pc:docMk/>
            <pc:sldMk cId="680386937" sldId="298"/>
            <ac:spMk id="86" creationId="{2FCBF5A3-9323-0B66-CD60-8DB82B97DE4A}"/>
          </ac:spMkLst>
        </pc:spChg>
        <pc:spChg chg="add mod">
          <ac:chgData name="Zheng, Xinyue" userId="463dbdee-3a91-4da5-8c02-eb7d819f400f" providerId="ADAL" clId="{6166D0B7-0C52-520D-8E8C-744A4B1D6A1D}" dt="2026-05-13T14:49:24.581" v="5645" actId="14100"/>
          <ac:spMkLst>
            <pc:docMk/>
            <pc:sldMk cId="680386937" sldId="298"/>
            <ac:spMk id="95" creationId="{6E79FAD0-6DD4-484B-C261-5A1830A51FB6}"/>
          </ac:spMkLst>
        </pc:spChg>
        <pc:spChg chg="mod">
          <ac:chgData name="Zheng, Xinyue" userId="463dbdee-3a91-4da5-8c02-eb7d819f400f" providerId="ADAL" clId="{6166D0B7-0C52-520D-8E8C-744A4B1D6A1D}" dt="2026-05-13T14:49:31.508" v="5647" actId="1076"/>
          <ac:spMkLst>
            <pc:docMk/>
            <pc:sldMk cId="680386937" sldId="298"/>
            <ac:spMk id="99" creationId="{D856F093-5E02-26D9-E0FB-D6EAD1201F82}"/>
          </ac:spMkLst>
        </pc:spChg>
        <pc:spChg chg="mod">
          <ac:chgData name="Zheng, Xinyue" userId="463dbdee-3a91-4da5-8c02-eb7d819f400f" providerId="ADAL" clId="{6166D0B7-0C52-520D-8E8C-744A4B1D6A1D}" dt="2026-05-13T14:49:20.437" v="5643" actId="1076"/>
          <ac:spMkLst>
            <pc:docMk/>
            <pc:sldMk cId="680386937" sldId="298"/>
            <ac:spMk id="100" creationId="{9115B5FF-18FC-25EE-24F3-E6B3EA0F2ED5}"/>
          </ac:spMkLst>
        </pc:spChg>
        <pc:cxnChg chg="mod">
          <ac:chgData name="Zheng, Xinyue" userId="463dbdee-3a91-4da5-8c02-eb7d819f400f" providerId="ADAL" clId="{6166D0B7-0C52-520D-8E8C-744A4B1D6A1D}" dt="2026-05-13T06:21:15.608" v="4430" actId="1076"/>
          <ac:cxnSpMkLst>
            <pc:docMk/>
            <pc:sldMk cId="680386937" sldId="298"/>
            <ac:cxnSpMk id="39" creationId="{2306B27B-132B-1399-8A92-16F8806ADBEF}"/>
          </ac:cxnSpMkLst>
        </pc:cxnChg>
        <pc:cxnChg chg="add mod">
          <ac:chgData name="Zheng, Xinyue" userId="463dbdee-3a91-4da5-8c02-eb7d819f400f" providerId="ADAL" clId="{6166D0B7-0C52-520D-8E8C-744A4B1D6A1D}" dt="2026-05-13T14:53:12.771" v="5705" actId="1076"/>
          <ac:cxnSpMkLst>
            <pc:docMk/>
            <pc:sldMk cId="680386937" sldId="298"/>
            <ac:cxnSpMk id="41" creationId="{3AD9F733-EC59-D9ED-4656-960EE49E1EF9}"/>
          </ac:cxnSpMkLst>
        </pc:cxnChg>
        <pc:cxnChg chg="mod">
          <ac:chgData name="Zheng, Xinyue" userId="463dbdee-3a91-4da5-8c02-eb7d819f400f" providerId="ADAL" clId="{6166D0B7-0C52-520D-8E8C-744A4B1D6A1D}" dt="2026-05-13T14:51:35.380" v="5673" actId="1076"/>
          <ac:cxnSpMkLst>
            <pc:docMk/>
            <pc:sldMk cId="680386937" sldId="298"/>
            <ac:cxnSpMk id="45" creationId="{B4A38093-4497-EE6B-E3EE-EE23BFDB0B40}"/>
          </ac:cxnSpMkLst>
        </pc:cxnChg>
        <pc:cxnChg chg="add mod">
          <ac:chgData name="Zheng, Xinyue" userId="463dbdee-3a91-4da5-8c02-eb7d819f400f" providerId="ADAL" clId="{6166D0B7-0C52-520D-8E8C-744A4B1D6A1D}" dt="2026-05-13T14:53:33.807" v="5711" actId="1076"/>
          <ac:cxnSpMkLst>
            <pc:docMk/>
            <pc:sldMk cId="680386937" sldId="298"/>
            <ac:cxnSpMk id="48" creationId="{ABE293C7-E7A6-7B1B-E708-17D0BA02670B}"/>
          </ac:cxnSpMkLst>
        </pc:cxnChg>
        <pc:cxnChg chg="mod">
          <ac:chgData name="Zheng, Xinyue" userId="463dbdee-3a91-4da5-8c02-eb7d819f400f" providerId="ADAL" clId="{6166D0B7-0C52-520D-8E8C-744A4B1D6A1D}" dt="2026-05-13T14:27:55.094" v="5061" actId="14100"/>
          <ac:cxnSpMkLst>
            <pc:docMk/>
            <pc:sldMk cId="680386937" sldId="298"/>
            <ac:cxnSpMk id="65" creationId="{E18BEDD8-D2B5-BB68-DA6C-CCB1202B2049}"/>
          </ac:cxnSpMkLst>
        </pc:cxnChg>
        <pc:cxnChg chg="mod">
          <ac:chgData name="Zheng, Xinyue" userId="463dbdee-3a91-4da5-8c02-eb7d819f400f" providerId="ADAL" clId="{6166D0B7-0C52-520D-8E8C-744A4B1D6A1D}" dt="2026-05-13T14:49:31.508" v="5647" actId="1076"/>
          <ac:cxnSpMkLst>
            <pc:docMk/>
            <pc:sldMk cId="680386937" sldId="298"/>
            <ac:cxnSpMk id="69" creationId="{64E64991-151F-8B9B-26CE-6AEF054110FA}"/>
          </ac:cxnSpMkLst>
        </pc:cxnChg>
        <pc:cxnChg chg="add mod">
          <ac:chgData name="Zheng, Xinyue" userId="463dbdee-3a91-4da5-8c02-eb7d819f400f" providerId="ADAL" clId="{6166D0B7-0C52-520D-8E8C-744A4B1D6A1D}" dt="2026-05-13T14:11:03.464" v="4954" actId="13822"/>
          <ac:cxnSpMkLst>
            <pc:docMk/>
            <pc:sldMk cId="680386937" sldId="298"/>
            <ac:cxnSpMk id="70" creationId="{96FEDC74-EEFD-B60F-99A0-FBE9AF44DFDA}"/>
          </ac:cxnSpMkLst>
        </pc:cxnChg>
        <pc:cxnChg chg="mod">
          <ac:chgData name="Zheng, Xinyue" userId="463dbdee-3a91-4da5-8c02-eb7d819f400f" providerId="ADAL" clId="{6166D0B7-0C52-520D-8E8C-744A4B1D6A1D}" dt="2026-05-13T14:13:49.616" v="4968" actId="14100"/>
          <ac:cxnSpMkLst>
            <pc:docMk/>
            <pc:sldMk cId="680386937" sldId="298"/>
            <ac:cxnSpMk id="74" creationId="{10C9A8AD-D77C-D11F-1B72-F801F23A9CF0}"/>
          </ac:cxnSpMkLst>
        </pc:cxnChg>
        <pc:cxnChg chg="add mod">
          <ac:chgData name="Zheng, Xinyue" userId="463dbdee-3a91-4da5-8c02-eb7d819f400f" providerId="ADAL" clId="{6166D0B7-0C52-520D-8E8C-744A4B1D6A1D}" dt="2026-05-13T14:11:10.487" v="4956" actId="13822"/>
          <ac:cxnSpMkLst>
            <pc:docMk/>
            <pc:sldMk cId="680386937" sldId="298"/>
            <ac:cxnSpMk id="75" creationId="{58254782-79C4-E364-2785-55399B2AFC83}"/>
          </ac:cxnSpMkLst>
        </pc:cxnChg>
        <pc:cxnChg chg="add mod">
          <ac:chgData name="Zheng, Xinyue" userId="463dbdee-3a91-4da5-8c02-eb7d819f400f" providerId="ADAL" clId="{6166D0B7-0C52-520D-8E8C-744A4B1D6A1D}" dt="2026-05-13T14:11:18.068" v="4958" actId="13822"/>
          <ac:cxnSpMkLst>
            <pc:docMk/>
            <pc:sldMk cId="680386937" sldId="298"/>
            <ac:cxnSpMk id="77" creationId="{C63B76CD-68EA-1501-5D48-7C5050022115}"/>
          </ac:cxnSpMkLst>
        </pc:cxnChg>
        <pc:cxnChg chg="add mod">
          <ac:chgData name="Zheng, Xinyue" userId="463dbdee-3a91-4da5-8c02-eb7d819f400f" providerId="ADAL" clId="{6166D0B7-0C52-520D-8E8C-744A4B1D6A1D}" dt="2026-05-13T14:19:13.750" v="5008" actId="1076"/>
          <ac:cxnSpMkLst>
            <pc:docMk/>
            <pc:sldMk cId="680386937" sldId="298"/>
            <ac:cxnSpMk id="89" creationId="{0CC8D3A0-4BB8-5BFB-CB24-D91DD45403E5}"/>
          </ac:cxnSpMkLst>
        </pc:cxnChg>
        <pc:cxnChg chg="add mod">
          <ac:chgData name="Zheng, Xinyue" userId="463dbdee-3a91-4da5-8c02-eb7d819f400f" providerId="ADAL" clId="{6166D0B7-0C52-520D-8E8C-744A4B1D6A1D}" dt="2026-05-13T14:50:04.082" v="5651" actId="14100"/>
          <ac:cxnSpMkLst>
            <pc:docMk/>
            <pc:sldMk cId="680386937" sldId="298"/>
            <ac:cxnSpMk id="97" creationId="{08D1DC30-BB77-1E89-DEDB-54F877C97EB1}"/>
          </ac:cxnSpMkLst>
        </pc:cxnChg>
      </pc:sldChg>
      <pc:sldChg chg="delSp modSp add mod setBg">
        <pc:chgData name="Zheng, Xinyue" userId="463dbdee-3a91-4da5-8c02-eb7d819f400f" providerId="ADAL" clId="{6166D0B7-0C52-520D-8E8C-744A4B1D6A1D}" dt="2026-05-13T14:57:40.604" v="5758" actId="20577"/>
        <pc:sldMkLst>
          <pc:docMk/>
          <pc:sldMk cId="0" sldId="299"/>
        </pc:sldMkLst>
        <pc:spChg chg="mod">
          <ac:chgData name="Zheng, Xinyue" userId="463dbdee-3a91-4da5-8c02-eb7d819f400f" providerId="ADAL" clId="{6166D0B7-0C52-520D-8E8C-744A4B1D6A1D}" dt="2026-05-13T14:12:35.304" v="4964" actId="20577"/>
          <ac:spMkLst>
            <pc:docMk/>
            <pc:sldMk cId="0" sldId="299"/>
            <ac:spMk id="7" creationId="{00000000-0000-0000-0000-000000000000}"/>
          </ac:spMkLst>
        </pc:spChg>
        <pc:spChg chg="mod">
          <ac:chgData name="Zheng, Xinyue" userId="463dbdee-3a91-4da5-8c02-eb7d819f400f" providerId="ADAL" clId="{6166D0B7-0C52-520D-8E8C-744A4B1D6A1D}" dt="2026-05-13T14:57:40.604" v="5758" actId="20577"/>
          <ac:spMkLst>
            <pc:docMk/>
            <pc:sldMk cId="0" sldId="299"/>
            <ac:spMk id="24" creationId="{00000000-0000-0000-0000-000000000000}"/>
          </ac:spMkLst>
        </pc:spChg>
      </pc:sldChg>
      <pc:sldChg chg="add setBg">
        <pc:chgData name="Zheng, Xinyue" userId="463dbdee-3a91-4da5-8c02-eb7d819f400f" providerId="ADAL" clId="{6166D0B7-0C52-520D-8E8C-744A4B1D6A1D}" dt="2026-05-13T14:09:43.708" v="4943"/>
        <pc:sldMkLst>
          <pc:docMk/>
          <pc:sldMk cId="0" sldId="300"/>
        </pc:sldMkLst>
      </pc:sldChg>
      <pc:sldChg chg="modSp add mod setBg">
        <pc:chgData name="Zheng, Xinyue" userId="463dbdee-3a91-4da5-8c02-eb7d819f400f" providerId="ADAL" clId="{6166D0B7-0C52-520D-8E8C-744A4B1D6A1D}" dt="2026-05-13T14:17:07.486" v="5000" actId="20577"/>
        <pc:sldMkLst>
          <pc:docMk/>
          <pc:sldMk cId="0" sldId="301"/>
        </pc:sldMkLst>
        <pc:spChg chg="mod">
          <ac:chgData name="Zheng, Xinyue" userId="463dbdee-3a91-4da5-8c02-eb7d819f400f" providerId="ADAL" clId="{6166D0B7-0C52-520D-8E8C-744A4B1D6A1D}" dt="2026-05-13T14:17:07.486" v="5000" actId="20577"/>
          <ac:spMkLst>
            <pc:docMk/>
            <pc:sldMk cId="0" sldId="301"/>
            <ac:spMk id="3" creationId="{00000000-0000-0000-0000-000000000000}"/>
          </ac:spMkLst>
        </pc:spChg>
      </pc:sldChg>
      <pc:sldChg chg="modSp add mod setBg">
        <pc:chgData name="Zheng, Xinyue" userId="463dbdee-3a91-4da5-8c02-eb7d819f400f" providerId="ADAL" clId="{6166D0B7-0C52-520D-8E8C-744A4B1D6A1D}" dt="2026-05-13T14:37:33.734" v="5200" actId="108"/>
        <pc:sldMkLst>
          <pc:docMk/>
          <pc:sldMk cId="0" sldId="302"/>
        </pc:sldMkLst>
        <pc:spChg chg="mod">
          <ac:chgData name="Zheng, Xinyue" userId="463dbdee-3a91-4da5-8c02-eb7d819f400f" providerId="ADAL" clId="{6166D0B7-0C52-520D-8E8C-744A4B1D6A1D}" dt="2026-05-13T14:37:21.982" v="5199" actId="1076"/>
          <ac:spMkLst>
            <pc:docMk/>
            <pc:sldMk cId="0" sldId="302"/>
            <ac:spMk id="47" creationId="{00000000-0000-0000-0000-000000000000}"/>
          </ac:spMkLst>
        </pc:spChg>
        <pc:spChg chg="mod">
          <ac:chgData name="Zheng, Xinyue" userId="463dbdee-3a91-4da5-8c02-eb7d819f400f" providerId="ADAL" clId="{6166D0B7-0C52-520D-8E8C-744A4B1D6A1D}" dt="2026-05-13T14:37:33.734" v="5200" actId="108"/>
          <ac:spMkLst>
            <pc:docMk/>
            <pc:sldMk cId="0" sldId="302"/>
            <ac:spMk id="51" creationId="{00000000-0000-0000-0000-000000000000}"/>
          </ac:spMkLst>
        </pc:spChg>
        <pc:spChg chg="mod">
          <ac:chgData name="Zheng, Xinyue" userId="463dbdee-3a91-4da5-8c02-eb7d819f400f" providerId="ADAL" clId="{6166D0B7-0C52-520D-8E8C-744A4B1D6A1D}" dt="2026-05-13T14:21:36.204" v="5042" actId="20577"/>
          <ac:spMkLst>
            <pc:docMk/>
            <pc:sldMk cId="0" sldId="302"/>
            <ac:spMk id="56" creationId="{00000000-0000-0000-0000-000000000000}"/>
          </ac:spMkLst>
        </pc:spChg>
      </pc:sldChg>
      <pc:sldChg chg="delSp modSp add mod setBg">
        <pc:chgData name="Zheng, Xinyue" userId="463dbdee-3a91-4da5-8c02-eb7d819f400f" providerId="ADAL" clId="{6166D0B7-0C52-520D-8E8C-744A4B1D6A1D}" dt="2026-05-13T14:39:16.398" v="5212" actId="20577"/>
        <pc:sldMkLst>
          <pc:docMk/>
          <pc:sldMk cId="0" sldId="303"/>
        </pc:sldMkLst>
        <pc:spChg chg="mod">
          <ac:chgData name="Zheng, Xinyue" userId="463dbdee-3a91-4da5-8c02-eb7d819f400f" providerId="ADAL" clId="{6166D0B7-0C52-520D-8E8C-744A4B1D6A1D}" dt="2026-05-13T14:38:59.748" v="5205" actId="20577"/>
          <ac:spMkLst>
            <pc:docMk/>
            <pc:sldMk cId="0" sldId="303"/>
            <ac:spMk id="22" creationId="{00000000-0000-0000-0000-000000000000}"/>
          </ac:spMkLst>
        </pc:spChg>
        <pc:spChg chg="mod">
          <ac:chgData name="Zheng, Xinyue" userId="463dbdee-3a91-4da5-8c02-eb7d819f400f" providerId="ADAL" clId="{6166D0B7-0C52-520D-8E8C-744A4B1D6A1D}" dt="2026-05-13T14:39:16.398" v="5212" actId="20577"/>
          <ac:spMkLst>
            <pc:docMk/>
            <pc:sldMk cId="0" sldId="303"/>
            <ac:spMk id="23" creationId="{00000000-0000-0000-0000-000000000000}"/>
          </ac:spMkLst>
        </pc:spChg>
        <pc:spChg chg="mod">
          <ac:chgData name="Zheng, Xinyue" userId="463dbdee-3a91-4da5-8c02-eb7d819f400f" providerId="ADAL" clId="{6166D0B7-0C52-520D-8E8C-744A4B1D6A1D}" dt="2026-05-13T14:38:20.760" v="5203" actId="20577"/>
          <ac:spMkLst>
            <pc:docMk/>
            <pc:sldMk cId="0" sldId="303"/>
            <ac:spMk id="37" creationId="{00000000-0000-0000-0000-000000000000}"/>
          </ac:spMkLst>
        </pc:spChg>
      </pc:sldChg>
      <pc:sldChg chg="add setBg">
        <pc:chgData name="Zheng, Xinyue" userId="463dbdee-3a91-4da5-8c02-eb7d819f400f" providerId="ADAL" clId="{6166D0B7-0C52-520D-8E8C-744A4B1D6A1D}" dt="2026-05-13T14:09:43.708" v="4943"/>
        <pc:sldMkLst>
          <pc:docMk/>
          <pc:sldMk cId="0" sldId="304"/>
        </pc:sldMkLst>
      </pc:sldChg>
      <pc:sldChg chg="modSp add mod">
        <pc:chgData name="Zheng, Xinyue" userId="463dbdee-3a91-4da5-8c02-eb7d819f400f" providerId="ADAL" clId="{6166D0B7-0C52-520D-8E8C-744A4B1D6A1D}" dt="2026-05-13T14:48:16.143" v="5641" actId="20577"/>
        <pc:sldMkLst>
          <pc:docMk/>
          <pc:sldMk cId="1598148378" sldId="305"/>
        </pc:sldMkLst>
        <pc:spChg chg="mod">
          <ac:chgData name="Zheng, Xinyue" userId="463dbdee-3a91-4da5-8c02-eb7d819f400f" providerId="ADAL" clId="{6166D0B7-0C52-520D-8E8C-744A4B1D6A1D}" dt="2026-05-13T14:48:16.143" v="5641" actId="20577"/>
          <ac:spMkLst>
            <pc:docMk/>
            <pc:sldMk cId="1598148378" sldId="305"/>
            <ac:spMk id="2" creationId="{C98DF60C-55E8-E5F2-AC21-230EC46CD331}"/>
          </ac:spMkLst>
        </pc:spChg>
        <pc:spChg chg="mod">
          <ac:chgData name="Zheng, Xinyue" userId="463dbdee-3a91-4da5-8c02-eb7d819f400f" providerId="ADAL" clId="{6166D0B7-0C52-520D-8E8C-744A4B1D6A1D}" dt="2026-05-13T14:41:41.977" v="5250" actId="20577"/>
          <ac:spMkLst>
            <pc:docMk/>
            <pc:sldMk cId="1598148378" sldId="305"/>
            <ac:spMk id="86" creationId="{F7ECF89D-8D29-8A86-0B22-4F5FE25F4DD0}"/>
          </ac:spMkLst>
        </pc:spChg>
      </pc:sldChg>
      <pc:sldChg chg="modSp add mod setBg">
        <pc:chgData name="Zheng, Xinyue" userId="463dbdee-3a91-4da5-8c02-eb7d819f400f" providerId="ADAL" clId="{6166D0B7-0C52-520D-8E8C-744A4B1D6A1D}" dt="2026-05-14T17:18:06.894" v="6287" actId="20577"/>
        <pc:sldMkLst>
          <pc:docMk/>
          <pc:sldMk cId="0" sldId="306"/>
        </pc:sldMkLst>
        <pc:spChg chg="mod">
          <ac:chgData name="Zheng, Xinyue" userId="463dbdee-3a91-4da5-8c02-eb7d819f400f" providerId="ADAL" clId="{6166D0B7-0C52-520D-8E8C-744A4B1D6A1D}" dt="2026-05-14T17:18:06.894" v="6287" actId="20577"/>
          <ac:spMkLst>
            <pc:docMk/>
            <pc:sldMk cId="0" sldId="306"/>
            <ac:spMk id="37" creationId="{00000000-0000-0000-0000-000000000000}"/>
          </ac:spMkLst>
        </pc:spChg>
      </pc:sldChg>
      <pc:sldChg chg="addSp modSp add mod setBg">
        <pc:chgData name="Zheng, Xinyue" userId="463dbdee-3a91-4da5-8c02-eb7d819f400f" providerId="ADAL" clId="{6166D0B7-0C52-520D-8E8C-744A4B1D6A1D}" dt="2026-05-14T17:37:42.992" v="6354" actId="20577"/>
        <pc:sldMkLst>
          <pc:docMk/>
          <pc:sldMk cId="0" sldId="307"/>
        </pc:sldMkLst>
        <pc:spChg chg="mod">
          <ac:chgData name="Zheng, Xinyue" userId="463dbdee-3a91-4da5-8c02-eb7d819f400f" providerId="ADAL" clId="{6166D0B7-0C52-520D-8E8C-744A4B1D6A1D}" dt="2026-05-14T17:23:25.388" v="6288" actId="1076"/>
          <ac:spMkLst>
            <pc:docMk/>
            <pc:sldMk cId="0" sldId="307"/>
            <ac:spMk id="2" creationId="{00000000-0000-0000-0000-000000000000}"/>
          </ac:spMkLst>
        </pc:spChg>
        <pc:spChg chg="mod">
          <ac:chgData name="Zheng, Xinyue" userId="463dbdee-3a91-4da5-8c02-eb7d819f400f" providerId="ADAL" clId="{6166D0B7-0C52-520D-8E8C-744A4B1D6A1D}" dt="2026-05-14T17:23:25.388" v="6288" actId="1076"/>
          <ac:spMkLst>
            <pc:docMk/>
            <pc:sldMk cId="0" sldId="307"/>
            <ac:spMk id="3" creationId="{00000000-0000-0000-0000-000000000000}"/>
          </ac:spMkLst>
        </pc:spChg>
        <pc:spChg chg="mod">
          <ac:chgData name="Zheng, Xinyue" userId="463dbdee-3a91-4da5-8c02-eb7d819f400f" providerId="ADAL" clId="{6166D0B7-0C52-520D-8E8C-744A4B1D6A1D}" dt="2026-05-14T17:24:54.283" v="6290" actId="1076"/>
          <ac:spMkLst>
            <pc:docMk/>
            <pc:sldMk cId="0" sldId="307"/>
            <ac:spMk id="4" creationId="{00000000-0000-0000-0000-000000000000}"/>
          </ac:spMkLst>
        </pc:spChg>
        <pc:spChg chg="mod">
          <ac:chgData name="Zheng, Xinyue" userId="463dbdee-3a91-4da5-8c02-eb7d819f400f" providerId="ADAL" clId="{6166D0B7-0C52-520D-8E8C-744A4B1D6A1D}" dt="2026-05-14T17:24:54.283" v="6290" actId="1076"/>
          <ac:spMkLst>
            <pc:docMk/>
            <pc:sldMk cId="0" sldId="307"/>
            <ac:spMk id="5" creationId="{00000000-0000-0000-0000-000000000000}"/>
          </ac:spMkLst>
        </pc:spChg>
        <pc:spChg chg="mod">
          <ac:chgData name="Zheng, Xinyue" userId="463dbdee-3a91-4da5-8c02-eb7d819f400f" providerId="ADAL" clId="{6166D0B7-0C52-520D-8E8C-744A4B1D6A1D}" dt="2026-05-14T17:24:54.283" v="6290" actId="1076"/>
          <ac:spMkLst>
            <pc:docMk/>
            <pc:sldMk cId="0" sldId="307"/>
            <ac:spMk id="6" creationId="{00000000-0000-0000-0000-000000000000}"/>
          </ac:spMkLst>
        </pc:spChg>
        <pc:spChg chg="mod">
          <ac:chgData name="Zheng, Xinyue" userId="463dbdee-3a91-4da5-8c02-eb7d819f400f" providerId="ADAL" clId="{6166D0B7-0C52-520D-8E8C-744A4B1D6A1D}" dt="2026-05-14T17:25:20.713" v="6313" actId="255"/>
          <ac:spMkLst>
            <pc:docMk/>
            <pc:sldMk cId="0" sldId="307"/>
            <ac:spMk id="7" creationId="{00000000-0000-0000-0000-000000000000}"/>
          </ac:spMkLst>
        </pc:spChg>
        <pc:spChg chg="mod">
          <ac:chgData name="Zheng, Xinyue" userId="463dbdee-3a91-4da5-8c02-eb7d819f400f" providerId="ADAL" clId="{6166D0B7-0C52-520D-8E8C-744A4B1D6A1D}" dt="2026-05-14T17:24:54.283" v="6290" actId="1076"/>
          <ac:spMkLst>
            <pc:docMk/>
            <pc:sldMk cId="0" sldId="307"/>
            <ac:spMk id="10" creationId="{00000000-0000-0000-0000-000000000000}"/>
          </ac:spMkLst>
        </pc:spChg>
        <pc:spChg chg="mod">
          <ac:chgData name="Zheng, Xinyue" userId="463dbdee-3a91-4da5-8c02-eb7d819f400f" providerId="ADAL" clId="{6166D0B7-0C52-520D-8E8C-744A4B1D6A1D}" dt="2026-05-14T17:24:54.283" v="6290" actId="1076"/>
          <ac:spMkLst>
            <pc:docMk/>
            <pc:sldMk cId="0" sldId="307"/>
            <ac:spMk id="14" creationId="{00000000-0000-0000-0000-000000000000}"/>
          </ac:spMkLst>
        </pc:spChg>
        <pc:spChg chg="mod">
          <ac:chgData name="Zheng, Xinyue" userId="463dbdee-3a91-4da5-8c02-eb7d819f400f" providerId="ADAL" clId="{6166D0B7-0C52-520D-8E8C-744A4B1D6A1D}" dt="2026-05-14T17:24:54.283" v="6290" actId="1076"/>
          <ac:spMkLst>
            <pc:docMk/>
            <pc:sldMk cId="0" sldId="307"/>
            <ac:spMk id="19" creationId="{00000000-0000-0000-0000-000000000000}"/>
          </ac:spMkLst>
        </pc:spChg>
        <pc:spChg chg="mod">
          <ac:chgData name="Zheng, Xinyue" userId="463dbdee-3a91-4da5-8c02-eb7d819f400f" providerId="ADAL" clId="{6166D0B7-0C52-520D-8E8C-744A4B1D6A1D}" dt="2026-05-14T17:24:54.283" v="6290" actId="1076"/>
          <ac:spMkLst>
            <pc:docMk/>
            <pc:sldMk cId="0" sldId="307"/>
            <ac:spMk id="21" creationId="{00000000-0000-0000-0000-000000000000}"/>
          </ac:spMkLst>
        </pc:spChg>
        <pc:spChg chg="mod">
          <ac:chgData name="Zheng, Xinyue" userId="463dbdee-3a91-4da5-8c02-eb7d819f400f" providerId="ADAL" clId="{6166D0B7-0C52-520D-8E8C-744A4B1D6A1D}" dt="2026-05-14T17:24:54.283" v="6290" actId="1076"/>
          <ac:spMkLst>
            <pc:docMk/>
            <pc:sldMk cId="0" sldId="307"/>
            <ac:spMk id="23" creationId="{00000000-0000-0000-0000-000000000000}"/>
          </ac:spMkLst>
        </pc:spChg>
        <pc:spChg chg="mod">
          <ac:chgData name="Zheng, Xinyue" userId="463dbdee-3a91-4da5-8c02-eb7d819f400f" providerId="ADAL" clId="{6166D0B7-0C52-520D-8E8C-744A4B1D6A1D}" dt="2026-05-14T17:24:54.283" v="6290" actId="1076"/>
          <ac:spMkLst>
            <pc:docMk/>
            <pc:sldMk cId="0" sldId="307"/>
            <ac:spMk id="25" creationId="{00000000-0000-0000-0000-000000000000}"/>
          </ac:spMkLst>
        </pc:spChg>
        <pc:spChg chg="mod">
          <ac:chgData name="Zheng, Xinyue" userId="463dbdee-3a91-4da5-8c02-eb7d819f400f" providerId="ADAL" clId="{6166D0B7-0C52-520D-8E8C-744A4B1D6A1D}" dt="2026-05-14T17:23:32.280" v="6289" actId="1076"/>
          <ac:spMkLst>
            <pc:docMk/>
            <pc:sldMk cId="0" sldId="307"/>
            <ac:spMk id="33" creationId="{00000000-0000-0000-0000-000000000000}"/>
          </ac:spMkLst>
        </pc:spChg>
        <pc:spChg chg="add mod">
          <ac:chgData name="Zheng, Xinyue" userId="463dbdee-3a91-4da5-8c02-eb7d819f400f" providerId="ADAL" clId="{6166D0B7-0C52-520D-8E8C-744A4B1D6A1D}" dt="2026-05-14T17:37:42.992" v="6354" actId="20577"/>
          <ac:spMkLst>
            <pc:docMk/>
            <pc:sldMk cId="0" sldId="307"/>
            <ac:spMk id="34" creationId="{1059CDEE-7A7A-E53B-EC26-400841E2F459}"/>
          </ac:spMkLst>
        </pc:spChg>
      </pc:sldChg>
      <pc:sldChg chg="delSp modSp add mod setBg">
        <pc:chgData name="Zheng, Xinyue" userId="463dbdee-3a91-4da5-8c02-eb7d819f400f" providerId="ADAL" clId="{6166D0B7-0C52-520D-8E8C-744A4B1D6A1D}" dt="2026-05-14T08:51:26.259" v="5781" actId="20577"/>
        <pc:sldMkLst>
          <pc:docMk/>
          <pc:sldMk cId="0" sldId="308"/>
        </pc:sldMkLst>
        <pc:spChg chg="mod">
          <ac:chgData name="Zheng, Xinyue" userId="463dbdee-3a91-4da5-8c02-eb7d819f400f" providerId="ADAL" clId="{6166D0B7-0C52-520D-8E8C-744A4B1D6A1D}" dt="2026-05-14T08:50:26.387" v="5761" actId="1076"/>
          <ac:spMkLst>
            <pc:docMk/>
            <pc:sldMk cId="0" sldId="308"/>
            <ac:spMk id="2" creationId="{00000000-0000-0000-0000-000000000000}"/>
          </ac:spMkLst>
        </pc:spChg>
        <pc:spChg chg="mod">
          <ac:chgData name="Zheng, Xinyue" userId="463dbdee-3a91-4da5-8c02-eb7d819f400f" providerId="ADAL" clId="{6166D0B7-0C52-520D-8E8C-744A4B1D6A1D}" dt="2026-05-14T08:51:26.259" v="5781" actId="20577"/>
          <ac:spMkLst>
            <pc:docMk/>
            <pc:sldMk cId="0" sldId="308"/>
            <ac:spMk id="3" creationId="{00000000-0000-0000-0000-000000000000}"/>
          </ac:spMkLst>
        </pc:spChg>
        <pc:spChg chg="mod">
          <ac:chgData name="Zheng, Xinyue" userId="463dbdee-3a91-4da5-8c02-eb7d819f400f" providerId="ADAL" clId="{6166D0B7-0C52-520D-8E8C-744A4B1D6A1D}" dt="2026-05-14T08:51:13.377" v="5769" actId="1076"/>
          <ac:spMkLst>
            <pc:docMk/>
            <pc:sldMk cId="0" sldId="308"/>
            <ac:spMk id="30" creationId="{00000000-0000-0000-0000-000000000000}"/>
          </ac:spMkLst>
        </pc:spChg>
        <pc:spChg chg="mod">
          <ac:chgData name="Zheng, Xinyue" userId="463dbdee-3a91-4da5-8c02-eb7d819f400f" providerId="ADAL" clId="{6166D0B7-0C52-520D-8E8C-744A4B1D6A1D}" dt="2026-05-14T08:51:13.377" v="5769" actId="1076"/>
          <ac:spMkLst>
            <pc:docMk/>
            <pc:sldMk cId="0" sldId="308"/>
            <ac:spMk id="31" creationId="{00000000-0000-0000-0000-000000000000}"/>
          </ac:spMkLst>
        </pc:spChg>
        <pc:spChg chg="mod">
          <ac:chgData name="Zheng, Xinyue" userId="463dbdee-3a91-4da5-8c02-eb7d819f400f" providerId="ADAL" clId="{6166D0B7-0C52-520D-8E8C-744A4B1D6A1D}" dt="2026-05-14T08:51:13.377" v="5769" actId="1076"/>
          <ac:spMkLst>
            <pc:docMk/>
            <pc:sldMk cId="0" sldId="308"/>
            <ac:spMk id="32" creationId="{00000000-0000-0000-0000-000000000000}"/>
          </ac:spMkLst>
        </pc:spChg>
        <pc:spChg chg="mod">
          <ac:chgData name="Zheng, Xinyue" userId="463dbdee-3a91-4da5-8c02-eb7d819f400f" providerId="ADAL" clId="{6166D0B7-0C52-520D-8E8C-744A4B1D6A1D}" dt="2026-05-14T08:51:13.377" v="5769" actId="1076"/>
          <ac:spMkLst>
            <pc:docMk/>
            <pc:sldMk cId="0" sldId="308"/>
            <ac:spMk id="33" creationId="{00000000-0000-0000-0000-000000000000}"/>
          </ac:spMkLst>
        </pc:spChg>
        <pc:spChg chg="mod">
          <ac:chgData name="Zheng, Xinyue" userId="463dbdee-3a91-4da5-8c02-eb7d819f400f" providerId="ADAL" clId="{6166D0B7-0C52-520D-8E8C-744A4B1D6A1D}" dt="2026-05-14T08:51:13.377" v="5769" actId="1076"/>
          <ac:spMkLst>
            <pc:docMk/>
            <pc:sldMk cId="0" sldId="308"/>
            <ac:spMk id="34" creationId="{00000000-0000-0000-0000-000000000000}"/>
          </ac:spMkLst>
        </pc:spChg>
      </pc:sldChg>
      <pc:sldChg chg="addSp delSp modSp add mod">
        <pc:chgData name="Zheng, Xinyue" userId="463dbdee-3a91-4da5-8c02-eb7d819f400f" providerId="ADAL" clId="{6166D0B7-0C52-520D-8E8C-744A4B1D6A1D}" dt="2026-05-20T10:27:39" v="9260" actId="1076"/>
        <pc:sldMkLst>
          <pc:docMk/>
          <pc:sldMk cId="923275236" sldId="309"/>
        </pc:sldMkLst>
        <pc:spChg chg="add mod">
          <ac:chgData name="Zheng, Xinyue" userId="463dbdee-3a91-4da5-8c02-eb7d819f400f" providerId="ADAL" clId="{6166D0B7-0C52-520D-8E8C-744A4B1D6A1D}" dt="2026-05-14T17:04:54.197" v="6191" actId="1076"/>
          <ac:spMkLst>
            <pc:docMk/>
            <pc:sldMk cId="923275236" sldId="309"/>
            <ac:spMk id="4" creationId="{1A2E753A-C289-0C34-A898-9D063D3B77BC}"/>
          </ac:spMkLst>
        </pc:spChg>
        <pc:spChg chg="mod">
          <ac:chgData name="Zheng, Xinyue" userId="463dbdee-3a91-4da5-8c02-eb7d819f400f" providerId="ADAL" clId="{6166D0B7-0C52-520D-8E8C-744A4B1D6A1D}" dt="2026-05-14T16:51:45.085" v="6083" actId="1076"/>
          <ac:spMkLst>
            <pc:docMk/>
            <pc:sldMk cId="923275236" sldId="309"/>
            <ac:spMk id="6" creationId="{1273FEF8-6E87-60B4-300E-F3FDB6E37F50}"/>
          </ac:spMkLst>
        </pc:spChg>
        <pc:spChg chg="add mod">
          <ac:chgData name="Zheng, Xinyue" userId="463dbdee-3a91-4da5-8c02-eb7d819f400f" providerId="ADAL" clId="{6166D0B7-0C52-520D-8E8C-744A4B1D6A1D}" dt="2026-05-14T16:51:11.919" v="6080" actId="1076"/>
          <ac:spMkLst>
            <pc:docMk/>
            <pc:sldMk cId="923275236" sldId="309"/>
            <ac:spMk id="13" creationId="{31B29087-46D0-FD0A-9FA0-7C210AA4A20F}"/>
          </ac:spMkLst>
        </pc:spChg>
        <pc:spChg chg="add mod">
          <ac:chgData name="Zheng, Xinyue" userId="463dbdee-3a91-4da5-8c02-eb7d819f400f" providerId="ADAL" clId="{6166D0B7-0C52-520D-8E8C-744A4B1D6A1D}" dt="2026-05-14T16:52:08.994" v="6097" actId="5793"/>
          <ac:spMkLst>
            <pc:docMk/>
            <pc:sldMk cId="923275236" sldId="309"/>
            <ac:spMk id="17" creationId="{761F16D7-F811-1837-BDD6-3F22E5376BFC}"/>
          </ac:spMkLst>
        </pc:spChg>
        <pc:spChg chg="add mod">
          <ac:chgData name="Zheng, Xinyue" userId="463dbdee-3a91-4da5-8c02-eb7d819f400f" providerId="ADAL" clId="{6166D0B7-0C52-520D-8E8C-744A4B1D6A1D}" dt="2026-05-14T16:53:31.959" v="6134" actId="1076"/>
          <ac:spMkLst>
            <pc:docMk/>
            <pc:sldMk cId="923275236" sldId="309"/>
            <ac:spMk id="21" creationId="{9BDE399D-E343-0420-55D2-C9AD2925F1AD}"/>
          </ac:spMkLst>
        </pc:spChg>
        <pc:spChg chg="add mod">
          <ac:chgData name="Zheng, Xinyue" userId="463dbdee-3a91-4da5-8c02-eb7d819f400f" providerId="ADAL" clId="{6166D0B7-0C52-520D-8E8C-744A4B1D6A1D}" dt="2026-05-20T10:27:39" v="9260" actId="1076"/>
          <ac:spMkLst>
            <pc:docMk/>
            <pc:sldMk cId="923275236" sldId="309"/>
            <ac:spMk id="22" creationId="{110B0B34-972A-CD03-C8C9-D0DB775D1093}"/>
          </ac:spMkLst>
        </pc:spChg>
        <pc:spChg chg="add mod">
          <ac:chgData name="Zheng, Xinyue" userId="463dbdee-3a91-4da5-8c02-eb7d819f400f" providerId="ADAL" clId="{6166D0B7-0C52-520D-8E8C-744A4B1D6A1D}" dt="2026-05-14T17:05:14.821" v="6220" actId="1076"/>
          <ac:spMkLst>
            <pc:docMk/>
            <pc:sldMk cId="923275236" sldId="309"/>
            <ac:spMk id="23" creationId="{FE8C080E-6692-1213-F064-8B813D722501}"/>
          </ac:spMkLst>
        </pc:spChg>
        <pc:spChg chg="mod">
          <ac:chgData name="Zheng, Xinyue" userId="463dbdee-3a91-4da5-8c02-eb7d819f400f" providerId="ADAL" clId="{6166D0B7-0C52-520D-8E8C-744A4B1D6A1D}" dt="2026-05-14T17:04:46.339" v="6190" actId="14100"/>
          <ac:spMkLst>
            <pc:docMk/>
            <pc:sldMk cId="923275236" sldId="309"/>
            <ac:spMk id="24" creationId="{28D1BFB5-51F7-EF02-9810-38763CB53F9B}"/>
          </ac:spMkLst>
        </pc:spChg>
        <pc:spChg chg="mod">
          <ac:chgData name="Zheng, Xinyue" userId="463dbdee-3a91-4da5-8c02-eb7d819f400f" providerId="ADAL" clId="{6166D0B7-0C52-520D-8E8C-744A4B1D6A1D}" dt="2026-05-14T16:47:56.644" v="6043" actId="20577"/>
          <ac:spMkLst>
            <pc:docMk/>
            <pc:sldMk cId="923275236" sldId="309"/>
            <ac:spMk id="28" creationId="{EE5BC822-A25C-51B4-90DE-2A387D9FAEB1}"/>
          </ac:spMkLst>
        </pc:spChg>
        <pc:spChg chg="mod">
          <ac:chgData name="Zheng, Xinyue" userId="463dbdee-3a91-4da5-8c02-eb7d819f400f" providerId="ADAL" clId="{6166D0B7-0C52-520D-8E8C-744A4B1D6A1D}" dt="2026-05-14T18:32:38.033" v="7081" actId="1076"/>
          <ac:spMkLst>
            <pc:docMk/>
            <pc:sldMk cId="923275236" sldId="309"/>
            <ac:spMk id="34" creationId="{4CAC3A5F-DE03-66DA-54A3-350560B21F7C}"/>
          </ac:spMkLst>
        </pc:spChg>
        <pc:spChg chg="mod">
          <ac:chgData name="Zheng, Xinyue" userId="463dbdee-3a91-4da5-8c02-eb7d819f400f" providerId="ADAL" clId="{6166D0B7-0C52-520D-8E8C-744A4B1D6A1D}" dt="2026-05-14T17:06:52.586" v="6221" actId="207"/>
          <ac:spMkLst>
            <pc:docMk/>
            <pc:sldMk cId="923275236" sldId="309"/>
            <ac:spMk id="35" creationId="{03D74894-B66C-C5E8-65FD-D60F1B2A232E}"/>
          </ac:spMkLst>
        </pc:spChg>
        <pc:spChg chg="mod">
          <ac:chgData name="Zheng, Xinyue" userId="463dbdee-3a91-4da5-8c02-eb7d819f400f" providerId="ADAL" clId="{6166D0B7-0C52-520D-8E8C-744A4B1D6A1D}" dt="2026-05-14T16:51:45.085" v="6083" actId="1076"/>
          <ac:spMkLst>
            <pc:docMk/>
            <pc:sldMk cId="923275236" sldId="309"/>
            <ac:spMk id="57" creationId="{7751E1D3-0541-4420-07AD-14F9B55F4CEE}"/>
          </ac:spMkLst>
        </pc:spChg>
        <pc:spChg chg="mod">
          <ac:chgData name="Zheng, Xinyue" userId="463dbdee-3a91-4da5-8c02-eb7d819f400f" providerId="ADAL" clId="{6166D0B7-0C52-520D-8E8C-744A4B1D6A1D}" dt="2026-05-14T16:40:12.198" v="5983" actId="1076"/>
          <ac:spMkLst>
            <pc:docMk/>
            <pc:sldMk cId="923275236" sldId="309"/>
            <ac:spMk id="81" creationId="{5D03AED9-C8BF-1FEB-B280-1C0CE9BB0DBE}"/>
          </ac:spMkLst>
        </pc:spChg>
        <pc:spChg chg="mod">
          <ac:chgData name="Zheng, Xinyue" userId="463dbdee-3a91-4da5-8c02-eb7d819f400f" providerId="ADAL" clId="{6166D0B7-0C52-520D-8E8C-744A4B1D6A1D}" dt="2026-05-15T18:47:09.717" v="7991" actId="1076"/>
          <ac:spMkLst>
            <pc:docMk/>
            <pc:sldMk cId="923275236" sldId="309"/>
            <ac:spMk id="85" creationId="{41B984FC-E14F-FE94-16A0-47640DA8FEF4}"/>
          </ac:spMkLst>
        </pc:spChg>
        <pc:spChg chg="mod">
          <ac:chgData name="Zheng, Xinyue" userId="463dbdee-3a91-4da5-8c02-eb7d819f400f" providerId="ADAL" clId="{6166D0B7-0C52-520D-8E8C-744A4B1D6A1D}" dt="2026-05-15T18:46:59.608" v="7989" actId="1076"/>
          <ac:spMkLst>
            <pc:docMk/>
            <pc:sldMk cId="923275236" sldId="309"/>
            <ac:spMk id="86" creationId="{A26314BF-834B-9FDE-65D2-F6A137E4CD8F}"/>
          </ac:spMkLst>
        </pc:spChg>
        <pc:cxnChg chg="mod">
          <ac:chgData name="Zheng, Xinyue" userId="463dbdee-3a91-4da5-8c02-eb7d819f400f" providerId="ADAL" clId="{6166D0B7-0C52-520D-8E8C-744A4B1D6A1D}" dt="2026-05-14T17:04:57.501" v="6192" actId="14100"/>
          <ac:cxnSpMkLst>
            <pc:docMk/>
            <pc:sldMk cId="923275236" sldId="309"/>
            <ac:cxnSpMk id="41" creationId="{D2D576CC-54E4-FFCD-FCDE-33E183CFD248}"/>
          </ac:cxnSpMkLst>
        </pc:cxnChg>
        <pc:cxnChg chg="mod">
          <ac:chgData name="Zheng, Xinyue" userId="463dbdee-3a91-4da5-8c02-eb7d819f400f" providerId="ADAL" clId="{6166D0B7-0C52-520D-8E8C-744A4B1D6A1D}" dt="2026-05-14T17:04:54.197" v="6191" actId="1076"/>
          <ac:cxnSpMkLst>
            <pc:docMk/>
            <pc:sldMk cId="923275236" sldId="309"/>
            <ac:cxnSpMk id="65" creationId="{C92DEA90-1326-0429-ED83-169ED4C7CFFA}"/>
          </ac:cxnSpMkLst>
        </pc:cxnChg>
        <pc:cxnChg chg="mod">
          <ac:chgData name="Zheng, Xinyue" userId="463dbdee-3a91-4da5-8c02-eb7d819f400f" providerId="ADAL" clId="{6166D0B7-0C52-520D-8E8C-744A4B1D6A1D}" dt="2026-05-14T17:04:46.339" v="6190" actId="14100"/>
          <ac:cxnSpMkLst>
            <pc:docMk/>
            <pc:sldMk cId="923275236" sldId="309"/>
            <ac:cxnSpMk id="69" creationId="{9A378D88-F8D3-18A9-C28F-44FADFFEE7D4}"/>
          </ac:cxnSpMkLst>
        </pc:cxnChg>
        <pc:cxnChg chg="mod">
          <ac:chgData name="Zheng, Xinyue" userId="463dbdee-3a91-4da5-8c02-eb7d819f400f" providerId="ADAL" clId="{6166D0B7-0C52-520D-8E8C-744A4B1D6A1D}" dt="2026-05-14T16:51:14.289" v="6081" actId="14100"/>
          <ac:cxnSpMkLst>
            <pc:docMk/>
            <pc:sldMk cId="923275236" sldId="309"/>
            <ac:cxnSpMk id="75" creationId="{C084B67C-41FD-DEDB-7EBF-491BE6497992}"/>
          </ac:cxnSpMkLst>
        </pc:cxnChg>
        <pc:cxnChg chg="mod">
          <ac:chgData name="Zheng, Xinyue" userId="463dbdee-3a91-4da5-8c02-eb7d819f400f" providerId="ADAL" clId="{6166D0B7-0C52-520D-8E8C-744A4B1D6A1D}" dt="2026-05-14T16:52:14.809" v="6098" actId="14100"/>
          <ac:cxnSpMkLst>
            <pc:docMk/>
            <pc:sldMk cId="923275236" sldId="309"/>
            <ac:cxnSpMk id="77" creationId="{9B794AA5-9AE5-D0AA-D3F6-30394950DFB5}"/>
          </ac:cxnSpMkLst>
        </pc:cxnChg>
        <pc:cxnChg chg="mod">
          <ac:chgData name="Zheng, Xinyue" userId="463dbdee-3a91-4da5-8c02-eb7d819f400f" providerId="ADAL" clId="{6166D0B7-0C52-520D-8E8C-744A4B1D6A1D}" dt="2026-05-14T18:32:38.033" v="7081" actId="1076"/>
          <ac:cxnSpMkLst>
            <pc:docMk/>
            <pc:sldMk cId="923275236" sldId="309"/>
            <ac:cxnSpMk id="89" creationId="{A97F7FDD-D05A-767A-9CEE-9DBAC25A495E}"/>
          </ac:cxnSpMkLst>
        </pc:cxnChg>
        <pc:cxnChg chg="mod">
          <ac:chgData name="Zheng, Xinyue" userId="463dbdee-3a91-4da5-8c02-eb7d819f400f" providerId="ADAL" clId="{6166D0B7-0C52-520D-8E8C-744A4B1D6A1D}" dt="2026-05-14T16:45:38.349" v="6000" actId="14100"/>
          <ac:cxnSpMkLst>
            <pc:docMk/>
            <pc:sldMk cId="923275236" sldId="309"/>
            <ac:cxnSpMk id="97" creationId="{F13F1362-DA7C-3FB3-D5DF-C5EA7AF47542}"/>
          </ac:cxnSpMkLst>
        </pc:cxnChg>
      </pc:sldChg>
      <pc:sldChg chg="addSp delSp modSp add mod setBg">
        <pc:chgData name="Zheng, Xinyue" userId="463dbdee-3a91-4da5-8c02-eb7d819f400f" providerId="ADAL" clId="{6166D0B7-0C52-520D-8E8C-744A4B1D6A1D}" dt="2026-05-14T16:52:50.253" v="6114" actId="14100"/>
        <pc:sldMkLst>
          <pc:docMk/>
          <pc:sldMk cId="0" sldId="310"/>
        </pc:sldMkLst>
        <pc:spChg chg="mod">
          <ac:chgData name="Zheng, Xinyue" userId="463dbdee-3a91-4da5-8c02-eb7d819f400f" providerId="ADAL" clId="{6166D0B7-0C52-520D-8E8C-744A4B1D6A1D}" dt="2026-05-14T16:39:22.209" v="5978" actId="20577"/>
          <ac:spMkLst>
            <pc:docMk/>
            <pc:sldMk cId="0" sldId="310"/>
            <ac:spMk id="3" creationId="{00000000-0000-0000-0000-000000000000}"/>
          </ac:spMkLst>
        </pc:spChg>
        <pc:spChg chg="mod">
          <ac:chgData name="Zheng, Xinyue" userId="463dbdee-3a91-4da5-8c02-eb7d819f400f" providerId="ADAL" clId="{6166D0B7-0C52-520D-8E8C-744A4B1D6A1D}" dt="2026-05-14T09:04:08.345" v="5796" actId="14100"/>
          <ac:spMkLst>
            <pc:docMk/>
            <pc:sldMk cId="0" sldId="310"/>
            <ac:spMk id="6" creationId="{00000000-0000-0000-0000-000000000000}"/>
          </ac:spMkLst>
        </pc:spChg>
        <pc:spChg chg="mod">
          <ac:chgData name="Zheng, Xinyue" userId="463dbdee-3a91-4da5-8c02-eb7d819f400f" providerId="ADAL" clId="{6166D0B7-0C52-520D-8E8C-744A4B1D6A1D}" dt="2026-05-14T09:04:35.462" v="5848" actId="20577"/>
          <ac:spMkLst>
            <pc:docMk/>
            <pc:sldMk cId="0" sldId="310"/>
            <ac:spMk id="23" creationId="{00000000-0000-0000-0000-000000000000}"/>
          </ac:spMkLst>
        </pc:spChg>
        <pc:spChg chg="mod">
          <ac:chgData name="Zheng, Xinyue" userId="463dbdee-3a91-4da5-8c02-eb7d819f400f" providerId="ADAL" clId="{6166D0B7-0C52-520D-8E8C-744A4B1D6A1D}" dt="2026-05-14T16:39:05.463" v="5968" actId="108"/>
          <ac:spMkLst>
            <pc:docMk/>
            <pc:sldMk cId="0" sldId="310"/>
            <ac:spMk id="57" creationId="{00000000-0000-0000-0000-000000000000}"/>
          </ac:spMkLst>
        </pc:spChg>
        <pc:spChg chg="mod">
          <ac:chgData name="Zheng, Xinyue" userId="463dbdee-3a91-4da5-8c02-eb7d819f400f" providerId="ADAL" clId="{6166D0B7-0C52-520D-8E8C-744A4B1D6A1D}" dt="2026-05-14T09:03:56.415" v="5794" actId="1076"/>
          <ac:spMkLst>
            <pc:docMk/>
            <pc:sldMk cId="0" sldId="310"/>
            <ac:spMk id="60" creationId="{00000000-0000-0000-0000-000000000000}"/>
          </ac:spMkLst>
        </pc:spChg>
        <pc:spChg chg="mod">
          <ac:chgData name="Zheng, Xinyue" userId="463dbdee-3a91-4da5-8c02-eb7d819f400f" providerId="ADAL" clId="{6166D0B7-0C52-520D-8E8C-744A4B1D6A1D}" dt="2026-05-14T09:03:56.415" v="5794" actId="1076"/>
          <ac:spMkLst>
            <pc:docMk/>
            <pc:sldMk cId="0" sldId="310"/>
            <ac:spMk id="61" creationId="{00000000-0000-0000-0000-000000000000}"/>
          </ac:spMkLst>
        </pc:spChg>
        <pc:spChg chg="add mod">
          <ac:chgData name="Zheng, Xinyue" userId="463dbdee-3a91-4da5-8c02-eb7d819f400f" providerId="ADAL" clId="{6166D0B7-0C52-520D-8E8C-744A4B1D6A1D}" dt="2026-05-14T09:05:35.010" v="5903" actId="1076"/>
          <ac:spMkLst>
            <pc:docMk/>
            <pc:sldMk cId="0" sldId="310"/>
            <ac:spMk id="62" creationId="{EC61F63E-9E0B-285C-7877-4CFFAEF99E44}"/>
          </ac:spMkLst>
        </pc:spChg>
        <pc:spChg chg="add mod">
          <ac:chgData name="Zheng, Xinyue" userId="463dbdee-3a91-4da5-8c02-eb7d819f400f" providerId="ADAL" clId="{6166D0B7-0C52-520D-8E8C-744A4B1D6A1D}" dt="2026-05-14T16:52:50.253" v="6114" actId="14100"/>
          <ac:spMkLst>
            <pc:docMk/>
            <pc:sldMk cId="0" sldId="310"/>
            <ac:spMk id="63" creationId="{6994E3D2-89AB-AEFF-4B63-3AA66EE6F6D1}"/>
          </ac:spMkLst>
        </pc:spChg>
        <pc:spChg chg="add mod">
          <ac:chgData name="Zheng, Xinyue" userId="463dbdee-3a91-4da5-8c02-eb7d819f400f" providerId="ADAL" clId="{6166D0B7-0C52-520D-8E8C-744A4B1D6A1D}" dt="2026-05-14T09:06:26.071" v="5966" actId="1076"/>
          <ac:spMkLst>
            <pc:docMk/>
            <pc:sldMk cId="0" sldId="310"/>
            <ac:spMk id="65" creationId="{E1424D32-5D19-1170-C74E-1D2D80069369}"/>
          </ac:spMkLst>
        </pc:spChg>
      </pc:sldChg>
      <pc:sldChg chg="modSp add mod">
        <pc:chgData name="Zheng, Xinyue" userId="463dbdee-3a91-4da5-8c02-eb7d819f400f" providerId="ADAL" clId="{6166D0B7-0C52-520D-8E8C-744A4B1D6A1D}" dt="2026-05-15T20:09:08.768" v="9214" actId="20577"/>
        <pc:sldMkLst>
          <pc:docMk/>
          <pc:sldMk cId="1531784448" sldId="311"/>
        </pc:sldMkLst>
        <pc:spChg chg="mod">
          <ac:chgData name="Zheng, Xinyue" userId="463dbdee-3a91-4da5-8c02-eb7d819f400f" providerId="ADAL" clId="{6166D0B7-0C52-520D-8E8C-744A4B1D6A1D}" dt="2026-05-15T20:09:08.768" v="9214" actId="20577"/>
          <ac:spMkLst>
            <pc:docMk/>
            <pc:sldMk cId="1531784448" sldId="311"/>
            <ac:spMk id="2" creationId="{1BDE6332-F880-A847-5FB5-371D3503A5A1}"/>
          </ac:spMkLst>
        </pc:spChg>
        <pc:spChg chg="mod">
          <ac:chgData name="Zheng, Xinyue" userId="463dbdee-3a91-4da5-8c02-eb7d819f400f" providerId="ADAL" clId="{6166D0B7-0C52-520D-8E8C-744A4B1D6A1D}" dt="2026-05-14T17:57:48.676" v="6982" actId="20577"/>
          <ac:spMkLst>
            <pc:docMk/>
            <pc:sldMk cId="1531784448" sldId="311"/>
            <ac:spMk id="86" creationId="{824C112E-3E75-A040-357D-C58A2F13A3C5}"/>
          </ac:spMkLst>
        </pc:spChg>
      </pc:sldChg>
      <pc:sldChg chg="addSp delSp new mod">
        <pc:chgData name="Zheng, Xinyue" userId="463dbdee-3a91-4da5-8c02-eb7d819f400f" providerId="ADAL" clId="{6166D0B7-0C52-520D-8E8C-744A4B1D6A1D}" dt="2026-05-15T20:03:33.785" v="9010" actId="478"/>
        <pc:sldMkLst>
          <pc:docMk/>
          <pc:sldMk cId="3744293244" sldId="312"/>
        </pc:sldMkLst>
      </pc:sldChg>
      <pc:sldChg chg="addSp delSp modSp add mod">
        <pc:chgData name="Zheng, Xinyue" userId="463dbdee-3a91-4da5-8c02-eb7d819f400f" providerId="ADAL" clId="{6166D0B7-0C52-520D-8E8C-744A4B1D6A1D}" dt="2026-05-20T10:33:18.996" v="9430" actId="1076"/>
        <pc:sldMkLst>
          <pc:docMk/>
          <pc:sldMk cId="712098213" sldId="313"/>
        </pc:sldMkLst>
        <pc:spChg chg="mod">
          <ac:chgData name="Zheng, Xinyue" userId="463dbdee-3a91-4da5-8c02-eb7d819f400f" providerId="ADAL" clId="{6166D0B7-0C52-520D-8E8C-744A4B1D6A1D}" dt="2026-05-20T10:24:30.507" v="9217" actId="1076"/>
          <ac:spMkLst>
            <pc:docMk/>
            <pc:sldMk cId="712098213" sldId="313"/>
            <ac:spMk id="2" creationId="{66A5EAFC-364F-E9CA-B727-798D5862C851}"/>
          </ac:spMkLst>
        </pc:spChg>
        <pc:spChg chg="del">
          <ac:chgData name="Zheng, Xinyue" userId="463dbdee-3a91-4da5-8c02-eb7d819f400f" providerId="ADAL" clId="{6166D0B7-0C52-520D-8E8C-744A4B1D6A1D}" dt="2026-05-20T10:23:35.190" v="9216" actId="478"/>
          <ac:spMkLst>
            <pc:docMk/>
            <pc:sldMk cId="712098213" sldId="313"/>
            <ac:spMk id="3" creationId="{A250E38E-3FF1-3E55-4AF8-1D726F056A13}"/>
          </ac:spMkLst>
        </pc:spChg>
        <pc:spChg chg="add mod">
          <ac:chgData name="Zheng, Xinyue" userId="463dbdee-3a91-4da5-8c02-eb7d819f400f" providerId="ADAL" clId="{6166D0B7-0C52-520D-8E8C-744A4B1D6A1D}" dt="2026-05-20T10:24:41.809" v="9220" actId="1076"/>
          <ac:spMkLst>
            <pc:docMk/>
            <pc:sldMk cId="712098213" sldId="313"/>
            <ac:spMk id="5" creationId="{AED72288-EBEB-FDF2-668F-2852766F450F}"/>
          </ac:spMkLst>
        </pc:spChg>
        <pc:spChg chg="mod">
          <ac:chgData name="Zheng, Xinyue" userId="463dbdee-3a91-4da5-8c02-eb7d819f400f" providerId="ADAL" clId="{6166D0B7-0C52-520D-8E8C-744A4B1D6A1D}" dt="2026-05-20T10:24:33.274" v="9218" actId="1076"/>
          <ac:spMkLst>
            <pc:docMk/>
            <pc:sldMk cId="712098213" sldId="313"/>
            <ac:spMk id="7" creationId="{A7C52A8A-DA78-33B5-F347-512D749285AC}"/>
          </ac:spMkLst>
        </pc:spChg>
        <pc:spChg chg="add mod">
          <ac:chgData name="Zheng, Xinyue" userId="463dbdee-3a91-4da5-8c02-eb7d819f400f" providerId="ADAL" clId="{6166D0B7-0C52-520D-8E8C-744A4B1D6A1D}" dt="2026-05-20T10:24:47.845" v="9222" actId="1076"/>
          <ac:spMkLst>
            <pc:docMk/>
            <pc:sldMk cId="712098213" sldId="313"/>
            <ac:spMk id="8" creationId="{8A42461D-7B1D-2CB8-AB4A-71A957A09DF0}"/>
          </ac:spMkLst>
        </pc:spChg>
        <pc:spChg chg="add mod">
          <ac:chgData name="Zheng, Xinyue" userId="463dbdee-3a91-4da5-8c02-eb7d819f400f" providerId="ADAL" clId="{6166D0B7-0C52-520D-8E8C-744A4B1D6A1D}" dt="2026-05-20T10:26:34.046" v="9254" actId="1076"/>
          <ac:spMkLst>
            <pc:docMk/>
            <pc:sldMk cId="712098213" sldId="313"/>
            <ac:spMk id="9" creationId="{88D663CF-8C23-532E-D928-17D0C3C6CD32}"/>
          </ac:spMkLst>
        </pc:spChg>
        <pc:spChg chg="del">
          <ac:chgData name="Zheng, Xinyue" userId="463dbdee-3a91-4da5-8c02-eb7d819f400f" providerId="ADAL" clId="{6166D0B7-0C52-520D-8E8C-744A4B1D6A1D}" dt="2026-05-20T10:23:35.190" v="9216" actId="478"/>
          <ac:spMkLst>
            <pc:docMk/>
            <pc:sldMk cId="712098213" sldId="313"/>
            <ac:spMk id="10" creationId="{4F4CC3F8-3489-5A0D-EEC6-33AE9B7F0FD1}"/>
          </ac:spMkLst>
        </pc:spChg>
        <pc:spChg chg="add mod">
          <ac:chgData name="Zheng, Xinyue" userId="463dbdee-3a91-4da5-8c02-eb7d819f400f" providerId="ADAL" clId="{6166D0B7-0C52-520D-8E8C-744A4B1D6A1D}" dt="2026-05-20T10:26:53.890" v="9257" actId="1076"/>
          <ac:spMkLst>
            <pc:docMk/>
            <pc:sldMk cId="712098213" sldId="313"/>
            <ac:spMk id="11" creationId="{B1D1967A-EAF9-8163-1F2C-AFA5F61E622E}"/>
          </ac:spMkLst>
        </pc:spChg>
        <pc:spChg chg="del">
          <ac:chgData name="Zheng, Xinyue" userId="463dbdee-3a91-4da5-8c02-eb7d819f400f" providerId="ADAL" clId="{6166D0B7-0C52-520D-8E8C-744A4B1D6A1D}" dt="2026-05-20T10:23:35.190" v="9216" actId="478"/>
          <ac:spMkLst>
            <pc:docMk/>
            <pc:sldMk cId="712098213" sldId="313"/>
            <ac:spMk id="13" creationId="{8A0DCD74-E90A-C888-EBA6-E8C36C290458}"/>
          </ac:spMkLst>
        </pc:spChg>
        <pc:spChg chg="del">
          <ac:chgData name="Zheng, Xinyue" userId="463dbdee-3a91-4da5-8c02-eb7d819f400f" providerId="ADAL" clId="{6166D0B7-0C52-520D-8E8C-744A4B1D6A1D}" dt="2026-05-20T10:23:35.190" v="9216" actId="478"/>
          <ac:spMkLst>
            <pc:docMk/>
            <pc:sldMk cId="712098213" sldId="313"/>
            <ac:spMk id="16" creationId="{E2DC501B-3451-D61F-ABCB-B3AD467FCB75}"/>
          </ac:spMkLst>
        </pc:spChg>
        <pc:spChg chg="del">
          <ac:chgData name="Zheng, Xinyue" userId="463dbdee-3a91-4da5-8c02-eb7d819f400f" providerId="ADAL" clId="{6166D0B7-0C52-520D-8E8C-744A4B1D6A1D}" dt="2026-05-20T10:23:35.190" v="9216" actId="478"/>
          <ac:spMkLst>
            <pc:docMk/>
            <pc:sldMk cId="712098213" sldId="313"/>
            <ac:spMk id="17" creationId="{5DCEB23B-5168-E035-1A29-941F678181C4}"/>
          </ac:spMkLst>
        </pc:spChg>
        <pc:spChg chg="del">
          <ac:chgData name="Zheng, Xinyue" userId="463dbdee-3a91-4da5-8c02-eb7d819f400f" providerId="ADAL" clId="{6166D0B7-0C52-520D-8E8C-744A4B1D6A1D}" dt="2026-05-20T10:23:35.190" v="9216" actId="478"/>
          <ac:spMkLst>
            <pc:docMk/>
            <pc:sldMk cId="712098213" sldId="313"/>
            <ac:spMk id="24" creationId="{A9A8CF8C-27BA-9370-98ED-1660245A7735}"/>
          </ac:spMkLst>
        </pc:spChg>
        <pc:spChg chg="del">
          <ac:chgData name="Zheng, Xinyue" userId="463dbdee-3a91-4da5-8c02-eb7d819f400f" providerId="ADAL" clId="{6166D0B7-0C52-520D-8E8C-744A4B1D6A1D}" dt="2026-05-20T10:23:35.190" v="9216" actId="478"/>
          <ac:spMkLst>
            <pc:docMk/>
            <pc:sldMk cId="712098213" sldId="313"/>
            <ac:spMk id="28" creationId="{C7B28B5D-62DD-8AAB-57E5-B9280F5F7CC0}"/>
          </ac:spMkLst>
        </pc:spChg>
        <pc:spChg chg="add mod">
          <ac:chgData name="Zheng, Xinyue" userId="463dbdee-3a91-4da5-8c02-eb7d819f400f" providerId="ADAL" clId="{6166D0B7-0C52-520D-8E8C-744A4B1D6A1D}" dt="2026-05-20T10:28:26.134" v="9270" actId="1076"/>
          <ac:spMkLst>
            <pc:docMk/>
            <pc:sldMk cId="712098213" sldId="313"/>
            <ac:spMk id="33" creationId="{C2CE6002-3B3A-16A6-3A76-5A0B79037EB0}"/>
          </ac:spMkLst>
        </pc:spChg>
        <pc:spChg chg="add mod">
          <ac:chgData name="Zheng, Xinyue" userId="463dbdee-3a91-4da5-8c02-eb7d819f400f" providerId="ADAL" clId="{6166D0B7-0C52-520D-8E8C-744A4B1D6A1D}" dt="2026-05-20T10:30:11.981" v="9288" actId="1076"/>
          <ac:spMkLst>
            <pc:docMk/>
            <pc:sldMk cId="712098213" sldId="313"/>
            <ac:spMk id="36" creationId="{C015896D-BB75-E42F-5E1A-2CF6F6876E60}"/>
          </ac:spMkLst>
        </pc:spChg>
        <pc:spChg chg="del">
          <ac:chgData name="Zheng, Xinyue" userId="463dbdee-3a91-4da5-8c02-eb7d819f400f" providerId="ADAL" clId="{6166D0B7-0C52-520D-8E8C-744A4B1D6A1D}" dt="2026-05-20T10:23:35.190" v="9216" actId="478"/>
          <ac:spMkLst>
            <pc:docMk/>
            <pc:sldMk cId="712098213" sldId="313"/>
            <ac:spMk id="37" creationId="{82C78026-DDFD-1749-F366-FA60788F2E63}"/>
          </ac:spMkLst>
        </pc:spChg>
        <pc:spChg chg="add mod">
          <ac:chgData name="Zheng, Xinyue" userId="463dbdee-3a91-4da5-8c02-eb7d819f400f" providerId="ADAL" clId="{6166D0B7-0C52-520D-8E8C-744A4B1D6A1D}" dt="2026-05-20T10:33:04.516" v="9408" actId="14100"/>
          <ac:spMkLst>
            <pc:docMk/>
            <pc:sldMk cId="712098213" sldId="313"/>
            <ac:spMk id="38" creationId="{381D7A96-324C-F606-EFF2-B755B9A277C1}"/>
          </ac:spMkLst>
        </pc:spChg>
        <pc:spChg chg="add mod">
          <ac:chgData name="Zheng, Xinyue" userId="463dbdee-3a91-4da5-8c02-eb7d819f400f" providerId="ADAL" clId="{6166D0B7-0C52-520D-8E8C-744A4B1D6A1D}" dt="2026-05-20T10:28:26.134" v="9270" actId="1076"/>
          <ac:spMkLst>
            <pc:docMk/>
            <pc:sldMk cId="712098213" sldId="313"/>
            <ac:spMk id="39" creationId="{4644ECC5-81D3-8B8D-DBE5-2786D9E5D312}"/>
          </ac:spMkLst>
        </pc:spChg>
        <pc:spChg chg="add mod">
          <ac:chgData name="Zheng, Xinyue" userId="463dbdee-3a91-4da5-8c02-eb7d819f400f" providerId="ADAL" clId="{6166D0B7-0C52-520D-8E8C-744A4B1D6A1D}" dt="2026-05-20T10:30:11.981" v="9288" actId="1076"/>
          <ac:spMkLst>
            <pc:docMk/>
            <pc:sldMk cId="712098213" sldId="313"/>
            <ac:spMk id="42" creationId="{ECA90264-DF66-8CB0-72A7-469DC7AE3D50}"/>
          </ac:spMkLst>
        </pc:spChg>
        <pc:spChg chg="add mod">
          <ac:chgData name="Zheng, Xinyue" userId="463dbdee-3a91-4da5-8c02-eb7d819f400f" providerId="ADAL" clId="{6166D0B7-0C52-520D-8E8C-744A4B1D6A1D}" dt="2026-05-20T10:28:26.134" v="9270" actId="1076"/>
          <ac:spMkLst>
            <pc:docMk/>
            <pc:sldMk cId="712098213" sldId="313"/>
            <ac:spMk id="44" creationId="{8D9C5F62-5C8E-3D91-4B8C-C64D668434BC}"/>
          </ac:spMkLst>
        </pc:spChg>
        <pc:spChg chg="add mod">
          <ac:chgData name="Zheng, Xinyue" userId="463dbdee-3a91-4da5-8c02-eb7d819f400f" providerId="ADAL" clId="{6166D0B7-0C52-520D-8E8C-744A4B1D6A1D}" dt="2026-05-20T10:28:26.134" v="9270" actId="1076"/>
          <ac:spMkLst>
            <pc:docMk/>
            <pc:sldMk cId="712098213" sldId="313"/>
            <ac:spMk id="46" creationId="{723BBD16-C95F-0919-3C50-9765461E2192}"/>
          </ac:spMkLst>
        </pc:spChg>
        <pc:spChg chg="add mod">
          <ac:chgData name="Zheng, Xinyue" userId="463dbdee-3a91-4da5-8c02-eb7d819f400f" providerId="ADAL" clId="{6166D0B7-0C52-520D-8E8C-744A4B1D6A1D}" dt="2026-05-20T10:28:26.134" v="9270" actId="1076"/>
          <ac:spMkLst>
            <pc:docMk/>
            <pc:sldMk cId="712098213" sldId="313"/>
            <ac:spMk id="47" creationId="{49648F2F-8EAD-11A8-D339-72C134BCE655}"/>
          </ac:spMkLst>
        </pc:spChg>
        <pc:spChg chg="add mod">
          <ac:chgData name="Zheng, Xinyue" userId="463dbdee-3a91-4da5-8c02-eb7d819f400f" providerId="ADAL" clId="{6166D0B7-0C52-520D-8E8C-744A4B1D6A1D}" dt="2026-05-20T10:28:26.134" v="9270" actId="1076"/>
          <ac:spMkLst>
            <pc:docMk/>
            <pc:sldMk cId="712098213" sldId="313"/>
            <ac:spMk id="48" creationId="{19CC760F-F7A5-BBE4-1086-A25F79030895}"/>
          </ac:spMkLst>
        </pc:spChg>
        <pc:spChg chg="add mod">
          <ac:chgData name="Zheng, Xinyue" userId="463dbdee-3a91-4da5-8c02-eb7d819f400f" providerId="ADAL" clId="{6166D0B7-0C52-520D-8E8C-744A4B1D6A1D}" dt="2026-05-20T10:33:06.919" v="9409" actId="14100"/>
          <ac:spMkLst>
            <pc:docMk/>
            <pc:sldMk cId="712098213" sldId="313"/>
            <ac:spMk id="51" creationId="{B7713D4F-0D08-1AD2-9EE7-66DFAF3FC317}"/>
          </ac:spMkLst>
        </pc:spChg>
        <pc:spChg chg="add mod">
          <ac:chgData name="Zheng, Xinyue" userId="463dbdee-3a91-4da5-8c02-eb7d819f400f" providerId="ADAL" clId="{6166D0B7-0C52-520D-8E8C-744A4B1D6A1D}" dt="2026-05-20T10:29:37.503" v="9285" actId="1076"/>
          <ac:spMkLst>
            <pc:docMk/>
            <pc:sldMk cId="712098213" sldId="313"/>
            <ac:spMk id="52" creationId="{4431C3A8-5E2B-8A36-8B95-5C19BACC1160}"/>
          </ac:spMkLst>
        </pc:spChg>
        <pc:spChg chg="add mod">
          <ac:chgData name="Zheng, Xinyue" userId="463dbdee-3a91-4da5-8c02-eb7d819f400f" providerId="ADAL" clId="{6166D0B7-0C52-520D-8E8C-744A4B1D6A1D}" dt="2026-05-20T10:29:52.621" v="9287" actId="1076"/>
          <ac:spMkLst>
            <pc:docMk/>
            <pc:sldMk cId="712098213" sldId="313"/>
            <ac:spMk id="54" creationId="{8CD9731C-0D86-6281-D57D-601DAFFEFA48}"/>
          </ac:spMkLst>
        </pc:spChg>
        <pc:spChg chg="del">
          <ac:chgData name="Zheng, Xinyue" userId="463dbdee-3a91-4da5-8c02-eb7d819f400f" providerId="ADAL" clId="{6166D0B7-0C52-520D-8E8C-744A4B1D6A1D}" dt="2026-05-20T10:23:35.190" v="9216" actId="478"/>
          <ac:spMkLst>
            <pc:docMk/>
            <pc:sldMk cId="712098213" sldId="313"/>
            <ac:spMk id="57" creationId="{7683015F-EBE4-5907-EAF9-01570ECC4B31}"/>
          </ac:spMkLst>
        </pc:spChg>
        <pc:spChg chg="add mod">
          <ac:chgData name="Zheng, Xinyue" userId="463dbdee-3a91-4da5-8c02-eb7d819f400f" providerId="ADAL" clId="{6166D0B7-0C52-520D-8E8C-744A4B1D6A1D}" dt="2026-05-20T10:30:36.264" v="9310" actId="1076"/>
          <ac:spMkLst>
            <pc:docMk/>
            <pc:sldMk cId="712098213" sldId="313"/>
            <ac:spMk id="58" creationId="{C4972296-BA99-5A4B-BE3B-F7228A5C17FF}"/>
          </ac:spMkLst>
        </pc:spChg>
        <pc:spChg chg="add mod">
          <ac:chgData name="Zheng, Xinyue" userId="463dbdee-3a91-4da5-8c02-eb7d819f400f" providerId="ADAL" clId="{6166D0B7-0C52-520D-8E8C-744A4B1D6A1D}" dt="2026-05-20T10:31:09.607" v="9326" actId="1076"/>
          <ac:spMkLst>
            <pc:docMk/>
            <pc:sldMk cId="712098213" sldId="313"/>
            <ac:spMk id="59" creationId="{AC644928-0C01-4D45-667F-8352DD855E42}"/>
          </ac:spMkLst>
        </pc:spChg>
        <pc:spChg chg="add mod">
          <ac:chgData name="Zheng, Xinyue" userId="463dbdee-3a91-4da5-8c02-eb7d819f400f" providerId="ADAL" clId="{6166D0B7-0C52-520D-8E8C-744A4B1D6A1D}" dt="2026-05-20T10:32:02.210" v="9376" actId="1076"/>
          <ac:spMkLst>
            <pc:docMk/>
            <pc:sldMk cId="712098213" sldId="313"/>
            <ac:spMk id="60" creationId="{18B9D5EC-77B9-2B93-F3C5-C1D95802E275}"/>
          </ac:spMkLst>
        </pc:spChg>
        <pc:spChg chg="add mod">
          <ac:chgData name="Zheng, Xinyue" userId="463dbdee-3a91-4da5-8c02-eb7d819f400f" providerId="ADAL" clId="{6166D0B7-0C52-520D-8E8C-744A4B1D6A1D}" dt="2026-05-20T10:32:44.645" v="9386" actId="14100"/>
          <ac:spMkLst>
            <pc:docMk/>
            <pc:sldMk cId="712098213" sldId="313"/>
            <ac:spMk id="74" creationId="{D16CE0CF-B6CF-4612-6891-DEF937453E28}"/>
          </ac:spMkLst>
        </pc:spChg>
        <pc:spChg chg="add mod">
          <ac:chgData name="Zheng, Xinyue" userId="463dbdee-3a91-4da5-8c02-eb7d819f400f" providerId="ADAL" clId="{6166D0B7-0C52-520D-8E8C-744A4B1D6A1D}" dt="2026-05-20T10:32:51.702" v="9405" actId="20577"/>
          <ac:spMkLst>
            <pc:docMk/>
            <pc:sldMk cId="712098213" sldId="313"/>
            <ac:spMk id="76" creationId="{0D674954-1857-A3D6-9ED1-ADB640CB9F91}"/>
          </ac:spMkLst>
        </pc:spChg>
        <pc:spChg chg="add mod">
          <ac:chgData name="Zheng, Xinyue" userId="463dbdee-3a91-4da5-8c02-eb7d819f400f" providerId="ADAL" clId="{6166D0B7-0C52-520D-8E8C-744A4B1D6A1D}" dt="2026-05-20T10:33:18.996" v="9430" actId="1076"/>
          <ac:spMkLst>
            <pc:docMk/>
            <pc:sldMk cId="712098213" sldId="313"/>
            <ac:spMk id="78" creationId="{E23C35D6-91D3-AD41-8A38-947E530A359D}"/>
          </ac:spMkLst>
        </pc:spChg>
        <pc:spChg chg="del">
          <ac:chgData name="Zheng, Xinyue" userId="463dbdee-3a91-4da5-8c02-eb7d819f400f" providerId="ADAL" clId="{6166D0B7-0C52-520D-8E8C-744A4B1D6A1D}" dt="2026-05-20T10:23:35.190" v="9216" actId="478"/>
          <ac:spMkLst>
            <pc:docMk/>
            <pc:sldMk cId="712098213" sldId="313"/>
            <ac:spMk id="81" creationId="{E9747146-76C6-6368-679A-4B9DFEB63CDD}"/>
          </ac:spMkLst>
        </pc:spChg>
        <pc:cxnChg chg="add">
          <ac:chgData name="Zheng, Xinyue" userId="463dbdee-3a91-4da5-8c02-eb7d819f400f" providerId="ADAL" clId="{6166D0B7-0C52-520D-8E8C-744A4B1D6A1D}" dt="2026-05-20T10:26:21.529" v="9250" actId="11529"/>
          <ac:cxnSpMkLst>
            <pc:docMk/>
            <pc:sldMk cId="712098213" sldId="313"/>
            <ac:cxnSpMk id="14" creationId="{F45967B6-36F3-B1DB-12EE-DA97C61AAC7A}"/>
          </ac:cxnSpMkLst>
        </pc:cxnChg>
        <pc:cxnChg chg="add mod">
          <ac:chgData name="Zheng, Xinyue" userId="463dbdee-3a91-4da5-8c02-eb7d819f400f" providerId="ADAL" clId="{6166D0B7-0C52-520D-8E8C-744A4B1D6A1D}" dt="2026-05-20T10:26:34.046" v="9254" actId="1076"/>
          <ac:cxnSpMkLst>
            <pc:docMk/>
            <pc:sldMk cId="712098213" sldId="313"/>
            <ac:cxnSpMk id="18" creationId="{85AFC3AE-DF47-D5AA-A559-7EE89FF7F3F4}"/>
          </ac:cxnSpMkLst>
        </pc:cxnChg>
        <pc:cxnChg chg="add mod">
          <ac:chgData name="Zheng, Xinyue" userId="463dbdee-3a91-4da5-8c02-eb7d819f400f" providerId="ADAL" clId="{6166D0B7-0C52-520D-8E8C-744A4B1D6A1D}" dt="2026-05-20T10:26:53.890" v="9257" actId="1076"/>
          <ac:cxnSpMkLst>
            <pc:docMk/>
            <pc:sldMk cId="712098213" sldId="313"/>
            <ac:cxnSpMk id="30" creationId="{243B3D62-3D61-40C5-21B9-3F5D485C11D9}"/>
          </ac:cxnSpMkLst>
        </pc:cxnChg>
        <pc:cxnChg chg="add mod">
          <ac:chgData name="Zheng, Xinyue" userId="463dbdee-3a91-4da5-8c02-eb7d819f400f" providerId="ADAL" clId="{6166D0B7-0C52-520D-8E8C-744A4B1D6A1D}" dt="2026-05-20T10:28:26.134" v="9270" actId="1076"/>
          <ac:cxnSpMkLst>
            <pc:docMk/>
            <pc:sldMk cId="712098213" sldId="313"/>
            <ac:cxnSpMk id="40" creationId="{DDB045F2-F541-D5AA-68A9-62A42F74293C}"/>
          </ac:cxnSpMkLst>
        </pc:cxnChg>
        <pc:cxnChg chg="mod">
          <ac:chgData name="Zheng, Xinyue" userId="463dbdee-3a91-4da5-8c02-eb7d819f400f" providerId="ADAL" clId="{6166D0B7-0C52-520D-8E8C-744A4B1D6A1D}" dt="2026-05-20T10:30:11.981" v="9288" actId="1076"/>
          <ac:cxnSpMkLst>
            <pc:docMk/>
            <pc:sldMk cId="712098213" sldId="313"/>
            <ac:cxnSpMk id="43" creationId="{BF4E9AF5-DDAE-1F33-A257-68E11E996ACE}"/>
          </ac:cxnSpMkLst>
        </pc:cxnChg>
        <pc:cxnChg chg="add mod">
          <ac:chgData name="Zheng, Xinyue" userId="463dbdee-3a91-4da5-8c02-eb7d819f400f" providerId="ADAL" clId="{6166D0B7-0C52-520D-8E8C-744A4B1D6A1D}" dt="2026-05-20T10:30:11.981" v="9288" actId="1076"/>
          <ac:cxnSpMkLst>
            <pc:docMk/>
            <pc:sldMk cId="712098213" sldId="313"/>
            <ac:cxnSpMk id="50" creationId="{ED619A10-9376-8F74-0586-25A927F257A4}"/>
          </ac:cxnSpMkLst>
        </pc:cxnChg>
        <pc:cxnChg chg="add mod">
          <ac:chgData name="Zheng, Xinyue" userId="463dbdee-3a91-4da5-8c02-eb7d819f400f" providerId="ADAL" clId="{6166D0B7-0C52-520D-8E8C-744A4B1D6A1D}" dt="2026-05-20T10:32:03.974" v="9377" actId="13822"/>
          <ac:cxnSpMkLst>
            <pc:docMk/>
            <pc:sldMk cId="712098213" sldId="313"/>
            <ac:cxnSpMk id="62" creationId="{AA146204-9A6A-1A2D-5E8D-F1FA6BBDDBB5}"/>
          </ac:cxnSpMkLst>
        </pc:cxnChg>
        <pc:cxnChg chg="add mod">
          <ac:chgData name="Zheng, Xinyue" userId="463dbdee-3a91-4da5-8c02-eb7d819f400f" providerId="ADAL" clId="{6166D0B7-0C52-520D-8E8C-744A4B1D6A1D}" dt="2026-05-20T10:32:14.585" v="9380" actId="13822"/>
          <ac:cxnSpMkLst>
            <pc:docMk/>
            <pc:sldMk cId="712098213" sldId="313"/>
            <ac:cxnSpMk id="66" creationId="{49FB2EBF-C7D3-1C68-203C-C0521B35930F}"/>
          </ac:cxnSpMkLst>
        </pc:cxnChg>
        <pc:cxnChg chg="add mod">
          <ac:chgData name="Zheng, Xinyue" userId="463dbdee-3a91-4da5-8c02-eb7d819f400f" providerId="ADAL" clId="{6166D0B7-0C52-520D-8E8C-744A4B1D6A1D}" dt="2026-05-20T10:33:04.516" v="9408" actId="14100"/>
          <ac:cxnSpMkLst>
            <pc:docMk/>
            <pc:sldMk cId="712098213" sldId="313"/>
            <ac:cxnSpMk id="73" creationId="{27C5093B-3F49-7C1F-1FC6-344542D55073}"/>
          </ac:cxnSpMkLst>
        </pc:cxnChg>
      </pc:sldChg>
      <pc:sldMasterChg chg="modSp modSldLayout">
        <pc:chgData name="Zheng, Xinyue" userId="463dbdee-3a91-4da5-8c02-eb7d819f400f" providerId="ADAL" clId="{6166D0B7-0C52-520D-8E8C-744A4B1D6A1D}" dt="2026-04-14T23:05:55.892" v="47"/>
        <pc:sldMasterMkLst>
          <pc:docMk/>
          <pc:sldMasterMk cId="2420128447" sldId="2147483650"/>
        </pc:sldMasterMkLst>
        <pc:sldLayoutChg chg="modSp">
          <pc:chgData name="Zheng, Xinyue" userId="463dbdee-3a91-4da5-8c02-eb7d819f400f" providerId="ADAL" clId="{6166D0B7-0C52-520D-8E8C-744A4B1D6A1D}" dt="2026-04-14T23:05:55.892" v="47"/>
          <pc:sldLayoutMkLst>
            <pc:docMk/>
            <pc:sldMasterMk cId="2420128447" sldId="2147483650"/>
            <pc:sldLayoutMk cId="1655544008" sldId="2147483651"/>
          </pc:sldLayoutMkLst>
        </pc:sldLayoutChg>
        <pc:sldLayoutChg chg="modSp">
          <pc:chgData name="Zheng, Xinyue" userId="463dbdee-3a91-4da5-8c02-eb7d819f400f" providerId="ADAL" clId="{6166D0B7-0C52-520D-8E8C-744A4B1D6A1D}" dt="2026-04-14T23:05:55.892" v="47"/>
          <pc:sldLayoutMkLst>
            <pc:docMk/>
            <pc:sldMasterMk cId="2420128447" sldId="2147483650"/>
            <pc:sldLayoutMk cId="1984241989" sldId="2147483653"/>
          </pc:sldLayoutMkLst>
        </pc:sldLayoutChg>
        <pc:sldLayoutChg chg="modSp">
          <pc:chgData name="Zheng, Xinyue" userId="463dbdee-3a91-4da5-8c02-eb7d819f400f" providerId="ADAL" clId="{6166D0B7-0C52-520D-8E8C-744A4B1D6A1D}" dt="2026-04-14T23:05:55.892" v="47"/>
          <pc:sldLayoutMkLst>
            <pc:docMk/>
            <pc:sldMasterMk cId="2420128447" sldId="2147483650"/>
            <pc:sldLayoutMk cId="2152263700" sldId="2147483654"/>
          </pc:sldLayoutMkLst>
        </pc:sldLayoutChg>
        <pc:sldLayoutChg chg="modSp">
          <pc:chgData name="Zheng, Xinyue" userId="463dbdee-3a91-4da5-8c02-eb7d819f400f" providerId="ADAL" clId="{6166D0B7-0C52-520D-8E8C-744A4B1D6A1D}" dt="2026-04-14T23:05:55.892" v="47"/>
          <pc:sldLayoutMkLst>
            <pc:docMk/>
            <pc:sldMasterMk cId="2420128447" sldId="2147483650"/>
            <pc:sldLayoutMk cId="2322934987" sldId="2147483655"/>
          </pc:sldLayoutMkLst>
        </pc:sldLayoutChg>
        <pc:sldLayoutChg chg="modSp">
          <pc:chgData name="Zheng, Xinyue" userId="463dbdee-3a91-4da5-8c02-eb7d819f400f" providerId="ADAL" clId="{6166D0B7-0C52-520D-8E8C-744A4B1D6A1D}" dt="2026-04-14T23:05:55.892" v="47"/>
          <pc:sldLayoutMkLst>
            <pc:docMk/>
            <pc:sldMasterMk cId="2420128447" sldId="2147483650"/>
            <pc:sldLayoutMk cId="3067133339" sldId="2147483658"/>
          </pc:sldLayoutMkLst>
        </pc:sldLayoutChg>
        <pc:sldLayoutChg chg="modSp">
          <pc:chgData name="Zheng, Xinyue" userId="463dbdee-3a91-4da5-8c02-eb7d819f400f" providerId="ADAL" clId="{6166D0B7-0C52-520D-8E8C-744A4B1D6A1D}" dt="2026-04-14T23:05:55.892" v="47"/>
          <pc:sldLayoutMkLst>
            <pc:docMk/>
            <pc:sldMasterMk cId="2420128447" sldId="2147483650"/>
            <pc:sldLayoutMk cId="1830095262" sldId="2147483659"/>
          </pc:sldLayoutMkLst>
        </pc:sldLayoutChg>
        <pc:sldLayoutChg chg="modSp">
          <pc:chgData name="Zheng, Xinyue" userId="463dbdee-3a91-4da5-8c02-eb7d819f400f" providerId="ADAL" clId="{6166D0B7-0C52-520D-8E8C-744A4B1D6A1D}" dt="2026-04-14T23:05:55.892" v="47"/>
          <pc:sldLayoutMkLst>
            <pc:docMk/>
            <pc:sldMasterMk cId="2420128447" sldId="2147483650"/>
            <pc:sldLayoutMk cId="532524752" sldId="2147483661"/>
          </pc:sldLayoutMkLst>
        </pc:sldLayoutChg>
      </pc:sldMasterChg>
      <pc:sldMasterChg chg="modSp modSldLayout">
        <pc:chgData name="Zheng, Xinyue" userId="463dbdee-3a91-4da5-8c02-eb7d819f400f" providerId="ADAL" clId="{6166D0B7-0C52-520D-8E8C-744A4B1D6A1D}" dt="2026-04-15T22:30:11.207" v="1543"/>
        <pc:sldMasterMkLst>
          <pc:docMk/>
          <pc:sldMasterMk cId="364981214" sldId="2147483663"/>
        </pc:sldMasterMkLst>
        <pc:sldLayoutChg chg="modSp">
          <pc:chgData name="Zheng, Xinyue" userId="463dbdee-3a91-4da5-8c02-eb7d819f400f" providerId="ADAL" clId="{6166D0B7-0C52-520D-8E8C-744A4B1D6A1D}" dt="2026-04-15T22:30:11.207" v="1543"/>
          <pc:sldLayoutMkLst>
            <pc:docMk/>
            <pc:sldMasterMk cId="364981214" sldId="2147483663"/>
            <pc:sldLayoutMk cId="1202948043" sldId="2147483664"/>
          </pc:sldLayoutMkLst>
        </pc:sldLayoutChg>
        <pc:sldLayoutChg chg="modSp">
          <pc:chgData name="Zheng, Xinyue" userId="463dbdee-3a91-4da5-8c02-eb7d819f400f" providerId="ADAL" clId="{6166D0B7-0C52-520D-8E8C-744A4B1D6A1D}" dt="2026-04-15T22:30:11.207" v="1543"/>
          <pc:sldLayoutMkLst>
            <pc:docMk/>
            <pc:sldMasterMk cId="364981214" sldId="2147483663"/>
            <pc:sldLayoutMk cId="992492400" sldId="2147483666"/>
          </pc:sldLayoutMkLst>
        </pc:sldLayoutChg>
        <pc:sldLayoutChg chg="modSp">
          <pc:chgData name="Zheng, Xinyue" userId="463dbdee-3a91-4da5-8c02-eb7d819f400f" providerId="ADAL" clId="{6166D0B7-0C52-520D-8E8C-744A4B1D6A1D}" dt="2026-04-15T22:30:11.207" v="1543"/>
          <pc:sldLayoutMkLst>
            <pc:docMk/>
            <pc:sldMasterMk cId="364981214" sldId="2147483663"/>
            <pc:sldLayoutMk cId="2344333850" sldId="2147483667"/>
          </pc:sldLayoutMkLst>
        </pc:sldLayoutChg>
        <pc:sldLayoutChg chg="modSp">
          <pc:chgData name="Zheng, Xinyue" userId="463dbdee-3a91-4da5-8c02-eb7d819f400f" providerId="ADAL" clId="{6166D0B7-0C52-520D-8E8C-744A4B1D6A1D}" dt="2026-04-15T22:30:11.207" v="1543"/>
          <pc:sldLayoutMkLst>
            <pc:docMk/>
            <pc:sldMasterMk cId="364981214" sldId="2147483663"/>
            <pc:sldLayoutMk cId="56782414" sldId="2147483668"/>
          </pc:sldLayoutMkLst>
        </pc:sldLayoutChg>
        <pc:sldLayoutChg chg="modSp">
          <pc:chgData name="Zheng, Xinyue" userId="463dbdee-3a91-4da5-8c02-eb7d819f400f" providerId="ADAL" clId="{6166D0B7-0C52-520D-8E8C-744A4B1D6A1D}" dt="2026-04-15T22:30:11.207" v="1543"/>
          <pc:sldLayoutMkLst>
            <pc:docMk/>
            <pc:sldMasterMk cId="364981214" sldId="2147483663"/>
            <pc:sldLayoutMk cId="210772152" sldId="2147483671"/>
          </pc:sldLayoutMkLst>
        </pc:sldLayoutChg>
        <pc:sldLayoutChg chg="modSp">
          <pc:chgData name="Zheng, Xinyue" userId="463dbdee-3a91-4da5-8c02-eb7d819f400f" providerId="ADAL" clId="{6166D0B7-0C52-520D-8E8C-744A4B1D6A1D}" dt="2026-04-15T22:30:11.207" v="1543"/>
          <pc:sldLayoutMkLst>
            <pc:docMk/>
            <pc:sldMasterMk cId="364981214" sldId="2147483663"/>
            <pc:sldLayoutMk cId="2053370141" sldId="2147483672"/>
          </pc:sldLayoutMkLst>
        </pc:sldLayoutChg>
        <pc:sldLayoutChg chg="modSp">
          <pc:chgData name="Zheng, Xinyue" userId="463dbdee-3a91-4da5-8c02-eb7d819f400f" providerId="ADAL" clId="{6166D0B7-0C52-520D-8E8C-744A4B1D6A1D}" dt="2026-04-15T22:30:11.207" v="1543"/>
          <pc:sldLayoutMkLst>
            <pc:docMk/>
            <pc:sldMasterMk cId="364981214" sldId="2147483663"/>
            <pc:sldLayoutMk cId="3769267461" sldId="2147483674"/>
          </pc:sldLayoutMkLst>
        </pc:sldLayoutChg>
      </pc:sldMasterChg>
      <pc:sldMasterChg chg="modSp modSldLayout">
        <pc:chgData name="Zheng, Xinyue" userId="463dbdee-3a91-4da5-8c02-eb7d819f400f" providerId="ADAL" clId="{6166D0B7-0C52-520D-8E8C-744A4B1D6A1D}" dt="2026-04-23T06:58:00.171" v="2336"/>
        <pc:sldMasterMkLst>
          <pc:docMk/>
          <pc:sldMasterMk cId="3042446048" sldId="2147483676"/>
        </pc:sldMasterMkLst>
        <pc:spChg chg="mod">
          <ac:chgData name="Zheng, Xinyue" userId="463dbdee-3a91-4da5-8c02-eb7d819f400f" providerId="ADAL" clId="{6166D0B7-0C52-520D-8E8C-744A4B1D6A1D}" dt="2026-04-23T06:58:00.171" v="2336"/>
          <ac:spMkLst>
            <pc:docMk/>
            <pc:sldMasterMk cId="3042446048" sldId="2147483676"/>
            <ac:spMk id="2"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ac:spMk id="3"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ac:spMk id="4"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ac:spMk id="5"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ac:spMk id="6" creationId="{00000000-0000-0000-0000-000000000000}"/>
          </ac:spMkLst>
        </pc:spChg>
        <pc:sldLayoutChg chg="modSp">
          <pc:chgData name="Zheng, Xinyue" userId="463dbdee-3a91-4da5-8c02-eb7d819f400f" providerId="ADAL" clId="{6166D0B7-0C52-520D-8E8C-744A4B1D6A1D}" dt="2026-04-23T06:58:00.171" v="2336"/>
          <pc:sldLayoutMkLst>
            <pc:docMk/>
            <pc:sldMasterMk cId="3042446048" sldId="2147483676"/>
            <pc:sldLayoutMk cId="2493216257" sldId="2147483677"/>
          </pc:sldLayoutMkLst>
          <pc:spChg chg="mod">
            <ac:chgData name="Zheng, Xinyue" userId="463dbdee-3a91-4da5-8c02-eb7d819f400f" providerId="ADAL" clId="{6166D0B7-0C52-520D-8E8C-744A4B1D6A1D}" dt="2026-04-23T06:58:00.171" v="2336"/>
            <ac:spMkLst>
              <pc:docMk/>
              <pc:sldMasterMk cId="3042446048" sldId="2147483676"/>
              <pc:sldLayoutMk cId="2493216257" sldId="2147483677"/>
              <ac:spMk id="2"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pc:sldLayoutMk cId="2493216257" sldId="2147483677"/>
              <ac:spMk id="3" creationId="{00000000-0000-0000-0000-000000000000}"/>
            </ac:spMkLst>
          </pc:spChg>
        </pc:sldLayoutChg>
        <pc:sldLayoutChg chg="modSp">
          <pc:chgData name="Zheng, Xinyue" userId="463dbdee-3a91-4da5-8c02-eb7d819f400f" providerId="ADAL" clId="{6166D0B7-0C52-520D-8E8C-744A4B1D6A1D}" dt="2026-04-23T06:58:00.171" v="2336"/>
          <pc:sldLayoutMkLst>
            <pc:docMk/>
            <pc:sldMasterMk cId="3042446048" sldId="2147483676"/>
            <pc:sldLayoutMk cId="4093291514" sldId="2147483679"/>
          </pc:sldLayoutMkLst>
          <pc:spChg chg="mod">
            <ac:chgData name="Zheng, Xinyue" userId="463dbdee-3a91-4da5-8c02-eb7d819f400f" providerId="ADAL" clId="{6166D0B7-0C52-520D-8E8C-744A4B1D6A1D}" dt="2026-04-23T06:58:00.171" v="2336"/>
            <ac:spMkLst>
              <pc:docMk/>
              <pc:sldMasterMk cId="3042446048" sldId="2147483676"/>
              <pc:sldLayoutMk cId="4093291514" sldId="2147483679"/>
              <ac:spMk id="2"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pc:sldLayoutMk cId="4093291514" sldId="2147483679"/>
              <ac:spMk id="3" creationId="{00000000-0000-0000-0000-000000000000}"/>
            </ac:spMkLst>
          </pc:spChg>
        </pc:sldLayoutChg>
        <pc:sldLayoutChg chg="modSp">
          <pc:chgData name="Zheng, Xinyue" userId="463dbdee-3a91-4da5-8c02-eb7d819f400f" providerId="ADAL" clId="{6166D0B7-0C52-520D-8E8C-744A4B1D6A1D}" dt="2026-04-23T06:58:00.171" v="2336"/>
          <pc:sldLayoutMkLst>
            <pc:docMk/>
            <pc:sldMasterMk cId="3042446048" sldId="2147483676"/>
            <pc:sldLayoutMk cId="2102500733" sldId="2147483680"/>
          </pc:sldLayoutMkLst>
          <pc:spChg chg="mod">
            <ac:chgData name="Zheng, Xinyue" userId="463dbdee-3a91-4da5-8c02-eb7d819f400f" providerId="ADAL" clId="{6166D0B7-0C52-520D-8E8C-744A4B1D6A1D}" dt="2026-04-23T06:58:00.171" v="2336"/>
            <ac:spMkLst>
              <pc:docMk/>
              <pc:sldMasterMk cId="3042446048" sldId="2147483676"/>
              <pc:sldLayoutMk cId="2102500733" sldId="2147483680"/>
              <ac:spMk id="3"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pc:sldLayoutMk cId="2102500733" sldId="2147483680"/>
              <ac:spMk id="4" creationId="{00000000-0000-0000-0000-000000000000}"/>
            </ac:spMkLst>
          </pc:spChg>
        </pc:sldLayoutChg>
        <pc:sldLayoutChg chg="modSp">
          <pc:chgData name="Zheng, Xinyue" userId="463dbdee-3a91-4da5-8c02-eb7d819f400f" providerId="ADAL" clId="{6166D0B7-0C52-520D-8E8C-744A4B1D6A1D}" dt="2026-04-23T06:58:00.171" v="2336"/>
          <pc:sldLayoutMkLst>
            <pc:docMk/>
            <pc:sldMasterMk cId="3042446048" sldId="2147483676"/>
            <pc:sldLayoutMk cId="3845612672" sldId="2147483681"/>
          </pc:sldLayoutMkLst>
          <pc:spChg chg="mod">
            <ac:chgData name="Zheng, Xinyue" userId="463dbdee-3a91-4da5-8c02-eb7d819f400f" providerId="ADAL" clId="{6166D0B7-0C52-520D-8E8C-744A4B1D6A1D}" dt="2026-04-23T06:58:00.171" v="2336"/>
            <ac:spMkLst>
              <pc:docMk/>
              <pc:sldMasterMk cId="3042446048" sldId="2147483676"/>
              <pc:sldLayoutMk cId="3845612672" sldId="2147483681"/>
              <ac:spMk id="2"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pc:sldLayoutMk cId="3845612672" sldId="2147483681"/>
              <ac:spMk id="3"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pc:sldLayoutMk cId="3845612672" sldId="2147483681"/>
              <ac:spMk id="4"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pc:sldLayoutMk cId="3845612672" sldId="2147483681"/>
              <ac:spMk id="5"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pc:sldLayoutMk cId="3845612672" sldId="2147483681"/>
              <ac:spMk id="6" creationId="{00000000-0000-0000-0000-000000000000}"/>
            </ac:spMkLst>
          </pc:spChg>
        </pc:sldLayoutChg>
        <pc:sldLayoutChg chg="modSp">
          <pc:chgData name="Zheng, Xinyue" userId="463dbdee-3a91-4da5-8c02-eb7d819f400f" providerId="ADAL" clId="{6166D0B7-0C52-520D-8E8C-744A4B1D6A1D}" dt="2026-04-23T06:58:00.171" v="2336"/>
          <pc:sldLayoutMkLst>
            <pc:docMk/>
            <pc:sldMasterMk cId="3042446048" sldId="2147483676"/>
            <pc:sldLayoutMk cId="853567883" sldId="2147483684"/>
          </pc:sldLayoutMkLst>
          <pc:spChg chg="mod">
            <ac:chgData name="Zheng, Xinyue" userId="463dbdee-3a91-4da5-8c02-eb7d819f400f" providerId="ADAL" clId="{6166D0B7-0C52-520D-8E8C-744A4B1D6A1D}" dt="2026-04-23T06:58:00.171" v="2336"/>
            <ac:spMkLst>
              <pc:docMk/>
              <pc:sldMasterMk cId="3042446048" sldId="2147483676"/>
              <pc:sldLayoutMk cId="853567883" sldId="2147483684"/>
              <ac:spMk id="2"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pc:sldLayoutMk cId="853567883" sldId="2147483684"/>
              <ac:spMk id="3"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pc:sldLayoutMk cId="853567883" sldId="2147483684"/>
              <ac:spMk id="4" creationId="{00000000-0000-0000-0000-000000000000}"/>
            </ac:spMkLst>
          </pc:spChg>
        </pc:sldLayoutChg>
        <pc:sldLayoutChg chg="modSp">
          <pc:chgData name="Zheng, Xinyue" userId="463dbdee-3a91-4da5-8c02-eb7d819f400f" providerId="ADAL" clId="{6166D0B7-0C52-520D-8E8C-744A4B1D6A1D}" dt="2026-04-23T06:58:00.171" v="2336"/>
          <pc:sldLayoutMkLst>
            <pc:docMk/>
            <pc:sldMasterMk cId="3042446048" sldId="2147483676"/>
            <pc:sldLayoutMk cId="1065899194" sldId="2147483685"/>
          </pc:sldLayoutMkLst>
          <pc:spChg chg="mod">
            <ac:chgData name="Zheng, Xinyue" userId="463dbdee-3a91-4da5-8c02-eb7d819f400f" providerId="ADAL" clId="{6166D0B7-0C52-520D-8E8C-744A4B1D6A1D}" dt="2026-04-23T06:58:00.171" v="2336"/>
            <ac:spMkLst>
              <pc:docMk/>
              <pc:sldMasterMk cId="3042446048" sldId="2147483676"/>
              <pc:sldLayoutMk cId="1065899194" sldId="2147483685"/>
              <ac:spMk id="2"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pc:sldLayoutMk cId="1065899194" sldId="2147483685"/>
              <ac:spMk id="3"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pc:sldLayoutMk cId="1065899194" sldId="2147483685"/>
              <ac:spMk id="4" creationId="{00000000-0000-0000-0000-000000000000}"/>
            </ac:spMkLst>
          </pc:spChg>
        </pc:sldLayoutChg>
        <pc:sldLayoutChg chg="modSp">
          <pc:chgData name="Zheng, Xinyue" userId="463dbdee-3a91-4da5-8c02-eb7d819f400f" providerId="ADAL" clId="{6166D0B7-0C52-520D-8E8C-744A4B1D6A1D}" dt="2026-04-23T06:58:00.171" v="2336"/>
          <pc:sldLayoutMkLst>
            <pc:docMk/>
            <pc:sldMasterMk cId="3042446048" sldId="2147483676"/>
            <pc:sldLayoutMk cId="2398476825" sldId="2147483687"/>
          </pc:sldLayoutMkLst>
          <pc:spChg chg="mod">
            <ac:chgData name="Zheng, Xinyue" userId="463dbdee-3a91-4da5-8c02-eb7d819f400f" providerId="ADAL" clId="{6166D0B7-0C52-520D-8E8C-744A4B1D6A1D}" dt="2026-04-23T06:58:00.171" v="2336"/>
            <ac:spMkLst>
              <pc:docMk/>
              <pc:sldMasterMk cId="3042446048" sldId="2147483676"/>
              <pc:sldLayoutMk cId="2398476825" sldId="2147483687"/>
              <ac:spMk id="2" creationId="{00000000-0000-0000-0000-000000000000}"/>
            </ac:spMkLst>
          </pc:spChg>
          <pc:spChg chg="mod">
            <ac:chgData name="Zheng, Xinyue" userId="463dbdee-3a91-4da5-8c02-eb7d819f400f" providerId="ADAL" clId="{6166D0B7-0C52-520D-8E8C-744A4B1D6A1D}" dt="2026-04-23T06:58:00.171" v="2336"/>
            <ac:spMkLst>
              <pc:docMk/>
              <pc:sldMasterMk cId="3042446048" sldId="2147483676"/>
              <pc:sldLayoutMk cId="2398476825" sldId="2147483687"/>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2342147"/>
      </p:ext>
    </p:extLst>
  </p:cSld>
  <p:clrMap bg1="lt1" tx1="dk1" bg2="lt2" tx2="dk2" accent1="accent1" accent2="accent2" accent3="accent3" accent4="accent4" accent5="accent5" accent6="accent6" hlink="hlink" folHlink="folHlink"/>
  <p:notesStyle>
    <a:lvl1pPr marL="0" algn="l" defTabSz="1345545" rtl="0" eaLnBrk="1" latinLnBrk="0" hangingPunct="1">
      <a:defRPr sz="1766" kern="1200">
        <a:solidFill>
          <a:schemeClr val="tx1"/>
        </a:solidFill>
        <a:latin typeface="+mn-lt"/>
        <a:ea typeface="+mn-ea"/>
        <a:cs typeface="+mn-cs"/>
      </a:defRPr>
    </a:lvl1pPr>
    <a:lvl2pPr marL="672774" algn="l" defTabSz="1345545" rtl="0" eaLnBrk="1" latinLnBrk="0" hangingPunct="1">
      <a:defRPr sz="1766" kern="1200">
        <a:solidFill>
          <a:schemeClr val="tx1"/>
        </a:solidFill>
        <a:latin typeface="+mn-lt"/>
        <a:ea typeface="+mn-ea"/>
        <a:cs typeface="+mn-cs"/>
      </a:defRPr>
    </a:lvl2pPr>
    <a:lvl3pPr marL="1345545" algn="l" defTabSz="1345545" rtl="0" eaLnBrk="1" latinLnBrk="0" hangingPunct="1">
      <a:defRPr sz="1766" kern="1200">
        <a:solidFill>
          <a:schemeClr val="tx1"/>
        </a:solidFill>
        <a:latin typeface="+mn-lt"/>
        <a:ea typeface="+mn-ea"/>
        <a:cs typeface="+mn-cs"/>
      </a:defRPr>
    </a:lvl3pPr>
    <a:lvl4pPr marL="2018317" algn="l" defTabSz="1345545" rtl="0" eaLnBrk="1" latinLnBrk="0" hangingPunct="1">
      <a:defRPr sz="1766" kern="1200">
        <a:solidFill>
          <a:schemeClr val="tx1"/>
        </a:solidFill>
        <a:latin typeface="+mn-lt"/>
        <a:ea typeface="+mn-ea"/>
        <a:cs typeface="+mn-cs"/>
      </a:defRPr>
    </a:lvl4pPr>
    <a:lvl5pPr marL="2691090" algn="l" defTabSz="1345545" rtl="0" eaLnBrk="1" latinLnBrk="0" hangingPunct="1">
      <a:defRPr sz="1766" kern="1200">
        <a:solidFill>
          <a:schemeClr val="tx1"/>
        </a:solidFill>
        <a:latin typeface="+mn-lt"/>
        <a:ea typeface="+mn-ea"/>
        <a:cs typeface="+mn-cs"/>
      </a:defRPr>
    </a:lvl5pPr>
    <a:lvl6pPr marL="3363862" algn="l" defTabSz="1345545" rtl="0" eaLnBrk="1" latinLnBrk="0" hangingPunct="1">
      <a:defRPr sz="1766" kern="1200">
        <a:solidFill>
          <a:schemeClr val="tx1"/>
        </a:solidFill>
        <a:latin typeface="+mn-lt"/>
        <a:ea typeface="+mn-ea"/>
        <a:cs typeface="+mn-cs"/>
      </a:defRPr>
    </a:lvl6pPr>
    <a:lvl7pPr marL="4036634" algn="l" defTabSz="1345545" rtl="0" eaLnBrk="1" latinLnBrk="0" hangingPunct="1">
      <a:defRPr sz="1766" kern="1200">
        <a:solidFill>
          <a:schemeClr val="tx1"/>
        </a:solidFill>
        <a:latin typeface="+mn-lt"/>
        <a:ea typeface="+mn-ea"/>
        <a:cs typeface="+mn-cs"/>
      </a:defRPr>
    </a:lvl7pPr>
    <a:lvl8pPr marL="4709407" algn="l" defTabSz="1345545" rtl="0" eaLnBrk="1" latinLnBrk="0" hangingPunct="1">
      <a:defRPr sz="1766" kern="1200">
        <a:solidFill>
          <a:schemeClr val="tx1"/>
        </a:solidFill>
        <a:latin typeface="+mn-lt"/>
        <a:ea typeface="+mn-ea"/>
        <a:cs typeface="+mn-cs"/>
      </a:defRPr>
    </a:lvl8pPr>
    <a:lvl9pPr marL="5382180" algn="l" defTabSz="1345545" rtl="0" eaLnBrk="1" latinLnBrk="0" hangingPunct="1">
      <a:defRPr sz="176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935FD-F023-D4B4-26AC-33A229D232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948C7D-24F0-5DB8-7CDE-C771C082EA5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C5602F9-C570-F5BC-E7DF-12F0F8B1CCD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42AE9EA-6E00-6A2C-DFBF-E272FFF0B87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6191497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48006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Comment: should we add planner?</a:t>
            </a:r>
          </a:p>
        </p:txBody>
      </p:sp>
    </p:spTree>
    <p:extLst>
      <p:ext uri="{BB962C8B-B14F-4D97-AF65-F5344CB8AC3E}">
        <p14:creationId xmlns:p14="http://schemas.microsoft.com/office/powerpoint/2010/main" val="1256838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56C10-60BB-4F81-C5C1-37F51F61D9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00BA9-E56D-FFDA-90A1-A19916AD7565}"/>
              </a:ext>
            </a:extLst>
          </p:cNvPr>
          <p:cNvSpPr>
            <a:spLocks noGrp="1" noRot="1" noChangeAspect="1"/>
          </p:cNvSpPr>
          <p:nvPr>
            <p:ph type="sldImg"/>
          </p:nvPr>
        </p:nvSpPr>
        <p:spPr>
          <a:xfrm>
            <a:off x="171450" y="1143000"/>
            <a:ext cx="48006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219298F-7F74-05B7-07F7-C6515CCA0AD5}"/>
              </a:ext>
            </a:extLst>
          </p:cNvPr>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1747236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3B914-B29E-CF10-C6B2-BA5650BBEA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8650E-A3F8-CC9C-9BCC-1FC9D9DF8898}"/>
              </a:ext>
            </a:extLst>
          </p:cNvPr>
          <p:cNvSpPr>
            <a:spLocks noGrp="1" noRot="1" noChangeAspect="1"/>
          </p:cNvSpPr>
          <p:nvPr>
            <p:ph type="sldImg"/>
          </p:nvPr>
        </p:nvSpPr>
        <p:spPr>
          <a:xfrm>
            <a:off x="171450" y="1143000"/>
            <a:ext cx="48006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9619EEC-10F4-A367-873B-34D7BCCE6DDB}"/>
              </a:ext>
            </a:extLst>
          </p:cNvPr>
          <p:cNvSpPr>
            <a:spLocks noGrp="1"/>
          </p:cNvSpPr>
          <p:nvPr>
            <p:ph type="body" idx="1"/>
          </p:nvPr>
        </p:nvSpPr>
        <p:spPr>
          <a:xfrm>
            <a:off x="514350" y="4400550"/>
            <a:ext cx="4114800" cy="3600450"/>
          </a:xfrm>
          <a:prstGeom prst="rect">
            <a:avLst/>
          </a:prstGeom>
        </p:spPr>
        <p:txBody>
          <a:bodyPr/>
          <a:lstStyle/>
          <a:p>
            <a:r>
              <a:rPr lang="en-US" dirty="0"/>
              <a:t>Planner and orchestration difference. </a:t>
            </a:r>
          </a:p>
          <a:p>
            <a:r>
              <a:rPr lang="en-US" dirty="0"/>
              <a:t>Who should do the further analysis. (should we do the further analysis?, hard to enumerate all the situation, what then?)</a:t>
            </a:r>
          </a:p>
          <a:p>
            <a:r>
              <a:rPr lang="en-US" dirty="0"/>
              <a:t>Next week plan: </a:t>
            </a:r>
          </a:p>
          <a:p>
            <a:r>
              <a:rPr lang="en-US" dirty="0"/>
              <a:t>1. </a:t>
            </a:r>
          </a:p>
          <a:p>
            <a:endParaRPr lang="en-US" dirty="0"/>
          </a:p>
          <a:p>
            <a:endParaRPr lang="en-US" dirty="0"/>
          </a:p>
        </p:txBody>
      </p:sp>
    </p:spTree>
    <p:extLst>
      <p:ext uri="{BB962C8B-B14F-4D97-AF65-F5344CB8AC3E}">
        <p14:creationId xmlns:p14="http://schemas.microsoft.com/office/powerpoint/2010/main" val="668096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23371-095B-1119-A81D-803CCA5DC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EF1BE-5E7A-4CED-55B1-1E60FBC50D37}"/>
              </a:ext>
            </a:extLst>
          </p:cNvPr>
          <p:cNvSpPr>
            <a:spLocks noGrp="1" noRot="1" noChangeAspect="1"/>
          </p:cNvSpPr>
          <p:nvPr>
            <p:ph type="sldImg"/>
          </p:nvPr>
        </p:nvSpPr>
        <p:spPr>
          <a:xfrm>
            <a:off x="171450" y="1143000"/>
            <a:ext cx="48006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59102D2-CCD4-2422-FF79-256CFD17DDCE}"/>
              </a:ext>
            </a:extLst>
          </p:cNvPr>
          <p:cNvSpPr>
            <a:spLocks noGrp="1"/>
          </p:cNvSpPr>
          <p:nvPr>
            <p:ph type="body" idx="1"/>
          </p:nvPr>
        </p:nvSpPr>
        <p:spPr>
          <a:xfrm>
            <a:off x="514350" y="4400550"/>
            <a:ext cx="4114800" cy="3600450"/>
          </a:xfrm>
          <a:prstGeom prst="rect">
            <a:avLst/>
          </a:prstGeom>
        </p:spPr>
        <p:txBody>
          <a:bodyPr/>
          <a:lstStyle/>
          <a:p>
            <a:r>
              <a:rPr lang="en-US" dirty="0"/>
              <a:t>Planner and orchestration difference. </a:t>
            </a:r>
          </a:p>
          <a:p>
            <a:r>
              <a:rPr lang="en-US" dirty="0"/>
              <a:t>Who should do the further analysis. (should we do the further analysis?, hard to enumerate all the situation, what then?)</a:t>
            </a:r>
          </a:p>
          <a:p>
            <a:r>
              <a:rPr lang="en-US" dirty="0"/>
              <a:t>Next week plan: </a:t>
            </a:r>
          </a:p>
          <a:p>
            <a:r>
              <a:rPr lang="en-US" dirty="0"/>
              <a:t>1. </a:t>
            </a:r>
          </a:p>
          <a:p>
            <a:endParaRPr lang="en-US" dirty="0"/>
          </a:p>
          <a:p>
            <a:endParaRPr lang="en-US" dirty="0"/>
          </a:p>
        </p:txBody>
      </p:sp>
    </p:spTree>
    <p:extLst>
      <p:ext uri="{BB962C8B-B14F-4D97-AF65-F5344CB8AC3E}">
        <p14:creationId xmlns:p14="http://schemas.microsoft.com/office/powerpoint/2010/main" val="553401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345545" rtl="0" eaLnBrk="1" fontAlgn="auto" latinLnBrk="0" hangingPunct="1">
              <a:lnSpc>
                <a:spcPct val="100000"/>
              </a:lnSpc>
              <a:spcBef>
                <a:spcPts val="0"/>
              </a:spcBef>
              <a:spcAft>
                <a:spcPts val="0"/>
              </a:spcAft>
              <a:buClrTx/>
              <a:buSzTx/>
              <a:buFontTx/>
              <a:buNone/>
              <a:tabLst/>
              <a:defRPr/>
            </a:pPr>
            <a:r>
              <a:rPr lang="en-US" dirty="0"/>
              <a:t>Each agent more flexible: database, knowledge base, question. </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BD19D-D9BF-2080-D5E7-5FA4A90DE1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3FB9F-2508-1854-1320-703D6CDACC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ED3EF3-C22B-D57D-74A0-48AB4AB2E6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4A9226-E55F-23A8-C25C-BA33FF810878}"/>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207843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FFF6C-922E-FFDB-4603-A17A1213DC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7EED1-98DE-ED30-7F14-5C886D2CFA8B}"/>
              </a:ext>
            </a:extLst>
          </p:cNvPr>
          <p:cNvSpPr>
            <a:spLocks noGrp="1" noRot="1" noChangeAspect="1"/>
          </p:cNvSpPr>
          <p:nvPr>
            <p:ph type="sldImg"/>
          </p:nvPr>
        </p:nvSpPr>
        <p:spPr>
          <a:xfrm>
            <a:off x="171450" y="1143000"/>
            <a:ext cx="48006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8290F2B7-FDF8-482D-C5B8-42477FA8F346}"/>
              </a:ext>
            </a:extLst>
          </p:cNvPr>
          <p:cNvSpPr>
            <a:spLocks noGrp="1"/>
          </p:cNvSpPr>
          <p:nvPr>
            <p:ph type="body" idx="1"/>
          </p:nvPr>
        </p:nvSpPr>
        <p:spPr>
          <a:xfrm>
            <a:off x="514350" y="4400550"/>
            <a:ext cx="4114800" cy="3600450"/>
          </a:xfrm>
          <a:prstGeom prst="rect">
            <a:avLst/>
          </a:prstGeom>
        </p:spPr>
        <p:txBody>
          <a:bodyPr/>
          <a:lstStyle/>
          <a:p>
            <a:r>
              <a:rPr lang="en-US" dirty="0"/>
              <a:t>Planner and orchestration difference. </a:t>
            </a:r>
          </a:p>
          <a:p>
            <a:r>
              <a:rPr lang="en-US" dirty="0"/>
              <a:t>Who should do the further analysis. (should we do the further analysis?, hard to enumerate all the situation, what then?)</a:t>
            </a:r>
          </a:p>
          <a:p>
            <a:r>
              <a:rPr lang="en-US" dirty="0"/>
              <a:t>Next week plan: </a:t>
            </a:r>
          </a:p>
          <a:p>
            <a:r>
              <a:rPr lang="en-US" dirty="0"/>
              <a:t>1. </a:t>
            </a:r>
          </a:p>
          <a:p>
            <a:endParaRPr lang="en-US" dirty="0"/>
          </a:p>
          <a:p>
            <a:endParaRPr lang="en-US" dirty="0"/>
          </a:p>
        </p:txBody>
      </p:sp>
    </p:spTree>
    <p:extLst>
      <p:ext uri="{BB962C8B-B14F-4D97-AF65-F5344CB8AC3E}">
        <p14:creationId xmlns:p14="http://schemas.microsoft.com/office/powerpoint/2010/main" val="21442815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F9B3A-06C1-844E-47C0-C1B1F3C6AE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C36E8-71C0-8E7A-620C-A5F00C7D1B8E}"/>
              </a:ext>
            </a:extLst>
          </p:cNvPr>
          <p:cNvSpPr>
            <a:spLocks noGrp="1" noRot="1" noChangeAspect="1"/>
          </p:cNvSpPr>
          <p:nvPr>
            <p:ph type="sldImg"/>
          </p:nvPr>
        </p:nvSpPr>
        <p:spPr>
          <a:xfrm>
            <a:off x="171450" y="1143000"/>
            <a:ext cx="48006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21C043F-BD0D-52E6-597A-A5581E10C810}"/>
              </a:ext>
            </a:extLst>
          </p:cNvPr>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25530978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CFE04-75DF-DD57-BE59-675162915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36102-41B8-8E20-1FBD-B181F6167A6B}"/>
              </a:ext>
            </a:extLst>
          </p:cNvPr>
          <p:cNvSpPr>
            <a:spLocks noGrp="1" noRot="1" noChangeAspect="1"/>
          </p:cNvSpPr>
          <p:nvPr>
            <p:ph type="sldImg"/>
          </p:nvPr>
        </p:nvSpPr>
        <p:spPr>
          <a:xfrm>
            <a:off x="171450" y="1143000"/>
            <a:ext cx="48006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22F45FAB-2730-025F-9D00-B4DE1DF4C76E}"/>
              </a:ext>
            </a:extLst>
          </p:cNvPr>
          <p:cNvSpPr>
            <a:spLocks noGrp="1"/>
          </p:cNvSpPr>
          <p:nvPr>
            <p:ph type="body" idx="1"/>
          </p:nvPr>
        </p:nvSpPr>
        <p:spPr>
          <a:xfrm>
            <a:off x="514350" y="4400550"/>
            <a:ext cx="4114800" cy="3600450"/>
          </a:xfrm>
          <a:prstGeom prst="rect">
            <a:avLst/>
          </a:prstGeom>
        </p:spPr>
        <p:txBody>
          <a:bodyPr/>
          <a:lstStyle/>
          <a:p>
            <a:r>
              <a:rPr lang="en-US" dirty="0"/>
              <a:t>Planner and orchestration difference. </a:t>
            </a:r>
          </a:p>
          <a:p>
            <a:r>
              <a:rPr lang="en-US" dirty="0"/>
              <a:t>Who should do the further analysis. (should we do the further analysis?, hard to enumerate all the situation, what then?)</a:t>
            </a:r>
          </a:p>
          <a:p>
            <a:r>
              <a:rPr lang="en-US" dirty="0"/>
              <a:t>Next week plan: </a:t>
            </a:r>
          </a:p>
          <a:p>
            <a:r>
              <a:rPr lang="en-US" dirty="0"/>
              <a:t>1. </a:t>
            </a:r>
          </a:p>
          <a:p>
            <a:endParaRPr lang="en-US" dirty="0"/>
          </a:p>
          <a:p>
            <a:endParaRPr lang="en-US" dirty="0"/>
          </a:p>
        </p:txBody>
      </p:sp>
    </p:spTree>
    <p:extLst>
      <p:ext uri="{BB962C8B-B14F-4D97-AF65-F5344CB8AC3E}">
        <p14:creationId xmlns:p14="http://schemas.microsoft.com/office/powerpoint/2010/main" val="1627641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F3863-85A8-0F2A-804D-3740B909FC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991F1-14BD-0655-AC6A-EA139AAA5586}"/>
              </a:ext>
            </a:extLst>
          </p:cNvPr>
          <p:cNvSpPr>
            <a:spLocks noGrp="1" noRot="1" noChangeAspect="1"/>
          </p:cNvSpPr>
          <p:nvPr>
            <p:ph type="sldImg"/>
          </p:nvPr>
        </p:nvSpPr>
        <p:spPr>
          <a:xfrm>
            <a:off x="171450" y="1143000"/>
            <a:ext cx="48006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27A5683-7ECF-BDBC-2FDD-13723C57931A}"/>
              </a:ext>
            </a:extLst>
          </p:cNvPr>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6169710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D6B5-4466-9C37-8545-4AE914BB5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14405-CAA4-7CD3-096A-DF3DCCCEA42C}"/>
              </a:ext>
            </a:extLst>
          </p:cNvPr>
          <p:cNvSpPr>
            <a:spLocks noGrp="1" noRot="1" noChangeAspect="1"/>
          </p:cNvSpPr>
          <p:nvPr>
            <p:ph type="sldImg"/>
          </p:nvPr>
        </p:nvSpPr>
        <p:spPr>
          <a:xfrm>
            <a:off x="171450" y="1143000"/>
            <a:ext cx="48006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E16BDF5-36BC-382B-1799-974662BD6D75}"/>
              </a:ext>
            </a:extLst>
          </p:cNvPr>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25243207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F7B5A-3F6B-C37B-2044-030EDD60E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E9CEB-BE41-0161-4B58-6A9E172C85D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A5641B0-D49B-F994-2C37-1560A3E0FBF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16E11A-8797-4DB7-4925-589AA96FEA86}"/>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3718318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4AD01-70CE-A3DF-9ACF-605392286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701334-7045-9535-479B-4ACD5625F78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E6806CE-419F-2798-D6D4-42430AD9EB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B28265F-575E-0A6E-55A7-90CD3FE6F936}"/>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5967488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7EB9E-4399-F409-52D9-DFB2FABC58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DAE0C8-D0AC-2D3A-FC8C-E4C93F073F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8B4779-15AB-0BBD-5CFD-7FBF0ADE4B6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C60B0C-9653-597C-41FE-9F65A74DC1B6}"/>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6134693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B7990-0689-61A3-D532-23903BCEE6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44AAA-50B9-4571-F9A9-7CB883BEFC7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490469F-1D35-E0BD-3C46-DC84BD8E11A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8AB6BE7-23A8-B26C-0705-7E4920ABF9BC}"/>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31928489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BEAA8-23AE-3153-2934-3D2FA4E082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C469E-4077-9D05-F8E9-9595DB9F6A2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93303E4-F780-ABED-2670-D5AFCB6CD67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C10EAF2-AB10-614C-5079-07385A8FB205}"/>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41174994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CC40F-D3B5-76F7-FE23-3E2878C1B6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329DE-6249-9449-2AA4-BEF31DEC729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3257A88-B338-EB0D-CC72-DA568A67FCC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7A9065-734C-3512-191C-D19C21AE9691}"/>
              </a:ext>
            </a:extLst>
          </p:cNvPr>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38580559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18DA4-495E-456D-F9FA-3D550F177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6D1EB9-28E1-3F81-2F46-675C93B7029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108EE6E-147A-A2D2-2E44-D0BC13C870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A5C8DF-5E65-A0FE-1CAA-6B16F7F2FFFB}"/>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37810615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77FD2-76B2-DF77-9814-9B585AF1DA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C1525-F628-9E50-D6D5-148C6711F61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10D7C3-3E67-88A5-5255-7776FCDE07C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2AA246-30DA-8483-CD49-EA335DEAFC63}"/>
              </a:ext>
            </a:extLst>
          </p:cNvPr>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8985578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1346837"/>
            <a:ext cx="9601200" cy="2865120"/>
          </a:xfrm>
        </p:spPr>
        <p:txBody>
          <a:bodyPr anchor="b"/>
          <a:lstStyle>
            <a:lvl1pPr algn="ctr">
              <a:defRPr sz="6300"/>
            </a:lvl1pPr>
          </a:lstStyle>
          <a:p>
            <a:r>
              <a:rPr lang="en-US"/>
              <a:t>Click to edit Master title style</a:t>
            </a:r>
            <a:endParaRPr lang="en-US" dirty="0"/>
          </a:p>
        </p:txBody>
      </p:sp>
      <p:sp>
        <p:nvSpPr>
          <p:cNvPr id="3" name="Subtitle 2"/>
          <p:cNvSpPr>
            <a:spLocks noGrp="1"/>
          </p:cNvSpPr>
          <p:nvPr>
            <p:ph type="subTitle" idx="1"/>
          </p:nvPr>
        </p:nvSpPr>
        <p:spPr>
          <a:xfrm>
            <a:off x="1600200" y="4322445"/>
            <a:ext cx="9601200" cy="1986915"/>
          </a:xfrm>
        </p:spPr>
        <p:txBody>
          <a:bodyPr/>
          <a:lstStyle>
            <a:lvl1pPr marL="0" indent="0" algn="ctr">
              <a:buNone/>
              <a:defRPr sz="2520"/>
            </a:lvl1pPr>
            <a:lvl2pPr marL="480078" indent="0" algn="ctr">
              <a:buNone/>
              <a:defRPr sz="2100"/>
            </a:lvl2pPr>
            <a:lvl3pPr marL="960157" indent="0" algn="ctr">
              <a:buNone/>
              <a:defRPr sz="1890"/>
            </a:lvl3pPr>
            <a:lvl4pPr marL="1440235" indent="0" algn="ctr">
              <a:buNone/>
              <a:defRPr sz="1680"/>
            </a:lvl4pPr>
            <a:lvl5pPr marL="1920311" indent="0" algn="ctr">
              <a:buNone/>
              <a:defRPr sz="1680"/>
            </a:lvl5pPr>
            <a:lvl6pPr marL="2400390" indent="0" algn="ctr">
              <a:buNone/>
              <a:defRPr sz="1680"/>
            </a:lvl6pPr>
            <a:lvl7pPr marL="2880467" indent="0" algn="ctr">
              <a:buNone/>
              <a:defRPr sz="1680"/>
            </a:lvl7pPr>
            <a:lvl8pPr marL="3360546" indent="0" algn="ctr">
              <a:buNone/>
              <a:defRPr sz="1680"/>
            </a:lvl8pPr>
            <a:lvl9pPr marL="3840624" indent="0" algn="ctr">
              <a:buNone/>
              <a:defRPr sz="1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9321625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4811382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73442" y="2051686"/>
            <a:ext cx="11041380" cy="3423284"/>
          </a:xfrm>
        </p:spPr>
        <p:txBody>
          <a:bodyPr anchor="b"/>
          <a:lstStyle>
            <a:lvl1pPr>
              <a:defRPr sz="6300"/>
            </a:lvl1pPr>
          </a:lstStyle>
          <a:p>
            <a:r>
              <a:rPr lang="en-US"/>
              <a:t>Click to edit Master title style</a:t>
            </a:r>
            <a:endParaRPr lang="en-US" dirty="0"/>
          </a:p>
        </p:txBody>
      </p:sp>
      <p:sp>
        <p:nvSpPr>
          <p:cNvPr id="3" name="Text Placeholder 2"/>
          <p:cNvSpPr>
            <a:spLocks noGrp="1"/>
          </p:cNvSpPr>
          <p:nvPr>
            <p:ph type="body" idx="1"/>
          </p:nvPr>
        </p:nvSpPr>
        <p:spPr>
          <a:xfrm>
            <a:off x="873442" y="5507356"/>
            <a:ext cx="11041380" cy="1800224"/>
          </a:xfrm>
        </p:spPr>
        <p:txBody>
          <a:bodyPr/>
          <a:lstStyle>
            <a:lvl1pPr marL="0" indent="0">
              <a:buNone/>
              <a:defRPr sz="2520">
                <a:solidFill>
                  <a:schemeClr val="tx1">
                    <a:tint val="75000"/>
                  </a:schemeClr>
                </a:solidFill>
              </a:defRPr>
            </a:lvl1pPr>
            <a:lvl2pPr marL="480078" indent="0">
              <a:buNone/>
              <a:defRPr sz="2100">
                <a:solidFill>
                  <a:schemeClr val="tx1">
                    <a:tint val="75000"/>
                  </a:schemeClr>
                </a:solidFill>
              </a:defRPr>
            </a:lvl2pPr>
            <a:lvl3pPr marL="960157" indent="0">
              <a:buNone/>
              <a:defRPr sz="1890">
                <a:solidFill>
                  <a:schemeClr val="tx1">
                    <a:tint val="75000"/>
                  </a:schemeClr>
                </a:solidFill>
              </a:defRPr>
            </a:lvl3pPr>
            <a:lvl4pPr marL="1440235" indent="0">
              <a:buNone/>
              <a:defRPr sz="1680">
                <a:solidFill>
                  <a:schemeClr val="tx1">
                    <a:tint val="75000"/>
                  </a:schemeClr>
                </a:solidFill>
              </a:defRPr>
            </a:lvl4pPr>
            <a:lvl5pPr marL="1920311" indent="0">
              <a:buNone/>
              <a:defRPr sz="1680">
                <a:solidFill>
                  <a:schemeClr val="tx1">
                    <a:tint val="75000"/>
                  </a:schemeClr>
                </a:solidFill>
              </a:defRPr>
            </a:lvl5pPr>
            <a:lvl6pPr marL="2400390" indent="0">
              <a:buNone/>
              <a:defRPr sz="1680">
                <a:solidFill>
                  <a:schemeClr val="tx1">
                    <a:tint val="75000"/>
                  </a:schemeClr>
                </a:solidFill>
              </a:defRPr>
            </a:lvl6pPr>
            <a:lvl7pPr marL="2880467" indent="0">
              <a:buNone/>
              <a:defRPr sz="1680">
                <a:solidFill>
                  <a:schemeClr val="tx1">
                    <a:tint val="75000"/>
                  </a:schemeClr>
                </a:solidFill>
              </a:defRPr>
            </a:lvl7pPr>
            <a:lvl8pPr marL="3360546" indent="0">
              <a:buNone/>
              <a:defRPr sz="1680">
                <a:solidFill>
                  <a:schemeClr val="tx1">
                    <a:tint val="75000"/>
                  </a:schemeClr>
                </a:solidFill>
              </a:defRPr>
            </a:lvl8pPr>
            <a:lvl9pPr marL="3840624"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93291514"/>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80110" y="2190751"/>
            <a:ext cx="544068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80810" y="2190751"/>
            <a:ext cx="544068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0250073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81777" y="438151"/>
            <a:ext cx="11041380" cy="1590675"/>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1777" y="2017396"/>
            <a:ext cx="5415676" cy="988694"/>
          </a:xfrm>
        </p:spPr>
        <p:txBody>
          <a:bodyPr anchor="b"/>
          <a:lstStyle>
            <a:lvl1pPr marL="0" indent="0">
              <a:buNone/>
              <a:defRPr sz="2520" b="1"/>
            </a:lvl1pPr>
            <a:lvl2pPr marL="480078" indent="0">
              <a:buNone/>
              <a:defRPr sz="2100" b="1"/>
            </a:lvl2pPr>
            <a:lvl3pPr marL="960157" indent="0">
              <a:buNone/>
              <a:defRPr sz="1890" b="1"/>
            </a:lvl3pPr>
            <a:lvl4pPr marL="1440235" indent="0">
              <a:buNone/>
              <a:defRPr sz="1680" b="1"/>
            </a:lvl4pPr>
            <a:lvl5pPr marL="1920311" indent="0">
              <a:buNone/>
              <a:defRPr sz="1680" b="1"/>
            </a:lvl5pPr>
            <a:lvl6pPr marL="2400390" indent="0">
              <a:buNone/>
              <a:defRPr sz="1680" b="1"/>
            </a:lvl6pPr>
            <a:lvl7pPr marL="2880467" indent="0">
              <a:buNone/>
              <a:defRPr sz="1680" b="1"/>
            </a:lvl7pPr>
            <a:lvl8pPr marL="3360546" indent="0">
              <a:buNone/>
              <a:defRPr sz="1680" b="1"/>
            </a:lvl8pPr>
            <a:lvl9pPr marL="3840624" indent="0">
              <a:buNone/>
              <a:defRPr sz="1680" b="1"/>
            </a:lvl9pPr>
          </a:lstStyle>
          <a:p>
            <a:pPr lvl="0"/>
            <a:r>
              <a:rPr lang="en-US"/>
              <a:t>Click to edit Master text styles</a:t>
            </a:r>
          </a:p>
        </p:txBody>
      </p:sp>
      <p:sp>
        <p:nvSpPr>
          <p:cNvPr id="4" name="Content Placeholder 3"/>
          <p:cNvSpPr>
            <a:spLocks noGrp="1"/>
          </p:cNvSpPr>
          <p:nvPr>
            <p:ph sz="half" idx="2"/>
          </p:nvPr>
        </p:nvSpPr>
        <p:spPr>
          <a:xfrm>
            <a:off x="881777" y="3006091"/>
            <a:ext cx="541567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80812" y="2017396"/>
            <a:ext cx="5442347" cy="988694"/>
          </a:xfrm>
        </p:spPr>
        <p:txBody>
          <a:bodyPr anchor="b"/>
          <a:lstStyle>
            <a:lvl1pPr marL="0" indent="0">
              <a:buNone/>
              <a:defRPr sz="2520" b="1"/>
            </a:lvl1pPr>
            <a:lvl2pPr marL="480078" indent="0">
              <a:buNone/>
              <a:defRPr sz="2100" b="1"/>
            </a:lvl2pPr>
            <a:lvl3pPr marL="960157" indent="0">
              <a:buNone/>
              <a:defRPr sz="1890" b="1"/>
            </a:lvl3pPr>
            <a:lvl4pPr marL="1440235" indent="0">
              <a:buNone/>
              <a:defRPr sz="1680" b="1"/>
            </a:lvl4pPr>
            <a:lvl5pPr marL="1920311" indent="0">
              <a:buNone/>
              <a:defRPr sz="1680" b="1"/>
            </a:lvl5pPr>
            <a:lvl6pPr marL="2400390" indent="0">
              <a:buNone/>
              <a:defRPr sz="1680" b="1"/>
            </a:lvl6pPr>
            <a:lvl7pPr marL="2880467" indent="0">
              <a:buNone/>
              <a:defRPr sz="1680" b="1"/>
            </a:lvl7pPr>
            <a:lvl8pPr marL="3360546" indent="0">
              <a:buNone/>
              <a:defRPr sz="1680" b="1"/>
            </a:lvl8pPr>
            <a:lvl9pPr marL="3840624" indent="0">
              <a:buNone/>
              <a:defRPr sz="1680" b="1"/>
            </a:lvl9pPr>
          </a:lstStyle>
          <a:p>
            <a:pPr lvl="0"/>
            <a:r>
              <a:rPr lang="en-US"/>
              <a:t>Click to edit Master text styles</a:t>
            </a:r>
          </a:p>
        </p:txBody>
      </p:sp>
      <p:sp>
        <p:nvSpPr>
          <p:cNvPr id="6" name="Content Placeholder 5"/>
          <p:cNvSpPr>
            <a:spLocks noGrp="1"/>
          </p:cNvSpPr>
          <p:nvPr>
            <p:ph sz="quarter" idx="4"/>
          </p:nvPr>
        </p:nvSpPr>
        <p:spPr>
          <a:xfrm>
            <a:off x="6480812" y="3006091"/>
            <a:ext cx="5442347"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4561267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3548651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29308710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80" y="548640"/>
            <a:ext cx="4128849" cy="1920240"/>
          </a:xfrm>
        </p:spPr>
        <p:txBody>
          <a:bodyPr anchor="b"/>
          <a:lstStyle>
            <a:lvl1pPr>
              <a:defRPr sz="3360"/>
            </a:lvl1pPr>
          </a:lstStyle>
          <a:p>
            <a:r>
              <a:rPr lang="en-US"/>
              <a:t>Click to edit Master title style</a:t>
            </a:r>
            <a:endParaRPr lang="en-US" dirty="0"/>
          </a:p>
        </p:txBody>
      </p:sp>
      <p:sp>
        <p:nvSpPr>
          <p:cNvPr id="3" name="Content Placeholder 2"/>
          <p:cNvSpPr>
            <a:spLocks noGrp="1"/>
          </p:cNvSpPr>
          <p:nvPr>
            <p:ph idx="1"/>
          </p:nvPr>
        </p:nvSpPr>
        <p:spPr>
          <a:xfrm>
            <a:off x="5442347" y="1184913"/>
            <a:ext cx="6480810" cy="5848350"/>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1780" y="2468880"/>
            <a:ext cx="4128849" cy="4573905"/>
          </a:xfrm>
        </p:spPr>
        <p:txBody>
          <a:bodyPr/>
          <a:lstStyle>
            <a:lvl1pPr marL="0" indent="0">
              <a:buNone/>
              <a:defRPr sz="1680"/>
            </a:lvl1pPr>
            <a:lvl2pPr marL="480078" indent="0">
              <a:buNone/>
              <a:defRPr sz="1470"/>
            </a:lvl2pPr>
            <a:lvl3pPr marL="960157" indent="0">
              <a:buNone/>
              <a:defRPr sz="1260"/>
            </a:lvl3pPr>
            <a:lvl4pPr marL="1440235" indent="0">
              <a:buNone/>
              <a:defRPr sz="1050"/>
            </a:lvl4pPr>
            <a:lvl5pPr marL="1920311" indent="0">
              <a:buNone/>
              <a:defRPr sz="1050"/>
            </a:lvl5pPr>
            <a:lvl6pPr marL="2400390" indent="0">
              <a:buNone/>
              <a:defRPr sz="1050"/>
            </a:lvl6pPr>
            <a:lvl7pPr marL="2880467" indent="0">
              <a:buNone/>
              <a:defRPr sz="1050"/>
            </a:lvl7pPr>
            <a:lvl8pPr marL="3360546" indent="0">
              <a:buNone/>
              <a:defRPr sz="1050"/>
            </a:lvl8pPr>
            <a:lvl9pPr marL="3840624"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5356788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80" y="548640"/>
            <a:ext cx="4128849" cy="1920240"/>
          </a:xfrm>
        </p:spPr>
        <p:txBody>
          <a:bodyPr anchor="b"/>
          <a:lstStyle>
            <a:lvl1pPr>
              <a:defRPr sz="3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42347" y="1184913"/>
            <a:ext cx="6480810" cy="5848350"/>
          </a:xfrm>
        </p:spPr>
        <p:txBody>
          <a:bodyPr anchor="t"/>
          <a:lstStyle>
            <a:lvl1pPr marL="0" indent="0">
              <a:buNone/>
              <a:defRPr sz="3360"/>
            </a:lvl1pPr>
            <a:lvl2pPr marL="480078" indent="0">
              <a:buNone/>
              <a:defRPr sz="2940"/>
            </a:lvl2pPr>
            <a:lvl3pPr marL="960157" indent="0">
              <a:buNone/>
              <a:defRPr sz="2520"/>
            </a:lvl3pPr>
            <a:lvl4pPr marL="1440235" indent="0">
              <a:buNone/>
              <a:defRPr sz="2100"/>
            </a:lvl4pPr>
            <a:lvl5pPr marL="1920311" indent="0">
              <a:buNone/>
              <a:defRPr sz="2100"/>
            </a:lvl5pPr>
            <a:lvl6pPr marL="2400390" indent="0">
              <a:buNone/>
              <a:defRPr sz="2100"/>
            </a:lvl6pPr>
            <a:lvl7pPr marL="2880467" indent="0">
              <a:buNone/>
              <a:defRPr sz="2100"/>
            </a:lvl7pPr>
            <a:lvl8pPr marL="3360546" indent="0">
              <a:buNone/>
              <a:defRPr sz="2100"/>
            </a:lvl8pPr>
            <a:lvl9pPr marL="3840624" indent="0">
              <a:buNone/>
              <a:defRPr sz="2100"/>
            </a:lvl9pPr>
          </a:lstStyle>
          <a:p>
            <a:r>
              <a:rPr lang="en-US"/>
              <a:t>Click icon to add picture</a:t>
            </a:r>
            <a:endParaRPr lang="en-US" dirty="0"/>
          </a:p>
        </p:txBody>
      </p:sp>
      <p:sp>
        <p:nvSpPr>
          <p:cNvPr id="4" name="Text Placeholder 3"/>
          <p:cNvSpPr>
            <a:spLocks noGrp="1"/>
          </p:cNvSpPr>
          <p:nvPr>
            <p:ph type="body" sz="half" idx="2"/>
          </p:nvPr>
        </p:nvSpPr>
        <p:spPr>
          <a:xfrm>
            <a:off x="881780" y="2468880"/>
            <a:ext cx="4128849" cy="4573905"/>
          </a:xfrm>
        </p:spPr>
        <p:txBody>
          <a:bodyPr/>
          <a:lstStyle>
            <a:lvl1pPr marL="0" indent="0">
              <a:buNone/>
              <a:defRPr sz="1680"/>
            </a:lvl1pPr>
            <a:lvl2pPr marL="480078" indent="0">
              <a:buNone/>
              <a:defRPr sz="1470"/>
            </a:lvl2pPr>
            <a:lvl3pPr marL="960157" indent="0">
              <a:buNone/>
              <a:defRPr sz="1260"/>
            </a:lvl3pPr>
            <a:lvl4pPr marL="1440235" indent="0">
              <a:buNone/>
              <a:defRPr sz="1050"/>
            </a:lvl4pPr>
            <a:lvl5pPr marL="1920311" indent="0">
              <a:buNone/>
              <a:defRPr sz="1050"/>
            </a:lvl5pPr>
            <a:lvl6pPr marL="2400390" indent="0">
              <a:buNone/>
              <a:defRPr sz="1050"/>
            </a:lvl6pPr>
            <a:lvl7pPr marL="2880467" indent="0">
              <a:buNone/>
              <a:defRPr sz="1050"/>
            </a:lvl7pPr>
            <a:lvl8pPr marL="3360546" indent="0">
              <a:buNone/>
              <a:defRPr sz="1050"/>
            </a:lvl8pPr>
            <a:lvl9pPr marL="3840624"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6589919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9025686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438151"/>
            <a:ext cx="2760345" cy="697420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80111" y="438151"/>
            <a:ext cx="8121015" cy="69742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9847682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8980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438151"/>
            <a:ext cx="11041380" cy="159067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80110" y="2190751"/>
            <a:ext cx="1104138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0110" y="7627623"/>
            <a:ext cx="2880360" cy="438150"/>
          </a:xfrm>
          <a:prstGeom prst="rect">
            <a:avLst/>
          </a:prstGeom>
        </p:spPr>
        <p:txBody>
          <a:bodyPr vert="horz" lIns="91440" tIns="45720" rIns="91440" bIns="45720" rtlCol="0" anchor="ctr"/>
          <a:lstStyle>
            <a:lvl1pPr algn="l">
              <a:defRPr sz="1260">
                <a:solidFill>
                  <a:schemeClr val="tx1">
                    <a:tint val="75000"/>
                  </a:schemeClr>
                </a:solidFill>
              </a:defRPr>
            </a:lvl1pPr>
          </a:lstStyle>
          <a:p>
            <a:fld id="{C764DE79-268F-4C1A-8933-263129D2AF90}" type="datetimeFigureOut">
              <a:rPr lang="en-US" smtClean="0"/>
              <a:t>5/20/26</a:t>
            </a:fld>
            <a:endParaRPr lang="en-US" dirty="0"/>
          </a:p>
        </p:txBody>
      </p:sp>
      <p:sp>
        <p:nvSpPr>
          <p:cNvPr id="5" name="Footer Placeholder 4"/>
          <p:cNvSpPr>
            <a:spLocks noGrp="1"/>
          </p:cNvSpPr>
          <p:nvPr>
            <p:ph type="ftr" sz="quarter" idx="3"/>
          </p:nvPr>
        </p:nvSpPr>
        <p:spPr>
          <a:xfrm>
            <a:off x="4240530" y="7627623"/>
            <a:ext cx="4320540" cy="438150"/>
          </a:xfrm>
          <a:prstGeom prst="rect">
            <a:avLst/>
          </a:prstGeom>
        </p:spPr>
        <p:txBody>
          <a:bodyPr vert="horz" lIns="91440" tIns="45720" rIns="91440" bIns="45720" rtlCol="0" anchor="ctr"/>
          <a:lstStyle>
            <a:lvl1pPr algn="ctr">
              <a:defRPr sz="126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041130" y="7627623"/>
            <a:ext cx="2880360" cy="438150"/>
          </a:xfrm>
          <a:prstGeom prst="rect">
            <a:avLst/>
          </a:prstGeom>
        </p:spPr>
        <p:txBody>
          <a:bodyPr vert="horz" lIns="91440" tIns="45720" rIns="91440" bIns="45720" rtlCol="0" anchor="ctr"/>
          <a:lstStyle>
            <a:lvl1pPr algn="r">
              <a:defRPr sz="126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04244604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hf sldNum="0" hdr="0" ftr="0" dt="0"/>
  <p:txStyles>
    <p:titleStyle>
      <a:lvl1pPr algn="l" defTabSz="960157"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8" indent="-240038" algn="l" defTabSz="960157"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117" indent="-240038" algn="l" defTabSz="960157"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95" indent="-240038" algn="l" defTabSz="960157"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74" indent="-240038" algn="l" defTabSz="960157"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350" indent="-240038" algn="l" defTabSz="960157"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429" indent="-240038" algn="l" defTabSz="960157"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507" indent="-240038" algn="l" defTabSz="960157"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584" indent="-240038" algn="l" defTabSz="960157"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663" indent="-240038" algn="l" defTabSz="960157"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57" rtl="0" eaLnBrk="1" latinLnBrk="0" hangingPunct="1">
        <a:defRPr sz="1890" kern="1200">
          <a:solidFill>
            <a:schemeClr val="tx1"/>
          </a:solidFill>
          <a:latin typeface="+mn-lt"/>
          <a:ea typeface="+mn-ea"/>
          <a:cs typeface="+mn-cs"/>
        </a:defRPr>
      </a:lvl1pPr>
      <a:lvl2pPr marL="480078" algn="l" defTabSz="960157" rtl="0" eaLnBrk="1" latinLnBrk="0" hangingPunct="1">
        <a:defRPr sz="1890" kern="1200">
          <a:solidFill>
            <a:schemeClr val="tx1"/>
          </a:solidFill>
          <a:latin typeface="+mn-lt"/>
          <a:ea typeface="+mn-ea"/>
          <a:cs typeface="+mn-cs"/>
        </a:defRPr>
      </a:lvl2pPr>
      <a:lvl3pPr marL="960157" algn="l" defTabSz="960157" rtl="0" eaLnBrk="1" latinLnBrk="0" hangingPunct="1">
        <a:defRPr sz="1890" kern="1200">
          <a:solidFill>
            <a:schemeClr val="tx1"/>
          </a:solidFill>
          <a:latin typeface="+mn-lt"/>
          <a:ea typeface="+mn-ea"/>
          <a:cs typeface="+mn-cs"/>
        </a:defRPr>
      </a:lvl3pPr>
      <a:lvl4pPr marL="1440235" algn="l" defTabSz="960157" rtl="0" eaLnBrk="1" latinLnBrk="0" hangingPunct="1">
        <a:defRPr sz="1890" kern="1200">
          <a:solidFill>
            <a:schemeClr val="tx1"/>
          </a:solidFill>
          <a:latin typeface="+mn-lt"/>
          <a:ea typeface="+mn-ea"/>
          <a:cs typeface="+mn-cs"/>
        </a:defRPr>
      </a:lvl4pPr>
      <a:lvl5pPr marL="1920311" algn="l" defTabSz="960157" rtl="0" eaLnBrk="1" latinLnBrk="0" hangingPunct="1">
        <a:defRPr sz="1890" kern="1200">
          <a:solidFill>
            <a:schemeClr val="tx1"/>
          </a:solidFill>
          <a:latin typeface="+mn-lt"/>
          <a:ea typeface="+mn-ea"/>
          <a:cs typeface="+mn-cs"/>
        </a:defRPr>
      </a:lvl5pPr>
      <a:lvl6pPr marL="2400390" algn="l" defTabSz="960157" rtl="0" eaLnBrk="1" latinLnBrk="0" hangingPunct="1">
        <a:defRPr sz="1890" kern="1200">
          <a:solidFill>
            <a:schemeClr val="tx1"/>
          </a:solidFill>
          <a:latin typeface="+mn-lt"/>
          <a:ea typeface="+mn-ea"/>
          <a:cs typeface="+mn-cs"/>
        </a:defRPr>
      </a:lvl6pPr>
      <a:lvl7pPr marL="2880467" algn="l" defTabSz="960157" rtl="0" eaLnBrk="1" latinLnBrk="0" hangingPunct="1">
        <a:defRPr sz="1890" kern="1200">
          <a:solidFill>
            <a:schemeClr val="tx1"/>
          </a:solidFill>
          <a:latin typeface="+mn-lt"/>
          <a:ea typeface="+mn-ea"/>
          <a:cs typeface="+mn-cs"/>
        </a:defRPr>
      </a:lvl7pPr>
      <a:lvl8pPr marL="3360546" algn="l" defTabSz="960157" rtl="0" eaLnBrk="1" latinLnBrk="0" hangingPunct="1">
        <a:defRPr sz="1890" kern="1200">
          <a:solidFill>
            <a:schemeClr val="tx1"/>
          </a:solidFill>
          <a:latin typeface="+mn-lt"/>
          <a:ea typeface="+mn-ea"/>
          <a:cs typeface="+mn-cs"/>
        </a:defRPr>
      </a:lvl8pPr>
      <a:lvl9pPr marL="3840624" algn="l" defTabSz="960157"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2.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49088" y="991963"/>
            <a:ext cx="11103429" cy="6245679"/>
          </a:xfrm>
          <a:prstGeom prst="rect">
            <a:avLst/>
          </a:prstGeom>
        </p:spPr>
      </p:pic>
      <p:sp>
        <p:nvSpPr>
          <p:cNvPr id="3" name="Shape 0"/>
          <p:cNvSpPr/>
          <p:nvPr/>
        </p:nvSpPr>
        <p:spPr>
          <a:xfrm>
            <a:off x="849090" y="991963"/>
            <a:ext cx="7402275" cy="6245679"/>
          </a:xfrm>
          <a:prstGeom prst="rect">
            <a:avLst/>
          </a:prstGeom>
          <a:solidFill>
            <a:srgbClr val="111827"/>
          </a:solidFill>
          <a:ln/>
        </p:spPr>
        <p:txBody>
          <a:bodyPr/>
          <a:lstStyle/>
          <a:p>
            <a:endParaRPr lang="en-US" sz="2184" dirty="0"/>
          </a:p>
        </p:txBody>
      </p:sp>
      <p:sp>
        <p:nvSpPr>
          <p:cNvPr id="4" name="Text 1"/>
          <p:cNvSpPr/>
          <p:nvPr/>
        </p:nvSpPr>
        <p:spPr>
          <a:xfrm>
            <a:off x="1369562" y="2032912"/>
            <a:ext cx="6881802" cy="1861600"/>
          </a:xfrm>
          <a:prstGeom prst="rect">
            <a:avLst/>
          </a:prstGeom>
          <a:noFill/>
          <a:ln/>
        </p:spPr>
        <p:txBody>
          <a:bodyPr wrap="square" lIns="0" tIns="0" rIns="0" bIns="0" rtlCol="0" anchor="t">
            <a:spAutoFit/>
          </a:bodyPr>
          <a:lstStyle/>
          <a:p>
            <a:pPr>
              <a:lnSpc>
                <a:spcPts val="4857"/>
              </a:lnSpc>
            </a:pPr>
            <a:r>
              <a:rPr lang="en-US" sz="4000" b="1" dirty="0">
                <a:solidFill>
                  <a:srgbClr val="F3F4F6"/>
                </a:solidFill>
                <a:latin typeface="Montserrat" pitchFamily="34" charset="0"/>
                <a:ea typeface="Montserrat" pitchFamily="34" charset="-122"/>
                <a:cs typeface="Montserrat" pitchFamily="34" charset="-120"/>
              </a:rPr>
              <a:t>USID OUTAGE
IMPACT ASSESSMENT
FRAMEWORK</a:t>
            </a:r>
            <a:endParaRPr lang="en-US" sz="4000" dirty="0"/>
          </a:p>
        </p:txBody>
      </p:sp>
      <p:sp>
        <p:nvSpPr>
          <p:cNvPr id="5" name="Text 2"/>
          <p:cNvSpPr/>
          <p:nvPr/>
        </p:nvSpPr>
        <p:spPr>
          <a:xfrm>
            <a:off x="1369564" y="4038426"/>
            <a:ext cx="4259179" cy="328808"/>
          </a:xfrm>
          <a:prstGeom prst="rect">
            <a:avLst/>
          </a:prstGeom>
          <a:noFill/>
          <a:ln/>
        </p:spPr>
        <p:txBody>
          <a:bodyPr wrap="none" lIns="0" tIns="0" rIns="0" bIns="0" rtlCol="0" anchor="t">
            <a:spAutoFit/>
          </a:bodyPr>
          <a:lstStyle/>
          <a:p>
            <a:pPr>
              <a:lnSpc>
                <a:spcPts val="2672"/>
              </a:lnSpc>
            </a:pPr>
            <a:r>
              <a:rPr lang="en-US" sz="2069" dirty="0">
                <a:solidFill>
                  <a:srgbClr val="0D9488"/>
                </a:solidFill>
                <a:latin typeface="Montserrat" pitchFamily="34" charset="0"/>
                <a:ea typeface="Montserrat" pitchFamily="34" charset="-122"/>
                <a:cs typeface="Montserrat" pitchFamily="34" charset="-120"/>
              </a:rPr>
              <a:t>User-Centric Network Reliability</a:t>
            </a:r>
            <a:endParaRPr lang="en-US" sz="2069" dirty="0"/>
          </a:p>
        </p:txBody>
      </p:sp>
      <p:sp>
        <p:nvSpPr>
          <p:cNvPr id="6" name="Text 3"/>
          <p:cNvSpPr/>
          <p:nvPr/>
        </p:nvSpPr>
        <p:spPr>
          <a:xfrm>
            <a:off x="8901953" y="2032910"/>
            <a:ext cx="2703546" cy="713016"/>
          </a:xfrm>
          <a:prstGeom prst="rect">
            <a:avLst/>
          </a:prstGeom>
          <a:noFill/>
          <a:ln/>
        </p:spPr>
        <p:txBody>
          <a:bodyPr wrap="square" lIns="0" tIns="0" rIns="0" bIns="0" rtlCol="0" anchor="t">
            <a:spAutoFit/>
          </a:bodyPr>
          <a:lstStyle/>
          <a:p>
            <a:pPr>
              <a:lnSpc>
                <a:spcPts val="1943"/>
              </a:lnSpc>
            </a:pPr>
            <a:r>
              <a:rPr lang="en-US" sz="1198" b="1" dirty="0">
                <a:solidFill>
                  <a:srgbClr val="374151"/>
                </a:solidFill>
                <a:latin typeface="Open Sans" pitchFamily="34" charset="0"/>
                <a:ea typeface="Open Sans" pitchFamily="34" charset="-122"/>
                <a:cs typeface="Open Sans" pitchFamily="34" charset="-120"/>
              </a:rPr>
              <a:t>Goal</a:t>
            </a:r>
            <a:r>
              <a:rPr lang="en-US" sz="1275" dirty="0">
                <a:solidFill>
                  <a:srgbClr val="374151"/>
                </a:solidFill>
                <a:latin typeface="Open Sans" pitchFamily="34" charset="0"/>
                <a:ea typeface="Open Sans" pitchFamily="34" charset="-122"/>
                <a:cs typeface="Open Sans" pitchFamily="34" charset="-120"/>
              </a:rPr>
              <a:t>: Assess the impact of shutting down one target USID in a target area.</a:t>
            </a:r>
            <a:endParaRPr lang="en-US" sz="1198" dirty="0"/>
          </a:p>
        </p:txBody>
      </p:sp>
      <p:sp>
        <p:nvSpPr>
          <p:cNvPr id="7" name="Text 4"/>
          <p:cNvSpPr/>
          <p:nvPr/>
        </p:nvSpPr>
        <p:spPr>
          <a:xfrm>
            <a:off x="8901953" y="3021810"/>
            <a:ext cx="2703546" cy="713016"/>
          </a:xfrm>
          <a:prstGeom prst="rect">
            <a:avLst/>
          </a:prstGeom>
          <a:noFill/>
          <a:ln/>
        </p:spPr>
        <p:txBody>
          <a:bodyPr wrap="square" lIns="0" tIns="0" rIns="0" bIns="0" rtlCol="0" anchor="t">
            <a:spAutoFit/>
          </a:bodyPr>
          <a:lstStyle/>
          <a:p>
            <a:pPr>
              <a:lnSpc>
                <a:spcPts val="1943"/>
              </a:lnSpc>
            </a:pPr>
            <a:r>
              <a:rPr lang="en-US" sz="1198" b="1" dirty="0">
                <a:solidFill>
                  <a:srgbClr val="374151"/>
                </a:solidFill>
                <a:latin typeface="Open Sans" pitchFamily="34" charset="0"/>
                <a:ea typeface="Open Sans" pitchFamily="34" charset="-122"/>
                <a:cs typeface="Open Sans" pitchFamily="34" charset="-120"/>
              </a:rPr>
              <a:t>User-Centric</a:t>
            </a:r>
            <a:r>
              <a:rPr lang="en-US" sz="1275" dirty="0">
                <a:solidFill>
                  <a:srgbClr val="374151"/>
                </a:solidFill>
                <a:latin typeface="Open Sans" pitchFamily="34" charset="0"/>
                <a:ea typeface="Open Sans" pitchFamily="34" charset="-122"/>
                <a:cs typeface="Open Sans" pitchFamily="34" charset="-120"/>
              </a:rPr>
              <a:t>: Prioritize user-facing impact over radio-only degradation.</a:t>
            </a:r>
            <a:endParaRPr lang="en-US" sz="1198" dirty="0"/>
          </a:p>
        </p:txBody>
      </p:sp>
      <p:sp>
        <p:nvSpPr>
          <p:cNvPr id="8" name="Text 5"/>
          <p:cNvSpPr/>
          <p:nvPr/>
        </p:nvSpPr>
        <p:spPr>
          <a:xfrm>
            <a:off x="8901953" y="4010710"/>
            <a:ext cx="2703546" cy="713016"/>
          </a:xfrm>
          <a:prstGeom prst="rect">
            <a:avLst/>
          </a:prstGeom>
          <a:noFill/>
          <a:ln/>
        </p:spPr>
        <p:txBody>
          <a:bodyPr wrap="square" lIns="0" tIns="0" rIns="0" bIns="0" rtlCol="0" anchor="t">
            <a:spAutoFit/>
          </a:bodyPr>
          <a:lstStyle/>
          <a:p>
            <a:pPr>
              <a:lnSpc>
                <a:spcPts val="1943"/>
              </a:lnSpc>
            </a:pPr>
            <a:r>
              <a:rPr lang="en-US" sz="1198" b="1" dirty="0">
                <a:solidFill>
                  <a:srgbClr val="374151"/>
                </a:solidFill>
                <a:latin typeface="Open Sans" pitchFamily="34" charset="0"/>
                <a:ea typeface="Open Sans" pitchFamily="34" charset="-122"/>
                <a:cs typeface="Open Sans" pitchFamily="34" charset="-120"/>
              </a:rPr>
              <a:t>Integrated</a:t>
            </a:r>
            <a:r>
              <a:rPr lang="en-US" sz="1275" dirty="0">
                <a:solidFill>
                  <a:srgbClr val="374151"/>
                </a:solidFill>
                <a:latin typeface="Open Sans" pitchFamily="34" charset="0"/>
                <a:ea typeface="Open Sans" pitchFamily="34" charset="-122"/>
                <a:cs typeface="Open Sans" pitchFamily="34" charset="-120"/>
              </a:rPr>
              <a:t>: Combine USID dominance, attribute analysis, and regional data.</a:t>
            </a:r>
            <a:endParaRPr lang="en-US" sz="1198" dirty="0"/>
          </a:p>
        </p:txBody>
      </p:sp>
      <p:sp>
        <p:nvSpPr>
          <p:cNvPr id="9" name="Text 6"/>
          <p:cNvSpPr/>
          <p:nvPr/>
        </p:nvSpPr>
        <p:spPr>
          <a:xfrm>
            <a:off x="8901953" y="4999607"/>
            <a:ext cx="2703546" cy="713016"/>
          </a:xfrm>
          <a:prstGeom prst="rect">
            <a:avLst/>
          </a:prstGeom>
          <a:noFill/>
          <a:ln/>
        </p:spPr>
        <p:txBody>
          <a:bodyPr wrap="square" lIns="0" tIns="0" rIns="0" bIns="0" rtlCol="0" anchor="t">
            <a:spAutoFit/>
          </a:bodyPr>
          <a:lstStyle/>
          <a:p>
            <a:pPr>
              <a:lnSpc>
                <a:spcPts val="1943"/>
              </a:lnSpc>
            </a:pPr>
            <a:r>
              <a:rPr lang="en-US" sz="1198" b="1" dirty="0">
                <a:solidFill>
                  <a:srgbClr val="374151"/>
                </a:solidFill>
                <a:latin typeface="Open Sans" pitchFamily="34" charset="0"/>
                <a:ea typeface="Open Sans" pitchFamily="34" charset="-122"/>
                <a:cs typeface="Open Sans" pitchFamily="34" charset="-120"/>
              </a:rPr>
              <a:t>Output</a:t>
            </a:r>
            <a:r>
              <a:rPr lang="en-US" sz="1275" dirty="0">
                <a:solidFill>
                  <a:srgbClr val="374151"/>
                </a:solidFill>
                <a:latin typeface="Open Sans" pitchFamily="34" charset="0"/>
                <a:ea typeface="Open Sans" pitchFamily="34" charset="-122"/>
                <a:cs typeface="Open Sans" pitchFamily="34" charset="-120"/>
              </a:rPr>
              <a:t>: Deliver severity ratings, impact levels, and detailed reasoning.</a:t>
            </a:r>
            <a:endParaRPr lang="en-US" sz="1198"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C4F11D7-A7A4-1D65-A31C-547987DD075D}"/>
            </a:ext>
          </a:extLst>
        </p:cNvPr>
        <p:cNvGrpSpPr/>
        <p:nvPr/>
      </p:nvGrpSpPr>
      <p:grpSpPr>
        <a:xfrm>
          <a:off x="0" y="0"/>
          <a:ext cx="0" cy="0"/>
          <a:chOff x="0" y="0"/>
          <a:chExt cx="0" cy="0"/>
        </a:xfrm>
      </p:grpSpPr>
      <p:sp>
        <p:nvSpPr>
          <p:cNvPr id="5" name="Rounded Rectangle 4">
            <a:extLst>
              <a:ext uri="{FF2B5EF4-FFF2-40B4-BE49-F238E27FC236}">
                <a16:creationId xmlns:a16="http://schemas.microsoft.com/office/drawing/2014/main" id="{0894FFAD-97B7-E417-E20B-897E6EE2DDBE}"/>
              </a:ext>
            </a:extLst>
          </p:cNvPr>
          <p:cNvSpPr/>
          <p:nvPr/>
        </p:nvSpPr>
        <p:spPr>
          <a:xfrm>
            <a:off x="5559890" y="1641884"/>
            <a:ext cx="913721" cy="312285"/>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14" dirty="0">
                <a:ln w="0"/>
                <a:solidFill>
                  <a:schemeClr val="tx1"/>
                </a:solidFill>
                <a:effectLst>
                  <a:outerShdw blurRad="38100" dist="19050" dir="2700000" algn="tl" rotWithShape="0">
                    <a:schemeClr val="dk1">
                      <a:alpha val="40000"/>
                    </a:schemeClr>
                  </a:outerShdw>
                </a:effectLst>
              </a:rPr>
              <a:t>Rhea Data</a:t>
            </a:r>
          </a:p>
        </p:txBody>
      </p:sp>
      <p:sp>
        <p:nvSpPr>
          <p:cNvPr id="6" name="Rounded Rectangle 5">
            <a:extLst>
              <a:ext uri="{FF2B5EF4-FFF2-40B4-BE49-F238E27FC236}">
                <a16:creationId xmlns:a16="http://schemas.microsoft.com/office/drawing/2014/main" id="{883C1307-CF3A-FA76-550D-F6FD24A126FE}"/>
              </a:ext>
            </a:extLst>
          </p:cNvPr>
          <p:cNvSpPr/>
          <p:nvPr/>
        </p:nvSpPr>
        <p:spPr>
          <a:xfrm>
            <a:off x="4422455" y="1646392"/>
            <a:ext cx="1075647" cy="312285"/>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14" dirty="0" err="1">
                <a:ln w="0"/>
                <a:solidFill>
                  <a:schemeClr val="tx1"/>
                </a:solidFill>
                <a:effectLst>
                  <a:outerShdw blurRad="38100" dist="19050" dir="2700000" algn="tl" rotWithShape="0">
                    <a:schemeClr val="dk1">
                      <a:alpha val="40000"/>
                    </a:schemeClr>
                  </a:outerShdw>
                </a:effectLst>
              </a:rPr>
              <a:t>Attribute.csv</a:t>
            </a:r>
            <a:endParaRPr lang="en-US" sz="1214">
              <a:ln w="0"/>
              <a:solidFill>
                <a:schemeClr val="tx1"/>
              </a:solidFill>
              <a:effectLst>
                <a:outerShdw blurRad="38100" dist="19050" dir="2700000" algn="tl" rotWithShape="0">
                  <a:schemeClr val="dk1">
                    <a:alpha val="40000"/>
                  </a:schemeClr>
                </a:outerShdw>
              </a:effectLst>
            </a:endParaRPr>
          </a:p>
        </p:txBody>
      </p:sp>
      <p:sp>
        <p:nvSpPr>
          <p:cNvPr id="7" name="Rounded Rectangle 6">
            <a:extLst>
              <a:ext uri="{FF2B5EF4-FFF2-40B4-BE49-F238E27FC236}">
                <a16:creationId xmlns:a16="http://schemas.microsoft.com/office/drawing/2014/main" id="{B16142BC-D8E1-2EF7-C8E6-BEED9958D14B}"/>
              </a:ext>
            </a:extLst>
          </p:cNvPr>
          <p:cNvSpPr/>
          <p:nvPr/>
        </p:nvSpPr>
        <p:spPr>
          <a:xfrm>
            <a:off x="6535402" y="1662602"/>
            <a:ext cx="879024" cy="259272"/>
          </a:xfrm>
          <a:prstGeom prst="round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14">
                <a:ln w="0"/>
                <a:solidFill>
                  <a:schemeClr val="tx1"/>
                </a:solidFill>
                <a:effectLst>
                  <a:outerShdw blurRad="38100" dist="19050" dir="2700000" algn="tl" rotWithShape="0">
                    <a:schemeClr val="dk1">
                      <a:alpha val="40000"/>
                    </a:schemeClr>
                  </a:outerShdw>
                </a:effectLst>
              </a:rPr>
              <a:t>Real map</a:t>
            </a:r>
          </a:p>
        </p:txBody>
      </p:sp>
      <p:pic>
        <p:nvPicPr>
          <p:cNvPr id="8" name="Picture 7">
            <a:extLst>
              <a:ext uri="{FF2B5EF4-FFF2-40B4-BE49-F238E27FC236}">
                <a16:creationId xmlns:a16="http://schemas.microsoft.com/office/drawing/2014/main" id="{8F668401-1571-62B8-54BE-C9798A80033B}"/>
              </a:ext>
            </a:extLst>
          </p:cNvPr>
          <p:cNvPicPr>
            <a:picLocks noChangeAspect="1"/>
          </p:cNvPicPr>
          <p:nvPr/>
        </p:nvPicPr>
        <p:blipFill>
          <a:blip r:embed="rId3"/>
          <a:srcRect l="8380" t="12699" r="2579" b="18835"/>
          <a:stretch>
            <a:fillRect/>
          </a:stretch>
        </p:blipFill>
        <p:spPr>
          <a:xfrm>
            <a:off x="4938734" y="2368516"/>
            <a:ext cx="2274854" cy="982566"/>
          </a:xfrm>
          <a:prstGeom prst="rect">
            <a:avLst/>
          </a:prstGeom>
        </p:spPr>
      </p:pic>
      <p:pic>
        <p:nvPicPr>
          <p:cNvPr id="9" name="Picture 8">
            <a:extLst>
              <a:ext uri="{FF2B5EF4-FFF2-40B4-BE49-F238E27FC236}">
                <a16:creationId xmlns:a16="http://schemas.microsoft.com/office/drawing/2014/main" id="{E6781CD8-478B-932B-5831-3F65BDA0374B}"/>
              </a:ext>
            </a:extLst>
          </p:cNvPr>
          <p:cNvPicPr>
            <a:picLocks noChangeAspect="1"/>
          </p:cNvPicPr>
          <p:nvPr/>
        </p:nvPicPr>
        <p:blipFill>
          <a:blip r:embed="rId4"/>
          <a:srcRect l="13072" t="11155" r="18038" b="16649"/>
          <a:stretch>
            <a:fillRect/>
          </a:stretch>
        </p:blipFill>
        <p:spPr>
          <a:xfrm>
            <a:off x="7987584" y="2460813"/>
            <a:ext cx="1689430" cy="890271"/>
          </a:xfrm>
          <a:prstGeom prst="rect">
            <a:avLst/>
          </a:prstGeom>
        </p:spPr>
      </p:pic>
      <p:pic>
        <p:nvPicPr>
          <p:cNvPr id="10" name="Picture 9">
            <a:extLst>
              <a:ext uri="{FF2B5EF4-FFF2-40B4-BE49-F238E27FC236}">
                <a16:creationId xmlns:a16="http://schemas.microsoft.com/office/drawing/2014/main" id="{96C1B8B6-5BBE-7F84-14E9-0005D0140449}"/>
              </a:ext>
            </a:extLst>
          </p:cNvPr>
          <p:cNvPicPr>
            <a:picLocks noChangeAspect="1"/>
          </p:cNvPicPr>
          <p:nvPr/>
        </p:nvPicPr>
        <p:blipFill>
          <a:blip r:embed="rId5"/>
          <a:srcRect l="3579" t="12813" r="3529" b="21969"/>
          <a:stretch>
            <a:fillRect/>
          </a:stretch>
        </p:blipFill>
        <p:spPr>
          <a:xfrm>
            <a:off x="4689815" y="4456369"/>
            <a:ext cx="3012555" cy="692542"/>
          </a:xfrm>
          <a:prstGeom prst="rect">
            <a:avLst/>
          </a:prstGeom>
        </p:spPr>
      </p:pic>
      <p:pic>
        <p:nvPicPr>
          <p:cNvPr id="11" name="Picture 10">
            <a:extLst>
              <a:ext uri="{FF2B5EF4-FFF2-40B4-BE49-F238E27FC236}">
                <a16:creationId xmlns:a16="http://schemas.microsoft.com/office/drawing/2014/main" id="{237391BF-4A7B-4447-0231-26EDA8AE951E}"/>
              </a:ext>
            </a:extLst>
          </p:cNvPr>
          <p:cNvPicPr>
            <a:picLocks noChangeAspect="1"/>
          </p:cNvPicPr>
          <p:nvPr/>
        </p:nvPicPr>
        <p:blipFill>
          <a:blip r:embed="rId6"/>
          <a:srcRect l="13301" t="14316" r="14627" b="14580"/>
          <a:stretch>
            <a:fillRect/>
          </a:stretch>
        </p:blipFill>
        <p:spPr>
          <a:xfrm>
            <a:off x="2283194" y="4417155"/>
            <a:ext cx="2264289" cy="737990"/>
          </a:xfrm>
          <a:prstGeom prst="rect">
            <a:avLst/>
          </a:prstGeom>
        </p:spPr>
      </p:pic>
      <p:pic>
        <p:nvPicPr>
          <p:cNvPr id="12" name="Picture 11">
            <a:extLst>
              <a:ext uri="{FF2B5EF4-FFF2-40B4-BE49-F238E27FC236}">
                <a16:creationId xmlns:a16="http://schemas.microsoft.com/office/drawing/2014/main" id="{20AB7538-FDB2-2A2D-E239-3045039D64E2}"/>
              </a:ext>
            </a:extLst>
          </p:cNvPr>
          <p:cNvPicPr>
            <a:picLocks noChangeAspect="1"/>
          </p:cNvPicPr>
          <p:nvPr/>
        </p:nvPicPr>
        <p:blipFill>
          <a:blip r:embed="rId7"/>
          <a:srcRect l="8022" t="6158" r="8779" b="14746"/>
          <a:stretch>
            <a:fillRect/>
          </a:stretch>
        </p:blipFill>
        <p:spPr>
          <a:xfrm>
            <a:off x="8077249" y="4366572"/>
            <a:ext cx="2354820" cy="899481"/>
          </a:xfrm>
          <a:prstGeom prst="rect">
            <a:avLst/>
          </a:prstGeom>
        </p:spPr>
      </p:pic>
      <p:pic>
        <p:nvPicPr>
          <p:cNvPr id="13" name="Picture 12">
            <a:extLst>
              <a:ext uri="{FF2B5EF4-FFF2-40B4-BE49-F238E27FC236}">
                <a16:creationId xmlns:a16="http://schemas.microsoft.com/office/drawing/2014/main" id="{AA276A9C-3D73-7CFC-CD9A-64FEE82705BF}"/>
              </a:ext>
            </a:extLst>
          </p:cNvPr>
          <p:cNvPicPr>
            <a:picLocks noChangeAspect="1"/>
          </p:cNvPicPr>
          <p:nvPr/>
        </p:nvPicPr>
        <p:blipFill>
          <a:blip r:embed="rId8"/>
          <a:srcRect l="14951" t="5683" r="13670" b="5807"/>
          <a:stretch>
            <a:fillRect/>
          </a:stretch>
        </p:blipFill>
        <p:spPr>
          <a:xfrm>
            <a:off x="3689348" y="5494059"/>
            <a:ext cx="2000931" cy="894102"/>
          </a:xfrm>
          <a:prstGeom prst="rect">
            <a:avLst/>
          </a:prstGeom>
        </p:spPr>
      </p:pic>
      <p:pic>
        <p:nvPicPr>
          <p:cNvPr id="14" name="Picture 13">
            <a:extLst>
              <a:ext uri="{FF2B5EF4-FFF2-40B4-BE49-F238E27FC236}">
                <a16:creationId xmlns:a16="http://schemas.microsoft.com/office/drawing/2014/main" id="{CF4E41F7-ACB8-C60C-A504-B0E1353AD8B4}"/>
              </a:ext>
            </a:extLst>
          </p:cNvPr>
          <p:cNvPicPr>
            <a:picLocks noChangeAspect="1"/>
          </p:cNvPicPr>
          <p:nvPr/>
        </p:nvPicPr>
        <p:blipFill>
          <a:blip r:embed="rId9"/>
          <a:srcRect l="27619" t="13387" r="28966" b="9512"/>
          <a:stretch>
            <a:fillRect/>
          </a:stretch>
        </p:blipFill>
        <p:spPr>
          <a:xfrm>
            <a:off x="1944342" y="2056046"/>
            <a:ext cx="2264289" cy="1653205"/>
          </a:xfrm>
          <a:prstGeom prst="rect">
            <a:avLst/>
          </a:prstGeom>
        </p:spPr>
      </p:pic>
      <p:pic>
        <p:nvPicPr>
          <p:cNvPr id="15" name="Picture 14">
            <a:extLst>
              <a:ext uri="{FF2B5EF4-FFF2-40B4-BE49-F238E27FC236}">
                <a16:creationId xmlns:a16="http://schemas.microsoft.com/office/drawing/2014/main" id="{6A17F428-0984-9D8A-266C-2F57215233A8}"/>
              </a:ext>
            </a:extLst>
          </p:cNvPr>
          <p:cNvPicPr>
            <a:picLocks noChangeAspect="1"/>
          </p:cNvPicPr>
          <p:nvPr/>
        </p:nvPicPr>
        <p:blipFill>
          <a:blip r:embed="rId10"/>
          <a:stretch>
            <a:fillRect/>
          </a:stretch>
        </p:blipFill>
        <p:spPr>
          <a:xfrm>
            <a:off x="7553203" y="6319737"/>
            <a:ext cx="2620752" cy="818985"/>
          </a:xfrm>
          <a:prstGeom prst="rect">
            <a:avLst/>
          </a:prstGeom>
        </p:spPr>
      </p:pic>
      <p:cxnSp>
        <p:nvCxnSpPr>
          <p:cNvPr id="17" name="Straight Arrow Connector 16">
            <a:extLst>
              <a:ext uri="{FF2B5EF4-FFF2-40B4-BE49-F238E27FC236}">
                <a16:creationId xmlns:a16="http://schemas.microsoft.com/office/drawing/2014/main" id="{EE37C7BD-ECB1-1A3F-4969-9D4629C4EFFA}"/>
              </a:ext>
            </a:extLst>
          </p:cNvPr>
          <p:cNvCxnSpPr/>
          <p:nvPr/>
        </p:nvCxnSpPr>
        <p:spPr>
          <a:xfrm>
            <a:off x="6016746" y="2056041"/>
            <a:ext cx="0" cy="31247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4841268-3B33-9427-D83B-7A0B00945124}"/>
              </a:ext>
            </a:extLst>
          </p:cNvPr>
          <p:cNvCxnSpPr>
            <a:cxnSpLocks/>
            <a:endCxn id="14" idx="3"/>
          </p:cNvCxnSpPr>
          <p:nvPr/>
        </p:nvCxnSpPr>
        <p:spPr>
          <a:xfrm flipH="1">
            <a:off x="4208633" y="2882648"/>
            <a:ext cx="686211" cy="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48A61AF-10D2-E64B-EBE1-7DA13251C99C}"/>
              </a:ext>
            </a:extLst>
          </p:cNvPr>
          <p:cNvCxnSpPr>
            <a:cxnSpLocks/>
            <a:stCxn id="8" idx="3"/>
          </p:cNvCxnSpPr>
          <p:nvPr/>
        </p:nvCxnSpPr>
        <p:spPr>
          <a:xfrm>
            <a:off x="7213591" y="2859798"/>
            <a:ext cx="67923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28">
            <a:extLst>
              <a:ext uri="{FF2B5EF4-FFF2-40B4-BE49-F238E27FC236}">
                <a16:creationId xmlns:a16="http://schemas.microsoft.com/office/drawing/2014/main" id="{5AA107C1-69FE-1FE8-952F-6621DF2ADDDB}"/>
              </a:ext>
            </a:extLst>
          </p:cNvPr>
          <p:cNvCxnSpPr>
            <a:stCxn id="14" idx="2"/>
            <a:endCxn id="10" idx="0"/>
          </p:cNvCxnSpPr>
          <p:nvPr/>
        </p:nvCxnSpPr>
        <p:spPr>
          <a:xfrm rot="16200000" flipH="1">
            <a:off x="4262728" y="2523004"/>
            <a:ext cx="747121" cy="3119604"/>
          </a:xfrm>
          <a:prstGeom prst="bentConnector3">
            <a:avLst/>
          </a:prstGeom>
          <a:ln w="12700">
            <a:tailEnd type="triangle"/>
          </a:ln>
        </p:spPr>
        <p:style>
          <a:lnRef idx="1">
            <a:schemeClr val="dk1"/>
          </a:lnRef>
          <a:fillRef idx="0">
            <a:schemeClr val="dk1"/>
          </a:fillRef>
          <a:effectRef idx="0">
            <a:schemeClr val="dk1"/>
          </a:effectRef>
          <a:fontRef idx="minor">
            <a:schemeClr val="tx1"/>
          </a:fontRef>
        </p:style>
      </p:cxnSp>
      <p:cxnSp>
        <p:nvCxnSpPr>
          <p:cNvPr id="36" name="Elbow Connector 35">
            <a:extLst>
              <a:ext uri="{FF2B5EF4-FFF2-40B4-BE49-F238E27FC236}">
                <a16:creationId xmlns:a16="http://schemas.microsoft.com/office/drawing/2014/main" id="{C9F307C9-07CE-724C-60B8-DDBA0E0F7D83}"/>
              </a:ext>
            </a:extLst>
          </p:cNvPr>
          <p:cNvCxnSpPr>
            <a:stCxn id="14" idx="1"/>
            <a:endCxn id="11" idx="1"/>
          </p:cNvCxnSpPr>
          <p:nvPr/>
        </p:nvCxnSpPr>
        <p:spPr>
          <a:xfrm rot="10800000" flipH="1" flipV="1">
            <a:off x="1944343" y="2882645"/>
            <a:ext cx="338850" cy="1903504"/>
          </a:xfrm>
          <a:prstGeom prst="bentConnector3">
            <a:avLst>
              <a:gd name="adj1" fmla="val -81920"/>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4" name="Elbow Connector 43">
            <a:extLst>
              <a:ext uri="{FF2B5EF4-FFF2-40B4-BE49-F238E27FC236}">
                <a16:creationId xmlns:a16="http://schemas.microsoft.com/office/drawing/2014/main" id="{8CC98C25-0D1A-6117-7B4B-FB910321FC78}"/>
              </a:ext>
            </a:extLst>
          </p:cNvPr>
          <p:cNvCxnSpPr>
            <a:stCxn id="6" idx="1"/>
            <a:endCxn id="11" idx="1"/>
          </p:cNvCxnSpPr>
          <p:nvPr/>
        </p:nvCxnSpPr>
        <p:spPr>
          <a:xfrm rot="10800000" flipV="1">
            <a:off x="2283196" y="1802535"/>
            <a:ext cx="2139263" cy="2983617"/>
          </a:xfrm>
          <a:prstGeom prst="bentConnector3">
            <a:avLst>
              <a:gd name="adj1" fmla="val 147578"/>
            </a:avLst>
          </a:prstGeom>
          <a:ln w="12700">
            <a:tailEnd type="triangle"/>
          </a:ln>
        </p:spPr>
        <p:style>
          <a:lnRef idx="1">
            <a:schemeClr val="dk1"/>
          </a:lnRef>
          <a:fillRef idx="0">
            <a:schemeClr val="dk1"/>
          </a:fillRef>
          <a:effectRef idx="0">
            <a:schemeClr val="dk1"/>
          </a:effectRef>
          <a:fontRef idx="minor">
            <a:schemeClr val="tx1"/>
          </a:fontRef>
        </p:style>
      </p:cxnSp>
      <p:cxnSp>
        <p:nvCxnSpPr>
          <p:cNvPr id="49" name="Elbow Connector 48">
            <a:extLst>
              <a:ext uri="{FF2B5EF4-FFF2-40B4-BE49-F238E27FC236}">
                <a16:creationId xmlns:a16="http://schemas.microsoft.com/office/drawing/2014/main" id="{8B7C8F40-0EF6-794D-778D-50FC99FEB8C5}"/>
              </a:ext>
            </a:extLst>
          </p:cNvPr>
          <p:cNvCxnSpPr>
            <a:stCxn id="9" idx="2"/>
            <a:endCxn id="10" idx="0"/>
          </p:cNvCxnSpPr>
          <p:nvPr/>
        </p:nvCxnSpPr>
        <p:spPr>
          <a:xfrm rot="5400000">
            <a:off x="6961553" y="2585621"/>
            <a:ext cx="1105287" cy="2636207"/>
          </a:xfrm>
          <a:prstGeom prst="bentConnector3">
            <a:avLst/>
          </a:prstGeom>
          <a:ln w="12700">
            <a:tailEnd type="triangle"/>
          </a:ln>
        </p:spPr>
        <p:style>
          <a:lnRef idx="1">
            <a:schemeClr val="dk1"/>
          </a:lnRef>
          <a:fillRef idx="0">
            <a:schemeClr val="dk1"/>
          </a:fillRef>
          <a:effectRef idx="0">
            <a:schemeClr val="dk1"/>
          </a:effectRef>
          <a:fontRef idx="minor">
            <a:schemeClr val="tx1"/>
          </a:fontRef>
        </p:style>
      </p:cxnSp>
      <p:cxnSp>
        <p:nvCxnSpPr>
          <p:cNvPr id="52" name="Elbow Connector 51">
            <a:extLst>
              <a:ext uri="{FF2B5EF4-FFF2-40B4-BE49-F238E27FC236}">
                <a16:creationId xmlns:a16="http://schemas.microsoft.com/office/drawing/2014/main" id="{1C630062-CE5B-18C6-CE7E-21C521492431}"/>
              </a:ext>
            </a:extLst>
          </p:cNvPr>
          <p:cNvCxnSpPr>
            <a:stCxn id="9" idx="3"/>
            <a:endCxn id="12" idx="3"/>
          </p:cNvCxnSpPr>
          <p:nvPr/>
        </p:nvCxnSpPr>
        <p:spPr>
          <a:xfrm>
            <a:off x="9677013" y="2905949"/>
            <a:ext cx="755054" cy="1910364"/>
          </a:xfrm>
          <a:prstGeom prst="bentConnector3">
            <a:avLst>
              <a:gd name="adj1" fmla="val 113787"/>
            </a:avLst>
          </a:prstGeom>
          <a:ln w="12700">
            <a:tailEnd type="triangle"/>
          </a:ln>
        </p:spPr>
        <p:style>
          <a:lnRef idx="1">
            <a:schemeClr val="dk1"/>
          </a:lnRef>
          <a:fillRef idx="0">
            <a:schemeClr val="dk1"/>
          </a:fillRef>
          <a:effectRef idx="0">
            <a:schemeClr val="dk1"/>
          </a:effectRef>
          <a:fontRef idx="minor">
            <a:schemeClr val="tx1"/>
          </a:fontRef>
        </p:style>
      </p:cxnSp>
      <p:cxnSp>
        <p:nvCxnSpPr>
          <p:cNvPr id="56" name="Elbow Connector 55">
            <a:extLst>
              <a:ext uri="{FF2B5EF4-FFF2-40B4-BE49-F238E27FC236}">
                <a16:creationId xmlns:a16="http://schemas.microsoft.com/office/drawing/2014/main" id="{DD498983-1B8D-BFF2-9A6A-B68A9A4039E2}"/>
              </a:ext>
            </a:extLst>
          </p:cNvPr>
          <p:cNvCxnSpPr>
            <a:cxnSpLocks/>
            <a:endCxn id="12" idx="3"/>
          </p:cNvCxnSpPr>
          <p:nvPr/>
        </p:nvCxnSpPr>
        <p:spPr>
          <a:xfrm rot="16200000" flipH="1">
            <a:off x="7461096" y="1845343"/>
            <a:ext cx="3024071" cy="2917873"/>
          </a:xfrm>
          <a:prstGeom prst="bentConnector4">
            <a:avLst>
              <a:gd name="adj1" fmla="val 493"/>
              <a:gd name="adj2" fmla="val 109513"/>
            </a:avLst>
          </a:prstGeom>
          <a:ln w="12700">
            <a:tailEnd type="triangle"/>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A4846011-88EF-D736-777A-5F2247E52473}"/>
              </a:ext>
            </a:extLst>
          </p:cNvPr>
          <p:cNvCxnSpPr>
            <a:stCxn id="10" idx="3"/>
            <a:endCxn id="12" idx="1"/>
          </p:cNvCxnSpPr>
          <p:nvPr/>
        </p:nvCxnSpPr>
        <p:spPr>
          <a:xfrm>
            <a:off x="7702368" y="4802641"/>
            <a:ext cx="374882" cy="13672"/>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6" name="Shape 0">
            <a:extLst>
              <a:ext uri="{FF2B5EF4-FFF2-40B4-BE49-F238E27FC236}">
                <a16:creationId xmlns:a16="http://schemas.microsoft.com/office/drawing/2014/main" id="{0A7A702E-78E7-B225-DA13-FFC8B235DE80}"/>
              </a:ext>
            </a:extLst>
          </p:cNvPr>
          <p:cNvSpPr/>
          <p:nvPr/>
        </p:nvSpPr>
        <p:spPr>
          <a:xfrm>
            <a:off x="849088" y="991967"/>
            <a:ext cx="11103429" cy="438061"/>
          </a:xfrm>
          <a:prstGeom prst="rect">
            <a:avLst/>
          </a:prstGeom>
          <a:solidFill>
            <a:srgbClr val="111827"/>
          </a:solidFill>
          <a:ln/>
        </p:spPr>
        <p:txBody>
          <a:bodyPr/>
          <a:lstStyle/>
          <a:p>
            <a:endParaRPr lang="en-US" sz="2184"/>
          </a:p>
        </p:txBody>
      </p:sp>
      <p:sp>
        <p:nvSpPr>
          <p:cNvPr id="77" name="Text 1">
            <a:extLst>
              <a:ext uri="{FF2B5EF4-FFF2-40B4-BE49-F238E27FC236}">
                <a16:creationId xmlns:a16="http://schemas.microsoft.com/office/drawing/2014/main" id="{BE046B32-E2D4-086C-33D0-06183FD00575}"/>
              </a:ext>
            </a:extLst>
          </p:cNvPr>
          <p:cNvSpPr/>
          <p:nvPr/>
        </p:nvSpPr>
        <p:spPr>
          <a:xfrm>
            <a:off x="1320928" y="1042613"/>
            <a:ext cx="2523127" cy="324641"/>
          </a:xfrm>
          <a:prstGeom prst="rect">
            <a:avLst/>
          </a:prstGeom>
          <a:noFill/>
          <a:ln/>
        </p:spPr>
        <p:txBody>
          <a:bodyPr wrap="none" lIns="0" tIns="0" rIns="0" bIns="0" rtlCol="0" anchor="t">
            <a:spAutoFit/>
          </a:bodyPr>
          <a:lstStyle/>
          <a:p>
            <a:pPr>
              <a:lnSpc>
                <a:spcPts val="2672"/>
              </a:lnSpc>
            </a:pPr>
            <a:r>
              <a:rPr lang="en-US" sz="1945" b="1" dirty="0">
                <a:solidFill>
                  <a:srgbClr val="F3F4F6"/>
                </a:solidFill>
                <a:latin typeface="Montserrat" pitchFamily="34" charset="0"/>
                <a:ea typeface="Montserrat" pitchFamily="34" charset="-122"/>
                <a:cs typeface="Montserrat" pitchFamily="34" charset="-120"/>
              </a:rPr>
              <a:t>OVERALL PIPELINE</a:t>
            </a:r>
            <a:endParaRPr lang="en-US" sz="1945" dirty="0"/>
          </a:p>
        </p:txBody>
      </p:sp>
      <p:cxnSp>
        <p:nvCxnSpPr>
          <p:cNvPr id="79" name="Elbow Connector 78">
            <a:extLst>
              <a:ext uri="{FF2B5EF4-FFF2-40B4-BE49-F238E27FC236}">
                <a16:creationId xmlns:a16="http://schemas.microsoft.com/office/drawing/2014/main" id="{F0CC9FC9-18DC-AE1D-0C66-8B4C4E0B3049}"/>
              </a:ext>
            </a:extLst>
          </p:cNvPr>
          <p:cNvCxnSpPr>
            <a:stCxn id="11" idx="2"/>
            <a:endCxn id="13" idx="1"/>
          </p:cNvCxnSpPr>
          <p:nvPr/>
        </p:nvCxnSpPr>
        <p:spPr>
          <a:xfrm rot="16200000" flipH="1">
            <a:off x="3159361" y="5411120"/>
            <a:ext cx="785966" cy="274011"/>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cxnSp>
        <p:nvCxnSpPr>
          <p:cNvPr id="83" name="Elbow Connector 82">
            <a:extLst>
              <a:ext uri="{FF2B5EF4-FFF2-40B4-BE49-F238E27FC236}">
                <a16:creationId xmlns:a16="http://schemas.microsoft.com/office/drawing/2014/main" id="{7553E26B-AC68-8C35-4154-7326502902AE}"/>
              </a:ext>
            </a:extLst>
          </p:cNvPr>
          <p:cNvCxnSpPr>
            <a:stCxn id="10" idx="2"/>
            <a:endCxn id="13" idx="0"/>
          </p:cNvCxnSpPr>
          <p:nvPr/>
        </p:nvCxnSpPr>
        <p:spPr>
          <a:xfrm rot="5400000">
            <a:off x="5270382" y="4568349"/>
            <a:ext cx="345147" cy="1506277"/>
          </a:xfrm>
          <a:prstGeom prst="bentConnector3">
            <a:avLst/>
          </a:prstGeom>
          <a:ln w="12700">
            <a:tailEnd type="triangle"/>
          </a:ln>
        </p:spPr>
        <p:style>
          <a:lnRef idx="1">
            <a:schemeClr val="dk1"/>
          </a:lnRef>
          <a:fillRef idx="0">
            <a:schemeClr val="dk1"/>
          </a:fillRef>
          <a:effectRef idx="0">
            <a:schemeClr val="dk1"/>
          </a:effectRef>
          <a:fontRef idx="minor">
            <a:schemeClr val="tx1"/>
          </a:fontRef>
        </p:style>
      </p:cxnSp>
      <p:cxnSp>
        <p:nvCxnSpPr>
          <p:cNvPr id="85" name="Elbow Connector 84">
            <a:extLst>
              <a:ext uri="{FF2B5EF4-FFF2-40B4-BE49-F238E27FC236}">
                <a16:creationId xmlns:a16="http://schemas.microsoft.com/office/drawing/2014/main" id="{F1F69B43-5E6D-ADFF-4FF6-0B2E8C2D39FF}"/>
              </a:ext>
            </a:extLst>
          </p:cNvPr>
          <p:cNvCxnSpPr>
            <a:endCxn id="13" idx="3"/>
          </p:cNvCxnSpPr>
          <p:nvPr/>
        </p:nvCxnSpPr>
        <p:spPr>
          <a:xfrm rot="10800000" flipV="1">
            <a:off x="5690278" y="5148912"/>
            <a:ext cx="2386968" cy="792198"/>
          </a:xfrm>
          <a:prstGeom prst="bentConnector3">
            <a:avLst/>
          </a:prstGeom>
          <a:ln w="9525">
            <a:tailEnd type="triangle"/>
          </a:ln>
        </p:spPr>
        <p:style>
          <a:lnRef idx="1">
            <a:schemeClr val="dk1"/>
          </a:lnRef>
          <a:fillRef idx="0">
            <a:schemeClr val="dk1"/>
          </a:fillRef>
          <a:effectRef idx="0">
            <a:schemeClr val="dk1"/>
          </a:effectRef>
          <a:fontRef idx="minor">
            <a:schemeClr val="tx1"/>
          </a:fontRef>
        </p:style>
      </p:cxnSp>
      <p:cxnSp>
        <p:nvCxnSpPr>
          <p:cNvPr id="87" name="Elbow Connector 86">
            <a:extLst>
              <a:ext uri="{FF2B5EF4-FFF2-40B4-BE49-F238E27FC236}">
                <a16:creationId xmlns:a16="http://schemas.microsoft.com/office/drawing/2014/main" id="{564BBE0F-213D-1C8B-4369-533FAA56F242}"/>
              </a:ext>
            </a:extLst>
          </p:cNvPr>
          <p:cNvCxnSpPr>
            <a:cxnSpLocks/>
            <a:stCxn id="14" idx="1"/>
            <a:endCxn id="15" idx="1"/>
          </p:cNvCxnSpPr>
          <p:nvPr/>
        </p:nvCxnSpPr>
        <p:spPr>
          <a:xfrm rot="10800000" flipH="1" flipV="1">
            <a:off x="1944343" y="2882647"/>
            <a:ext cx="5608863" cy="3846585"/>
          </a:xfrm>
          <a:prstGeom prst="bentConnector3">
            <a:avLst>
              <a:gd name="adj1" fmla="val -16084"/>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92" name="Elbow Connector 91">
            <a:extLst>
              <a:ext uri="{FF2B5EF4-FFF2-40B4-BE49-F238E27FC236}">
                <a16:creationId xmlns:a16="http://schemas.microsoft.com/office/drawing/2014/main" id="{68F8716D-4547-CB29-AE90-A7458FA3FCA1}"/>
              </a:ext>
            </a:extLst>
          </p:cNvPr>
          <p:cNvCxnSpPr>
            <a:stCxn id="13" idx="2"/>
          </p:cNvCxnSpPr>
          <p:nvPr/>
        </p:nvCxnSpPr>
        <p:spPr>
          <a:xfrm rot="16200000" flipH="1">
            <a:off x="6043752" y="5034226"/>
            <a:ext cx="155517" cy="2863391"/>
          </a:xfrm>
          <a:prstGeom prst="bentConnector2">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94" name="Elbow Connector 93">
            <a:extLst>
              <a:ext uri="{FF2B5EF4-FFF2-40B4-BE49-F238E27FC236}">
                <a16:creationId xmlns:a16="http://schemas.microsoft.com/office/drawing/2014/main" id="{72D71BF2-7617-3281-4303-B3C1299C2FE6}"/>
              </a:ext>
            </a:extLst>
          </p:cNvPr>
          <p:cNvCxnSpPr>
            <a:stCxn id="12" idx="2"/>
          </p:cNvCxnSpPr>
          <p:nvPr/>
        </p:nvCxnSpPr>
        <p:spPr>
          <a:xfrm rot="5400000">
            <a:off x="8727815" y="5792898"/>
            <a:ext cx="1053687" cy="1"/>
          </a:xfrm>
          <a:prstGeom prst="bentConnector3">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96" name="Elbow Connector 95">
            <a:extLst>
              <a:ext uri="{FF2B5EF4-FFF2-40B4-BE49-F238E27FC236}">
                <a16:creationId xmlns:a16="http://schemas.microsoft.com/office/drawing/2014/main" id="{9A7FFEB4-496C-3FDF-DB82-B9E1DA680BCE}"/>
              </a:ext>
            </a:extLst>
          </p:cNvPr>
          <p:cNvCxnSpPr>
            <a:cxnSpLocks/>
            <a:stCxn id="10" idx="2"/>
            <a:endCxn id="15" idx="0"/>
          </p:cNvCxnSpPr>
          <p:nvPr/>
        </p:nvCxnSpPr>
        <p:spPr>
          <a:xfrm rot="16200000" flipH="1">
            <a:off x="6944421" y="4400581"/>
            <a:ext cx="1170825" cy="2667491"/>
          </a:xfrm>
          <a:prstGeom prst="bentConnector3">
            <a:avLst>
              <a:gd name="adj1" fmla="val 50000"/>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99" name="Elbow Connector 98">
            <a:extLst>
              <a:ext uri="{FF2B5EF4-FFF2-40B4-BE49-F238E27FC236}">
                <a16:creationId xmlns:a16="http://schemas.microsoft.com/office/drawing/2014/main" id="{ACCF5A9F-11A7-21FC-0565-3D5122D2D471}"/>
              </a:ext>
            </a:extLst>
          </p:cNvPr>
          <p:cNvCxnSpPr>
            <a:endCxn id="15" idx="1"/>
          </p:cNvCxnSpPr>
          <p:nvPr/>
        </p:nvCxnSpPr>
        <p:spPr>
          <a:xfrm>
            <a:off x="2907849" y="5148907"/>
            <a:ext cx="4645356" cy="1580320"/>
          </a:xfrm>
          <a:prstGeom prst="bentConnector3">
            <a:avLst>
              <a:gd name="adj1" fmla="val -1290"/>
            </a:avLst>
          </a:prstGeom>
          <a:ln w="95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7689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1138949" y="1092202"/>
            <a:ext cx="10523714" cy="584904"/>
          </a:xfrm>
          <a:prstGeom prst="rect">
            <a:avLst/>
          </a:prstGeom>
          <a:noFill/>
          <a:ln/>
        </p:spPr>
        <p:txBody>
          <a:bodyPr wrap="none" lIns="0" tIns="0" rIns="0" bIns="0" rtlCol="0" anchor="t">
            <a:spAutoFit/>
          </a:bodyPr>
          <a:lstStyle/>
          <a:p>
            <a:pPr algn="ctr">
              <a:lnSpc>
                <a:spcPts val="4836"/>
              </a:lnSpc>
            </a:pPr>
            <a:r>
              <a:rPr lang="en-US" sz="3681" b="1" dirty="0">
                <a:solidFill>
                  <a:srgbClr val="1A1A1A"/>
                </a:solidFill>
                <a:latin typeface="Roboto" pitchFamily="34" charset="0"/>
                <a:ea typeface="Roboto" pitchFamily="34" charset="-122"/>
                <a:cs typeface="Roboto" pitchFamily="34" charset="-120"/>
              </a:rPr>
              <a:t>From Prompt Engineering to Harness Engineering</a:t>
            </a:r>
            <a:endParaRPr lang="en-US" sz="3681" dirty="0"/>
          </a:p>
        </p:txBody>
      </p:sp>
      <p:sp>
        <p:nvSpPr>
          <p:cNvPr id="4" name="Shape 1"/>
          <p:cNvSpPr/>
          <p:nvPr/>
        </p:nvSpPr>
        <p:spPr>
          <a:xfrm>
            <a:off x="679449" y="3180673"/>
            <a:ext cx="3022600" cy="2159000"/>
          </a:xfrm>
          <a:prstGeom prst="rect">
            <a:avLst/>
          </a:prstGeom>
          <a:solidFill>
            <a:srgbClr val="FAFAFA"/>
          </a:solidFill>
          <a:ln/>
        </p:spPr>
        <p:txBody>
          <a:bodyPr/>
          <a:lstStyle/>
          <a:p>
            <a:endParaRPr lang="en-US" sz="2721"/>
          </a:p>
        </p:txBody>
      </p:sp>
      <p:sp>
        <p:nvSpPr>
          <p:cNvPr id="5" name="Shape 2"/>
          <p:cNvSpPr/>
          <p:nvPr/>
        </p:nvSpPr>
        <p:spPr>
          <a:xfrm>
            <a:off x="679449" y="3249592"/>
            <a:ext cx="3022600" cy="64770"/>
          </a:xfrm>
          <a:prstGeom prst="rect">
            <a:avLst/>
          </a:prstGeom>
          <a:solidFill>
            <a:srgbClr val="2B5B84"/>
          </a:solidFill>
          <a:ln/>
        </p:spPr>
        <p:txBody>
          <a:bodyPr/>
          <a:lstStyle/>
          <a:p>
            <a:endParaRPr lang="en-US" sz="2721"/>
          </a:p>
        </p:txBody>
      </p:sp>
      <p:sp>
        <p:nvSpPr>
          <p:cNvPr id="6" name="Text 3"/>
          <p:cNvSpPr/>
          <p:nvPr/>
        </p:nvSpPr>
        <p:spPr>
          <a:xfrm>
            <a:off x="853743" y="3625669"/>
            <a:ext cx="2071080" cy="291234"/>
          </a:xfrm>
          <a:prstGeom prst="rect">
            <a:avLst/>
          </a:prstGeom>
          <a:noFill/>
          <a:ln/>
        </p:spPr>
        <p:txBody>
          <a:bodyPr wrap="none" lIns="0" tIns="0" rIns="0" bIns="0" rtlCol="0" anchor="t">
            <a:spAutoFit/>
          </a:bodyPr>
          <a:lstStyle/>
          <a:p>
            <a:pPr algn="ctr">
              <a:lnSpc>
                <a:spcPts val="2418"/>
              </a:lnSpc>
            </a:pPr>
            <a:r>
              <a:rPr lang="en-US" sz="1805" b="1" dirty="0">
                <a:solidFill>
                  <a:srgbClr val="1A1A1A"/>
                </a:solidFill>
                <a:latin typeface="Roboto" pitchFamily="34" charset="0"/>
                <a:ea typeface="Roboto" pitchFamily="34" charset="-122"/>
                <a:cs typeface="Roboto" pitchFamily="34" charset="-120"/>
              </a:rPr>
              <a:t>Prompt Engineering</a:t>
            </a:r>
            <a:endParaRPr lang="en-US" sz="1805" dirty="0"/>
          </a:p>
        </p:txBody>
      </p:sp>
      <p:sp>
        <p:nvSpPr>
          <p:cNvPr id="7" name="Text 4"/>
          <p:cNvSpPr/>
          <p:nvPr/>
        </p:nvSpPr>
        <p:spPr>
          <a:xfrm>
            <a:off x="808825" y="4089859"/>
            <a:ext cx="2160913" cy="249877"/>
          </a:xfrm>
          <a:prstGeom prst="rect">
            <a:avLst/>
          </a:prstGeom>
          <a:noFill/>
          <a:ln/>
        </p:spPr>
        <p:txBody>
          <a:bodyPr wrap="none" lIns="0" tIns="0" rIns="0" bIns="0" rtlCol="0" anchor="t">
            <a:spAutoFit/>
          </a:bodyPr>
          <a:lstStyle/>
          <a:p>
            <a:pPr algn="ctr">
              <a:lnSpc>
                <a:spcPts val="2115"/>
              </a:lnSpc>
            </a:pPr>
            <a:r>
              <a:rPr lang="en-US" sz="1422" dirty="0">
                <a:solidFill>
                  <a:srgbClr val="4A4A4A"/>
                </a:solidFill>
                <a:latin typeface="Open Sans" pitchFamily="34" charset="0"/>
                <a:ea typeface="Open Sans" pitchFamily="34" charset="-122"/>
                <a:cs typeface="Open Sans" pitchFamily="34" charset="-120"/>
              </a:rPr>
              <a:t>Tell the model what to do</a:t>
            </a:r>
            <a:endParaRPr lang="en-US" sz="1422" dirty="0"/>
          </a:p>
        </p:txBody>
      </p:sp>
      <p:sp>
        <p:nvSpPr>
          <p:cNvPr id="8" name="Shape 5"/>
          <p:cNvSpPr/>
          <p:nvPr/>
        </p:nvSpPr>
        <p:spPr>
          <a:xfrm>
            <a:off x="3685863" y="4304670"/>
            <a:ext cx="863600" cy="21591"/>
          </a:xfrm>
          <a:prstGeom prst="rect">
            <a:avLst/>
          </a:prstGeom>
          <a:solidFill>
            <a:srgbClr val="A0A0A0"/>
          </a:solidFill>
          <a:ln/>
        </p:spPr>
        <p:txBody>
          <a:bodyPr/>
          <a:lstStyle/>
          <a:p>
            <a:endParaRPr lang="en-US" sz="2721"/>
          </a:p>
        </p:txBody>
      </p:sp>
      <p:sp>
        <p:nvSpPr>
          <p:cNvPr id="9" name="Shape 6"/>
          <p:cNvSpPr/>
          <p:nvPr/>
        </p:nvSpPr>
        <p:spPr>
          <a:xfrm>
            <a:off x="4565652" y="3251201"/>
            <a:ext cx="3022600" cy="2159000"/>
          </a:xfrm>
          <a:prstGeom prst="rect">
            <a:avLst/>
          </a:prstGeom>
          <a:solidFill>
            <a:srgbClr val="FAFAFA"/>
          </a:solidFill>
          <a:ln/>
        </p:spPr>
        <p:txBody>
          <a:bodyPr/>
          <a:lstStyle/>
          <a:p>
            <a:endParaRPr lang="en-US" sz="2721"/>
          </a:p>
        </p:txBody>
      </p:sp>
      <p:sp>
        <p:nvSpPr>
          <p:cNvPr id="10" name="Shape 7"/>
          <p:cNvSpPr/>
          <p:nvPr/>
        </p:nvSpPr>
        <p:spPr>
          <a:xfrm>
            <a:off x="4565652" y="3251206"/>
            <a:ext cx="3022600" cy="64770"/>
          </a:xfrm>
          <a:prstGeom prst="rect">
            <a:avLst/>
          </a:prstGeom>
          <a:solidFill>
            <a:srgbClr val="E67E22"/>
          </a:solidFill>
          <a:ln/>
        </p:spPr>
        <p:txBody>
          <a:bodyPr/>
          <a:lstStyle/>
          <a:p>
            <a:endParaRPr lang="en-US" sz="2721"/>
          </a:p>
        </p:txBody>
      </p:sp>
      <p:sp>
        <p:nvSpPr>
          <p:cNvPr id="11" name="Text 8"/>
          <p:cNvSpPr/>
          <p:nvPr/>
        </p:nvSpPr>
        <p:spPr>
          <a:xfrm>
            <a:off x="5022979" y="3783402"/>
            <a:ext cx="2107949" cy="291234"/>
          </a:xfrm>
          <a:prstGeom prst="rect">
            <a:avLst/>
          </a:prstGeom>
          <a:noFill/>
          <a:ln/>
        </p:spPr>
        <p:txBody>
          <a:bodyPr wrap="none" lIns="0" tIns="0" rIns="0" bIns="0" rtlCol="0" anchor="t">
            <a:spAutoFit/>
          </a:bodyPr>
          <a:lstStyle/>
          <a:p>
            <a:pPr algn="ctr">
              <a:lnSpc>
                <a:spcPts val="2418"/>
              </a:lnSpc>
            </a:pPr>
            <a:r>
              <a:rPr lang="en-US" sz="1805" b="1" dirty="0">
                <a:solidFill>
                  <a:srgbClr val="1A1A1A"/>
                </a:solidFill>
                <a:latin typeface="Roboto" pitchFamily="34" charset="0"/>
                <a:ea typeface="Roboto" pitchFamily="34" charset="-122"/>
                <a:cs typeface="Roboto" pitchFamily="34" charset="-120"/>
              </a:rPr>
              <a:t>Context Engineering</a:t>
            </a:r>
            <a:endParaRPr lang="en-US" sz="1805" dirty="0"/>
          </a:p>
        </p:txBody>
      </p:sp>
      <p:sp>
        <p:nvSpPr>
          <p:cNvPr id="12" name="Text 9"/>
          <p:cNvSpPr/>
          <p:nvPr/>
        </p:nvSpPr>
        <p:spPr>
          <a:xfrm>
            <a:off x="4781554" y="4247593"/>
            <a:ext cx="2590799" cy="519181"/>
          </a:xfrm>
          <a:prstGeom prst="rect">
            <a:avLst/>
          </a:prstGeom>
          <a:noFill/>
          <a:ln/>
        </p:spPr>
        <p:txBody>
          <a:bodyPr wrap="square" lIns="0" tIns="0" rIns="0" bIns="0" rtlCol="0" anchor="t">
            <a:spAutoFit/>
          </a:bodyPr>
          <a:lstStyle/>
          <a:p>
            <a:pPr algn="ctr">
              <a:lnSpc>
                <a:spcPts val="2115"/>
              </a:lnSpc>
            </a:pPr>
            <a:r>
              <a:rPr lang="en-US" sz="1422" dirty="0">
                <a:solidFill>
                  <a:srgbClr val="4A4A4A"/>
                </a:solidFill>
                <a:latin typeface="Open Sans" pitchFamily="34" charset="0"/>
                <a:ea typeface="Open Sans" pitchFamily="34" charset="-122"/>
                <a:cs typeface="Open Sans" pitchFamily="34" charset="-120"/>
              </a:rPr>
              <a:t>Give the model the right information</a:t>
            </a:r>
            <a:endParaRPr lang="en-US" sz="1422" dirty="0"/>
          </a:p>
        </p:txBody>
      </p:sp>
      <p:sp>
        <p:nvSpPr>
          <p:cNvPr id="16" name="Shape 13"/>
          <p:cNvSpPr/>
          <p:nvPr/>
        </p:nvSpPr>
        <p:spPr>
          <a:xfrm>
            <a:off x="7588251" y="4319909"/>
            <a:ext cx="1511301" cy="21591"/>
          </a:xfrm>
          <a:prstGeom prst="rect">
            <a:avLst/>
          </a:prstGeom>
          <a:solidFill>
            <a:srgbClr val="A0A0A0"/>
          </a:solidFill>
          <a:ln/>
        </p:spPr>
        <p:txBody>
          <a:bodyPr/>
          <a:lstStyle/>
          <a:p>
            <a:endParaRPr lang="en-US" sz="2721"/>
          </a:p>
        </p:txBody>
      </p:sp>
      <p:sp>
        <p:nvSpPr>
          <p:cNvPr id="17" name="Shape 14"/>
          <p:cNvSpPr/>
          <p:nvPr/>
        </p:nvSpPr>
        <p:spPr>
          <a:xfrm>
            <a:off x="9099552" y="3251201"/>
            <a:ext cx="3022600" cy="2159000"/>
          </a:xfrm>
          <a:prstGeom prst="rect">
            <a:avLst/>
          </a:prstGeom>
          <a:solidFill>
            <a:srgbClr val="FAFAFA"/>
          </a:solidFill>
          <a:ln/>
        </p:spPr>
        <p:txBody>
          <a:bodyPr/>
          <a:lstStyle/>
          <a:p>
            <a:endParaRPr lang="en-US" sz="2721"/>
          </a:p>
        </p:txBody>
      </p:sp>
      <p:sp>
        <p:nvSpPr>
          <p:cNvPr id="18" name="Shape 15"/>
          <p:cNvSpPr/>
          <p:nvPr/>
        </p:nvSpPr>
        <p:spPr>
          <a:xfrm>
            <a:off x="9099552" y="3251206"/>
            <a:ext cx="3022600" cy="64770"/>
          </a:xfrm>
          <a:prstGeom prst="rect">
            <a:avLst/>
          </a:prstGeom>
          <a:solidFill>
            <a:srgbClr val="6B4C9A"/>
          </a:solidFill>
          <a:ln/>
        </p:spPr>
        <p:txBody>
          <a:bodyPr/>
          <a:lstStyle/>
          <a:p>
            <a:endParaRPr lang="en-US" sz="2721"/>
          </a:p>
        </p:txBody>
      </p:sp>
      <p:sp>
        <p:nvSpPr>
          <p:cNvPr id="19" name="Text 16"/>
          <p:cNvSpPr/>
          <p:nvPr/>
        </p:nvSpPr>
        <p:spPr>
          <a:xfrm>
            <a:off x="9530429" y="3468196"/>
            <a:ext cx="2160848" cy="291234"/>
          </a:xfrm>
          <a:prstGeom prst="rect">
            <a:avLst/>
          </a:prstGeom>
          <a:noFill/>
          <a:ln/>
        </p:spPr>
        <p:txBody>
          <a:bodyPr wrap="none" lIns="0" tIns="0" rIns="0" bIns="0" rtlCol="0" anchor="t">
            <a:spAutoFit/>
          </a:bodyPr>
          <a:lstStyle/>
          <a:p>
            <a:pPr algn="ctr">
              <a:lnSpc>
                <a:spcPts val="2418"/>
              </a:lnSpc>
            </a:pPr>
            <a:r>
              <a:rPr lang="en-US" sz="1805" b="1" dirty="0">
                <a:solidFill>
                  <a:srgbClr val="1A1A1A"/>
                </a:solidFill>
                <a:latin typeface="Roboto" pitchFamily="34" charset="0"/>
                <a:ea typeface="Roboto" pitchFamily="34" charset="-122"/>
                <a:cs typeface="Roboto" pitchFamily="34" charset="-120"/>
              </a:rPr>
              <a:t>Harness Engineering</a:t>
            </a:r>
            <a:endParaRPr lang="en-US" sz="1805" dirty="0"/>
          </a:p>
        </p:txBody>
      </p:sp>
      <p:sp>
        <p:nvSpPr>
          <p:cNvPr id="20" name="Text 17"/>
          <p:cNvSpPr/>
          <p:nvPr/>
        </p:nvSpPr>
        <p:spPr>
          <a:xfrm>
            <a:off x="9315454" y="3932389"/>
            <a:ext cx="2590799" cy="519181"/>
          </a:xfrm>
          <a:prstGeom prst="rect">
            <a:avLst/>
          </a:prstGeom>
          <a:noFill/>
          <a:ln/>
        </p:spPr>
        <p:txBody>
          <a:bodyPr wrap="square" lIns="0" tIns="0" rIns="0" bIns="0" rtlCol="0" anchor="t">
            <a:spAutoFit/>
          </a:bodyPr>
          <a:lstStyle/>
          <a:p>
            <a:pPr algn="ctr">
              <a:lnSpc>
                <a:spcPts val="2115"/>
              </a:lnSpc>
            </a:pPr>
            <a:r>
              <a:rPr lang="en-US" sz="1422" dirty="0">
                <a:solidFill>
                  <a:srgbClr val="4A4A4A"/>
                </a:solidFill>
                <a:latin typeface="Open Sans" pitchFamily="34" charset="0"/>
                <a:ea typeface="Open Sans" pitchFamily="34" charset="-122"/>
                <a:cs typeface="Open Sans" pitchFamily="34" charset="-120"/>
              </a:rPr>
              <a:t>Control how the system executes</a:t>
            </a:r>
            <a:endParaRPr lang="en-US" sz="1422" dirty="0"/>
          </a:p>
        </p:txBody>
      </p:sp>
      <p:sp>
        <p:nvSpPr>
          <p:cNvPr id="21" name="Text 18"/>
          <p:cNvSpPr/>
          <p:nvPr/>
        </p:nvSpPr>
        <p:spPr>
          <a:xfrm>
            <a:off x="9315454" y="4562799"/>
            <a:ext cx="2590799" cy="519181"/>
          </a:xfrm>
          <a:prstGeom prst="rect">
            <a:avLst/>
          </a:prstGeom>
          <a:noFill/>
          <a:ln/>
        </p:spPr>
        <p:txBody>
          <a:bodyPr wrap="square" lIns="0" tIns="0" rIns="0" bIns="0" rtlCol="0" anchor="t">
            <a:spAutoFit/>
          </a:bodyPr>
          <a:lstStyle/>
          <a:p>
            <a:pPr algn="ctr">
              <a:lnSpc>
                <a:spcPts val="2115"/>
              </a:lnSpc>
            </a:pPr>
            <a:r>
              <a:rPr lang="en-US" sz="1422" dirty="0">
                <a:solidFill>
                  <a:srgbClr val="4A4A4A"/>
                </a:solidFill>
                <a:latin typeface="Open Sans" pitchFamily="34" charset="0"/>
                <a:ea typeface="Open Sans" pitchFamily="34" charset="-122"/>
                <a:cs typeface="Open Sans" pitchFamily="34" charset="-120"/>
              </a:rPr>
              <a:t>Enable reliable multi-step workflows</a:t>
            </a:r>
            <a:endParaRPr lang="en-US" sz="1422" dirty="0"/>
          </a:p>
        </p:txBody>
      </p:sp>
      <p:sp>
        <p:nvSpPr>
          <p:cNvPr id="22" name="Text 19"/>
          <p:cNvSpPr/>
          <p:nvPr/>
        </p:nvSpPr>
        <p:spPr>
          <a:xfrm>
            <a:off x="3685864" y="6843242"/>
            <a:ext cx="5429883" cy="255455"/>
          </a:xfrm>
          <a:prstGeom prst="rect">
            <a:avLst/>
          </a:prstGeom>
          <a:noFill/>
          <a:ln/>
        </p:spPr>
        <p:txBody>
          <a:bodyPr wrap="none" lIns="0" tIns="0" rIns="0" bIns="0" rtlCol="0" anchor="t">
            <a:spAutoFit/>
          </a:bodyPr>
          <a:lstStyle/>
          <a:p>
            <a:pPr algn="ctr">
              <a:lnSpc>
                <a:spcPts val="2115"/>
              </a:lnSpc>
            </a:pPr>
            <a:r>
              <a:rPr lang="en-US" sz="1588" i="1" dirty="0">
                <a:solidFill>
                  <a:srgbClr val="666666"/>
                </a:solidFill>
                <a:latin typeface="Open Sans" pitchFamily="34" charset="0"/>
                <a:ea typeface="Open Sans" pitchFamily="34" charset="-122"/>
                <a:cs typeface="Open Sans" pitchFamily="34" charset="-120"/>
              </a:rPr>
              <a:t>"The bottleneck shifts from input design to execution control"</a:t>
            </a:r>
            <a:endParaRPr lang="en-US" sz="1588"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230868" y="705614"/>
            <a:ext cx="6339876" cy="584904"/>
          </a:xfrm>
          <a:prstGeom prst="rect">
            <a:avLst/>
          </a:prstGeom>
          <a:noFill/>
          <a:ln/>
        </p:spPr>
        <p:txBody>
          <a:bodyPr wrap="none" lIns="0" tIns="0" rIns="0" bIns="0" rtlCol="0" anchor="t">
            <a:spAutoFit/>
          </a:bodyPr>
          <a:lstStyle/>
          <a:p>
            <a:pPr algn="ctr">
              <a:lnSpc>
                <a:spcPts val="4836"/>
              </a:lnSpc>
            </a:pPr>
            <a:r>
              <a:rPr lang="en-US" sz="3681" b="1" dirty="0">
                <a:solidFill>
                  <a:srgbClr val="1A1A1A"/>
                </a:solidFill>
                <a:latin typeface="Roboto" pitchFamily="34" charset="0"/>
                <a:ea typeface="Roboto" pitchFamily="34" charset="-122"/>
                <a:cs typeface="Roboto" pitchFamily="34" charset="-120"/>
              </a:rPr>
              <a:t>What is Harness Engineering?</a:t>
            </a:r>
            <a:endParaRPr lang="en-US" sz="3681" dirty="0"/>
          </a:p>
        </p:txBody>
      </p:sp>
      <p:sp>
        <p:nvSpPr>
          <p:cNvPr id="4" name="Shape 1"/>
          <p:cNvSpPr/>
          <p:nvPr/>
        </p:nvSpPr>
        <p:spPr>
          <a:xfrm>
            <a:off x="1543051" y="1744631"/>
            <a:ext cx="9715500" cy="1511301"/>
          </a:xfrm>
          <a:prstGeom prst="rect">
            <a:avLst/>
          </a:prstGeom>
          <a:solidFill>
            <a:srgbClr val="F3E5F5"/>
          </a:solidFill>
          <a:ln/>
        </p:spPr>
        <p:txBody>
          <a:bodyPr/>
          <a:lstStyle/>
          <a:p>
            <a:endParaRPr lang="en-US" sz="2721"/>
          </a:p>
        </p:txBody>
      </p:sp>
      <p:sp>
        <p:nvSpPr>
          <p:cNvPr id="5" name="Shape 2"/>
          <p:cNvSpPr/>
          <p:nvPr/>
        </p:nvSpPr>
        <p:spPr>
          <a:xfrm>
            <a:off x="1543057" y="1744631"/>
            <a:ext cx="64770" cy="1511301"/>
          </a:xfrm>
          <a:prstGeom prst="rect">
            <a:avLst/>
          </a:prstGeom>
          <a:solidFill>
            <a:srgbClr val="6B4C9A"/>
          </a:solidFill>
          <a:ln/>
        </p:spPr>
        <p:txBody>
          <a:bodyPr/>
          <a:lstStyle/>
          <a:p>
            <a:endParaRPr lang="en-US" sz="2721"/>
          </a:p>
        </p:txBody>
      </p:sp>
      <p:sp>
        <p:nvSpPr>
          <p:cNvPr id="6" name="Text 3"/>
          <p:cNvSpPr/>
          <p:nvPr/>
        </p:nvSpPr>
        <p:spPr>
          <a:xfrm>
            <a:off x="1974851" y="1960533"/>
            <a:ext cx="8851900" cy="721416"/>
          </a:xfrm>
          <a:prstGeom prst="rect">
            <a:avLst/>
          </a:prstGeom>
          <a:noFill/>
          <a:ln/>
        </p:spPr>
        <p:txBody>
          <a:bodyPr wrap="square" lIns="0" tIns="0" rIns="0" bIns="0" rtlCol="0" anchor="t">
            <a:spAutoFit/>
          </a:bodyPr>
          <a:lstStyle/>
          <a:p>
            <a:pPr algn="ctr">
              <a:lnSpc>
                <a:spcPts val="2871"/>
              </a:lnSpc>
            </a:pPr>
            <a:r>
              <a:rPr lang="en-US" sz="2110" b="1" dirty="0">
                <a:solidFill>
                  <a:srgbClr val="1A1A1A"/>
                </a:solidFill>
                <a:latin typeface="Roboto" pitchFamily="34" charset="0"/>
                <a:ea typeface="Roboto" pitchFamily="34" charset="-122"/>
                <a:cs typeface="Roboto" pitchFamily="34" charset="-120"/>
              </a:rPr>
              <a:t>"Harness Engineering is the design of the execution system around an LLM"</a:t>
            </a:r>
            <a:endParaRPr lang="en-US" sz="2110" dirty="0"/>
          </a:p>
        </p:txBody>
      </p:sp>
      <p:sp>
        <p:nvSpPr>
          <p:cNvPr id="7" name="Text 4"/>
          <p:cNvSpPr/>
          <p:nvPr/>
        </p:nvSpPr>
        <p:spPr>
          <a:xfrm>
            <a:off x="5092758" y="2775560"/>
            <a:ext cx="2616101" cy="221023"/>
          </a:xfrm>
          <a:prstGeom prst="rect">
            <a:avLst/>
          </a:prstGeom>
          <a:noFill/>
          <a:ln/>
        </p:spPr>
        <p:txBody>
          <a:bodyPr wrap="none" lIns="0" tIns="0" rIns="0" bIns="0" rtlCol="0" anchor="t">
            <a:spAutoFit/>
          </a:bodyPr>
          <a:lstStyle/>
          <a:p>
            <a:pPr algn="ctr">
              <a:lnSpc>
                <a:spcPts val="1813"/>
              </a:lnSpc>
            </a:pPr>
            <a:r>
              <a:rPr lang="en-US" sz="1422" i="1" dirty="0">
                <a:solidFill>
                  <a:srgbClr val="666666"/>
                </a:solidFill>
                <a:latin typeface="Open Sans" pitchFamily="34" charset="0"/>
                <a:ea typeface="Open Sans" pitchFamily="34" charset="-122"/>
                <a:cs typeface="Open Sans" pitchFamily="34" charset="-120"/>
              </a:rPr>
              <a:t>Model + Harness = whole system</a:t>
            </a:r>
            <a:endParaRPr lang="en-US" sz="1422" dirty="0"/>
          </a:p>
        </p:txBody>
      </p:sp>
      <p:sp>
        <p:nvSpPr>
          <p:cNvPr id="8" name="Text 5"/>
          <p:cNvSpPr/>
          <p:nvPr/>
        </p:nvSpPr>
        <p:spPr>
          <a:xfrm>
            <a:off x="2526121" y="3687735"/>
            <a:ext cx="7749364" cy="314253"/>
          </a:xfrm>
          <a:prstGeom prst="rect">
            <a:avLst/>
          </a:prstGeom>
          <a:noFill/>
          <a:ln/>
        </p:spPr>
        <p:txBody>
          <a:bodyPr wrap="none" lIns="0" tIns="0" rIns="0" bIns="0" rtlCol="0" anchor="t">
            <a:spAutoFit/>
          </a:bodyPr>
          <a:lstStyle/>
          <a:p>
            <a:pPr algn="ctr">
              <a:lnSpc>
                <a:spcPts val="2418"/>
              </a:lnSpc>
            </a:pPr>
            <a:r>
              <a:rPr lang="en-US" sz="2519" dirty="0">
                <a:solidFill>
                  <a:srgbClr val="4A4A4A"/>
                </a:solidFill>
                <a:latin typeface="Open Sans" pitchFamily="34" charset="0"/>
                <a:ea typeface="Open Sans" pitchFamily="34" charset="-122"/>
                <a:cs typeface="Open Sans" pitchFamily="34" charset="-120"/>
              </a:rPr>
              <a:t>Not just providing information, but </a:t>
            </a:r>
            <a:r>
              <a:rPr lang="en-US" sz="1805" b="1" dirty="0">
                <a:solidFill>
                  <a:srgbClr val="1A1A1A"/>
                </a:solidFill>
                <a:latin typeface="Open Sans" pitchFamily="34" charset="0"/>
                <a:ea typeface="Open Sans" pitchFamily="34" charset="-122"/>
                <a:cs typeface="Open Sans" pitchFamily="34" charset="-120"/>
              </a:rPr>
              <a:t>controlling execution</a:t>
            </a:r>
            <a:endParaRPr lang="en-US" sz="2519" dirty="0"/>
          </a:p>
        </p:txBody>
      </p:sp>
      <p:sp>
        <p:nvSpPr>
          <p:cNvPr id="9" name="Shape 6"/>
          <p:cNvSpPr/>
          <p:nvPr/>
        </p:nvSpPr>
        <p:spPr>
          <a:xfrm>
            <a:off x="463556" y="4581019"/>
            <a:ext cx="2698752" cy="1943101"/>
          </a:xfrm>
          <a:prstGeom prst="rect">
            <a:avLst/>
          </a:prstGeom>
          <a:solidFill>
            <a:srgbClr val="FAFAFA"/>
          </a:solidFill>
          <a:ln/>
        </p:spPr>
        <p:txBody>
          <a:bodyPr/>
          <a:lstStyle/>
          <a:p>
            <a:endParaRPr lang="en-US" sz="2721"/>
          </a:p>
        </p:txBody>
      </p:sp>
      <p:sp>
        <p:nvSpPr>
          <p:cNvPr id="10" name="Shape 7"/>
          <p:cNvSpPr/>
          <p:nvPr/>
        </p:nvSpPr>
        <p:spPr>
          <a:xfrm>
            <a:off x="463556" y="4581024"/>
            <a:ext cx="2698752" cy="64770"/>
          </a:xfrm>
          <a:prstGeom prst="rect">
            <a:avLst/>
          </a:prstGeom>
          <a:solidFill>
            <a:srgbClr val="2B5B84"/>
          </a:solidFill>
          <a:ln/>
        </p:spPr>
        <p:txBody>
          <a:bodyPr/>
          <a:lstStyle/>
          <a:p>
            <a:endParaRPr lang="en-US" sz="2721"/>
          </a:p>
        </p:txBody>
      </p:sp>
      <p:sp>
        <p:nvSpPr>
          <p:cNvPr id="11" name="Text 8"/>
          <p:cNvSpPr/>
          <p:nvPr/>
        </p:nvSpPr>
        <p:spPr>
          <a:xfrm>
            <a:off x="1224626" y="4796919"/>
            <a:ext cx="1176604" cy="251864"/>
          </a:xfrm>
          <a:prstGeom prst="rect">
            <a:avLst/>
          </a:prstGeom>
          <a:noFill/>
          <a:ln/>
        </p:spPr>
        <p:txBody>
          <a:bodyPr wrap="none" lIns="0" tIns="0" rIns="0" bIns="0" rtlCol="0" anchor="t">
            <a:spAutoFit/>
          </a:bodyPr>
          <a:lstStyle/>
          <a:p>
            <a:pPr algn="ctr">
              <a:lnSpc>
                <a:spcPts val="2115"/>
              </a:lnSpc>
            </a:pPr>
            <a:r>
              <a:rPr lang="en-US" sz="1491" b="1" dirty="0">
                <a:solidFill>
                  <a:srgbClr val="1A1A1A"/>
                </a:solidFill>
                <a:latin typeface="Roboto" pitchFamily="34" charset="0"/>
                <a:ea typeface="Roboto" pitchFamily="34" charset="-122"/>
                <a:cs typeface="Roboto" pitchFamily="34" charset="-120"/>
              </a:rPr>
              <a:t>Orchestration</a:t>
            </a:r>
            <a:endParaRPr lang="en-US" sz="1491" dirty="0"/>
          </a:p>
        </p:txBody>
      </p:sp>
      <p:sp>
        <p:nvSpPr>
          <p:cNvPr id="12" name="Text 9"/>
          <p:cNvSpPr/>
          <p:nvPr/>
        </p:nvSpPr>
        <p:spPr>
          <a:xfrm>
            <a:off x="787401" y="5212526"/>
            <a:ext cx="1633460" cy="244426"/>
          </a:xfrm>
          <a:prstGeom prst="rect">
            <a:avLst/>
          </a:prstGeom>
          <a:noFill/>
          <a:ln/>
        </p:spPr>
        <p:txBody>
          <a:bodyPr wrap="none" lIns="0" tIns="0" rIns="0" bIns="0" rtlCol="0" anchor="t">
            <a:spAutoFit/>
          </a:bodyPr>
          <a:lstStyle/>
          <a:p>
            <a:pPr>
              <a:lnSpc>
                <a:spcPts val="2115"/>
              </a:lnSpc>
            </a:pPr>
            <a:r>
              <a:rPr lang="en-US" sz="1260" dirty="0">
                <a:solidFill>
                  <a:srgbClr val="4A4A4A"/>
                </a:solidFill>
                <a:latin typeface="Open Sans" pitchFamily="34" charset="0"/>
                <a:ea typeface="Open Sans" pitchFamily="34" charset="-122"/>
                <a:cs typeface="Open Sans" pitchFamily="34" charset="-120"/>
              </a:rPr>
              <a:t>Predefined workflows</a:t>
            </a:r>
            <a:endParaRPr lang="en-US" sz="1260" dirty="0"/>
          </a:p>
        </p:txBody>
      </p:sp>
      <p:sp>
        <p:nvSpPr>
          <p:cNvPr id="13" name="Text 10"/>
          <p:cNvSpPr/>
          <p:nvPr/>
        </p:nvSpPr>
        <p:spPr>
          <a:xfrm>
            <a:off x="787401" y="5557969"/>
            <a:ext cx="2159000" cy="513730"/>
          </a:xfrm>
          <a:prstGeom prst="rect">
            <a:avLst/>
          </a:prstGeom>
          <a:noFill/>
          <a:ln/>
        </p:spPr>
        <p:txBody>
          <a:bodyPr wrap="square" lIns="0" tIns="0" rIns="0" bIns="0" rtlCol="0" anchor="t">
            <a:spAutoFit/>
          </a:bodyPr>
          <a:lstStyle/>
          <a:p>
            <a:pPr>
              <a:lnSpc>
                <a:spcPts val="2115"/>
              </a:lnSpc>
            </a:pPr>
            <a:r>
              <a:rPr lang="en-US" sz="1260" dirty="0">
                <a:solidFill>
                  <a:srgbClr val="4A4A4A"/>
                </a:solidFill>
                <a:latin typeface="Open Sans" pitchFamily="34" charset="0"/>
                <a:ea typeface="Open Sans" pitchFamily="34" charset="-122"/>
                <a:cs typeface="Open Sans" pitchFamily="34" charset="-120"/>
              </a:rPr>
              <a:t>Dependency management across steps</a:t>
            </a:r>
            <a:endParaRPr lang="en-US" sz="1260" dirty="0"/>
          </a:p>
        </p:txBody>
      </p:sp>
      <p:sp>
        <p:nvSpPr>
          <p:cNvPr id="14" name="Shape 11"/>
          <p:cNvSpPr/>
          <p:nvPr/>
        </p:nvSpPr>
        <p:spPr>
          <a:xfrm>
            <a:off x="3522126" y="4581019"/>
            <a:ext cx="2698752" cy="1943101"/>
          </a:xfrm>
          <a:prstGeom prst="rect">
            <a:avLst/>
          </a:prstGeom>
          <a:solidFill>
            <a:srgbClr val="FAFAFA"/>
          </a:solidFill>
          <a:ln/>
        </p:spPr>
        <p:txBody>
          <a:bodyPr/>
          <a:lstStyle/>
          <a:p>
            <a:endParaRPr lang="en-US" sz="2721"/>
          </a:p>
        </p:txBody>
      </p:sp>
      <p:sp>
        <p:nvSpPr>
          <p:cNvPr id="15" name="Shape 12"/>
          <p:cNvSpPr/>
          <p:nvPr/>
        </p:nvSpPr>
        <p:spPr>
          <a:xfrm>
            <a:off x="3522126" y="4581024"/>
            <a:ext cx="2698752" cy="64770"/>
          </a:xfrm>
          <a:prstGeom prst="rect">
            <a:avLst/>
          </a:prstGeom>
          <a:solidFill>
            <a:srgbClr val="2E8B57"/>
          </a:solidFill>
          <a:ln/>
        </p:spPr>
        <p:txBody>
          <a:bodyPr/>
          <a:lstStyle/>
          <a:p>
            <a:endParaRPr lang="en-US" sz="2721"/>
          </a:p>
        </p:txBody>
      </p:sp>
      <p:sp>
        <p:nvSpPr>
          <p:cNvPr id="16" name="Text 13"/>
          <p:cNvSpPr/>
          <p:nvPr/>
        </p:nvSpPr>
        <p:spPr>
          <a:xfrm>
            <a:off x="679451" y="5212526"/>
            <a:ext cx="60914" cy="244426"/>
          </a:xfrm>
          <a:prstGeom prst="rect">
            <a:avLst/>
          </a:prstGeom>
          <a:noFill/>
          <a:ln/>
        </p:spPr>
        <p:txBody>
          <a:bodyPr wrap="none" lIns="0" tIns="0" rIns="0" bIns="0" rtlCol="0" anchor="t">
            <a:spAutoFit/>
          </a:bodyPr>
          <a:lstStyle/>
          <a:p>
            <a:pPr>
              <a:lnSpc>
                <a:spcPts val="2115"/>
              </a:lnSpc>
            </a:pPr>
            <a:r>
              <a:rPr lang="en-US" sz="1260" dirty="0">
                <a:solidFill>
                  <a:srgbClr val="A0A0A0"/>
                </a:solidFill>
                <a:latin typeface="Open Sans" pitchFamily="34" charset="0"/>
                <a:ea typeface="Open Sans" pitchFamily="34" charset="-122"/>
                <a:cs typeface="Open Sans" pitchFamily="34" charset="-120"/>
              </a:rPr>
              <a:t>•</a:t>
            </a:r>
            <a:endParaRPr lang="en-US" sz="1260" dirty="0"/>
          </a:p>
        </p:txBody>
      </p:sp>
      <p:sp>
        <p:nvSpPr>
          <p:cNvPr id="17" name="Text 14"/>
          <p:cNvSpPr/>
          <p:nvPr/>
        </p:nvSpPr>
        <p:spPr>
          <a:xfrm>
            <a:off x="679451" y="5557967"/>
            <a:ext cx="60914" cy="244426"/>
          </a:xfrm>
          <a:prstGeom prst="rect">
            <a:avLst/>
          </a:prstGeom>
          <a:noFill/>
          <a:ln/>
        </p:spPr>
        <p:txBody>
          <a:bodyPr wrap="none" lIns="0" tIns="0" rIns="0" bIns="0" rtlCol="0" anchor="t">
            <a:spAutoFit/>
          </a:bodyPr>
          <a:lstStyle/>
          <a:p>
            <a:pPr>
              <a:lnSpc>
                <a:spcPts val="2115"/>
              </a:lnSpc>
            </a:pPr>
            <a:r>
              <a:rPr lang="en-US" sz="1260" dirty="0">
                <a:solidFill>
                  <a:srgbClr val="A0A0A0"/>
                </a:solidFill>
                <a:latin typeface="Open Sans" pitchFamily="34" charset="0"/>
                <a:ea typeface="Open Sans" pitchFamily="34" charset="-122"/>
                <a:cs typeface="Open Sans" pitchFamily="34" charset="-120"/>
              </a:rPr>
              <a:t>•</a:t>
            </a:r>
            <a:endParaRPr lang="en-US" sz="1260" dirty="0"/>
          </a:p>
        </p:txBody>
      </p:sp>
      <p:sp>
        <p:nvSpPr>
          <p:cNvPr id="18" name="Text 15"/>
          <p:cNvSpPr/>
          <p:nvPr/>
        </p:nvSpPr>
        <p:spPr>
          <a:xfrm>
            <a:off x="4054769" y="4796919"/>
            <a:ext cx="1633459" cy="251864"/>
          </a:xfrm>
          <a:prstGeom prst="rect">
            <a:avLst/>
          </a:prstGeom>
          <a:noFill/>
          <a:ln/>
        </p:spPr>
        <p:txBody>
          <a:bodyPr wrap="none" lIns="0" tIns="0" rIns="0" bIns="0" rtlCol="0" anchor="t">
            <a:spAutoFit/>
          </a:bodyPr>
          <a:lstStyle/>
          <a:p>
            <a:pPr algn="ctr">
              <a:lnSpc>
                <a:spcPts val="2115"/>
              </a:lnSpc>
            </a:pPr>
            <a:r>
              <a:rPr lang="en-US" sz="1491" b="1" dirty="0">
                <a:solidFill>
                  <a:srgbClr val="1A1A1A"/>
                </a:solidFill>
                <a:latin typeface="Roboto" pitchFamily="34" charset="0"/>
                <a:ea typeface="Roboto" pitchFamily="34" charset="-122"/>
                <a:cs typeface="Roboto" pitchFamily="34" charset="-120"/>
              </a:rPr>
              <a:t>Execution Modules</a:t>
            </a:r>
            <a:endParaRPr lang="en-US" sz="1491" dirty="0"/>
          </a:p>
        </p:txBody>
      </p:sp>
      <p:sp>
        <p:nvSpPr>
          <p:cNvPr id="19" name="Text 16"/>
          <p:cNvSpPr/>
          <p:nvPr/>
        </p:nvSpPr>
        <p:spPr>
          <a:xfrm>
            <a:off x="3845973" y="5212526"/>
            <a:ext cx="1994136" cy="244426"/>
          </a:xfrm>
          <a:prstGeom prst="rect">
            <a:avLst/>
          </a:prstGeom>
          <a:noFill/>
          <a:ln/>
        </p:spPr>
        <p:txBody>
          <a:bodyPr wrap="none" lIns="0" tIns="0" rIns="0" bIns="0" rtlCol="0" anchor="t">
            <a:spAutoFit/>
          </a:bodyPr>
          <a:lstStyle/>
          <a:p>
            <a:pPr>
              <a:lnSpc>
                <a:spcPts val="2115"/>
              </a:lnSpc>
            </a:pPr>
            <a:r>
              <a:rPr lang="en-US" sz="1260" dirty="0">
                <a:solidFill>
                  <a:srgbClr val="4A4A4A"/>
                </a:solidFill>
                <a:latin typeface="Open Sans" pitchFamily="34" charset="0"/>
                <a:ea typeface="Open Sans" pitchFamily="34" charset="-122"/>
                <a:cs typeface="Open Sans" pitchFamily="34" charset="-120"/>
              </a:rPr>
              <a:t>Specialized agents or tools</a:t>
            </a:r>
            <a:endParaRPr lang="en-US" sz="1260" dirty="0"/>
          </a:p>
        </p:txBody>
      </p:sp>
      <p:sp>
        <p:nvSpPr>
          <p:cNvPr id="20" name="Text 17"/>
          <p:cNvSpPr/>
          <p:nvPr/>
        </p:nvSpPr>
        <p:spPr>
          <a:xfrm>
            <a:off x="3845970" y="5557967"/>
            <a:ext cx="2159000" cy="513730"/>
          </a:xfrm>
          <a:prstGeom prst="rect">
            <a:avLst/>
          </a:prstGeom>
          <a:noFill/>
          <a:ln/>
        </p:spPr>
        <p:txBody>
          <a:bodyPr wrap="square" lIns="0" tIns="0" rIns="0" bIns="0" rtlCol="0" anchor="t">
            <a:spAutoFit/>
          </a:bodyPr>
          <a:lstStyle/>
          <a:p>
            <a:pPr>
              <a:lnSpc>
                <a:spcPts val="2115"/>
              </a:lnSpc>
            </a:pPr>
            <a:r>
              <a:rPr lang="en-US" sz="1260" dirty="0">
                <a:solidFill>
                  <a:srgbClr val="4A4A4A"/>
                </a:solidFill>
                <a:latin typeface="Open Sans" pitchFamily="34" charset="0"/>
                <a:ea typeface="Open Sans" pitchFamily="34" charset="-122"/>
                <a:cs typeface="Open Sans" pitchFamily="34" charset="-120"/>
              </a:rPr>
              <a:t>Each handles a specific subtask</a:t>
            </a:r>
            <a:endParaRPr lang="en-US" sz="1260" dirty="0"/>
          </a:p>
        </p:txBody>
      </p:sp>
      <p:sp>
        <p:nvSpPr>
          <p:cNvPr id="21" name="Shape 18"/>
          <p:cNvSpPr/>
          <p:nvPr/>
        </p:nvSpPr>
        <p:spPr>
          <a:xfrm>
            <a:off x="6580692" y="4581019"/>
            <a:ext cx="2698752" cy="1943101"/>
          </a:xfrm>
          <a:prstGeom prst="rect">
            <a:avLst/>
          </a:prstGeom>
          <a:solidFill>
            <a:srgbClr val="FAFAFA"/>
          </a:solidFill>
          <a:ln/>
        </p:spPr>
        <p:txBody>
          <a:bodyPr/>
          <a:lstStyle/>
          <a:p>
            <a:endParaRPr lang="en-US" sz="2721"/>
          </a:p>
        </p:txBody>
      </p:sp>
      <p:sp>
        <p:nvSpPr>
          <p:cNvPr id="22" name="Shape 19"/>
          <p:cNvSpPr/>
          <p:nvPr/>
        </p:nvSpPr>
        <p:spPr>
          <a:xfrm>
            <a:off x="6580692" y="4581024"/>
            <a:ext cx="2698752" cy="64770"/>
          </a:xfrm>
          <a:prstGeom prst="rect">
            <a:avLst/>
          </a:prstGeom>
          <a:solidFill>
            <a:srgbClr val="E67E22"/>
          </a:solidFill>
          <a:ln/>
        </p:spPr>
        <p:txBody>
          <a:bodyPr/>
          <a:lstStyle/>
          <a:p>
            <a:endParaRPr lang="en-US" sz="2721"/>
          </a:p>
        </p:txBody>
      </p:sp>
      <p:sp>
        <p:nvSpPr>
          <p:cNvPr id="23" name="Text 20"/>
          <p:cNvSpPr/>
          <p:nvPr/>
        </p:nvSpPr>
        <p:spPr>
          <a:xfrm>
            <a:off x="3738019" y="5212526"/>
            <a:ext cx="60914" cy="244426"/>
          </a:xfrm>
          <a:prstGeom prst="rect">
            <a:avLst/>
          </a:prstGeom>
          <a:noFill/>
          <a:ln/>
        </p:spPr>
        <p:txBody>
          <a:bodyPr wrap="none" lIns="0" tIns="0" rIns="0" bIns="0" rtlCol="0" anchor="t">
            <a:spAutoFit/>
          </a:bodyPr>
          <a:lstStyle/>
          <a:p>
            <a:pPr>
              <a:lnSpc>
                <a:spcPts val="2115"/>
              </a:lnSpc>
            </a:pPr>
            <a:r>
              <a:rPr lang="en-US" sz="1260" dirty="0">
                <a:solidFill>
                  <a:srgbClr val="A0A0A0"/>
                </a:solidFill>
                <a:latin typeface="Open Sans" pitchFamily="34" charset="0"/>
                <a:ea typeface="Open Sans" pitchFamily="34" charset="-122"/>
                <a:cs typeface="Open Sans" pitchFamily="34" charset="-120"/>
              </a:rPr>
              <a:t>•</a:t>
            </a:r>
            <a:endParaRPr lang="en-US" sz="1260" dirty="0"/>
          </a:p>
        </p:txBody>
      </p:sp>
      <p:sp>
        <p:nvSpPr>
          <p:cNvPr id="24" name="Text 21"/>
          <p:cNvSpPr/>
          <p:nvPr/>
        </p:nvSpPr>
        <p:spPr>
          <a:xfrm>
            <a:off x="3738019" y="5557967"/>
            <a:ext cx="60914" cy="244426"/>
          </a:xfrm>
          <a:prstGeom prst="rect">
            <a:avLst/>
          </a:prstGeom>
          <a:noFill/>
          <a:ln/>
        </p:spPr>
        <p:txBody>
          <a:bodyPr wrap="none" lIns="0" tIns="0" rIns="0" bIns="0" rtlCol="0" anchor="t">
            <a:spAutoFit/>
          </a:bodyPr>
          <a:lstStyle/>
          <a:p>
            <a:pPr>
              <a:lnSpc>
                <a:spcPts val="2115"/>
              </a:lnSpc>
            </a:pPr>
            <a:r>
              <a:rPr lang="en-US" sz="1260" dirty="0">
                <a:solidFill>
                  <a:srgbClr val="A0A0A0"/>
                </a:solidFill>
                <a:latin typeface="Open Sans" pitchFamily="34" charset="0"/>
                <a:ea typeface="Open Sans" pitchFamily="34" charset="-122"/>
                <a:cs typeface="Open Sans" pitchFamily="34" charset="-120"/>
              </a:rPr>
              <a:t>•</a:t>
            </a:r>
            <a:endParaRPr lang="en-US" sz="1260" dirty="0"/>
          </a:p>
        </p:txBody>
      </p:sp>
      <p:sp>
        <p:nvSpPr>
          <p:cNvPr id="25" name="Text 22"/>
          <p:cNvSpPr/>
          <p:nvPr/>
        </p:nvSpPr>
        <p:spPr>
          <a:xfrm>
            <a:off x="7001931" y="4796919"/>
            <a:ext cx="1856277" cy="251864"/>
          </a:xfrm>
          <a:prstGeom prst="rect">
            <a:avLst/>
          </a:prstGeom>
          <a:noFill/>
          <a:ln/>
        </p:spPr>
        <p:txBody>
          <a:bodyPr wrap="none" lIns="0" tIns="0" rIns="0" bIns="0" rtlCol="0" anchor="t">
            <a:spAutoFit/>
          </a:bodyPr>
          <a:lstStyle/>
          <a:p>
            <a:pPr algn="ctr">
              <a:lnSpc>
                <a:spcPts val="2115"/>
              </a:lnSpc>
            </a:pPr>
            <a:r>
              <a:rPr lang="en-US" sz="1491" b="1" dirty="0">
                <a:solidFill>
                  <a:srgbClr val="1A1A1A"/>
                </a:solidFill>
                <a:latin typeface="Roboto" pitchFamily="34" charset="0"/>
                <a:ea typeface="Roboto" pitchFamily="34" charset="-122"/>
                <a:cs typeface="Roboto" pitchFamily="34" charset="-120"/>
              </a:rPr>
              <a:t>Verification &amp; Control</a:t>
            </a:r>
            <a:endParaRPr lang="en-US" sz="1491" dirty="0"/>
          </a:p>
        </p:txBody>
      </p:sp>
      <p:sp>
        <p:nvSpPr>
          <p:cNvPr id="26" name="Text 23"/>
          <p:cNvSpPr/>
          <p:nvPr/>
        </p:nvSpPr>
        <p:spPr>
          <a:xfrm>
            <a:off x="6904543" y="5212526"/>
            <a:ext cx="1901161" cy="244426"/>
          </a:xfrm>
          <a:prstGeom prst="rect">
            <a:avLst/>
          </a:prstGeom>
          <a:noFill/>
          <a:ln/>
        </p:spPr>
        <p:txBody>
          <a:bodyPr wrap="none" lIns="0" tIns="0" rIns="0" bIns="0" rtlCol="0" anchor="t">
            <a:spAutoFit/>
          </a:bodyPr>
          <a:lstStyle/>
          <a:p>
            <a:pPr>
              <a:lnSpc>
                <a:spcPts val="2115"/>
              </a:lnSpc>
            </a:pPr>
            <a:r>
              <a:rPr lang="en-US" sz="1260" dirty="0">
                <a:solidFill>
                  <a:srgbClr val="4A4A4A"/>
                </a:solidFill>
                <a:latin typeface="Open Sans" pitchFamily="34" charset="0"/>
                <a:ea typeface="Open Sans" pitchFamily="34" charset="-122"/>
                <a:cs typeface="Open Sans" pitchFamily="34" charset="-120"/>
              </a:rPr>
              <a:t>Validation and evaluation</a:t>
            </a:r>
            <a:endParaRPr lang="en-US" sz="1260" dirty="0"/>
          </a:p>
        </p:txBody>
      </p:sp>
      <p:sp>
        <p:nvSpPr>
          <p:cNvPr id="27" name="Text 24"/>
          <p:cNvSpPr/>
          <p:nvPr/>
        </p:nvSpPr>
        <p:spPr>
          <a:xfrm>
            <a:off x="6904539" y="5557967"/>
            <a:ext cx="2159000" cy="513730"/>
          </a:xfrm>
          <a:prstGeom prst="rect">
            <a:avLst/>
          </a:prstGeom>
          <a:noFill/>
          <a:ln/>
        </p:spPr>
        <p:txBody>
          <a:bodyPr wrap="square" lIns="0" tIns="0" rIns="0" bIns="0" rtlCol="0" anchor="t">
            <a:spAutoFit/>
          </a:bodyPr>
          <a:lstStyle/>
          <a:p>
            <a:pPr>
              <a:lnSpc>
                <a:spcPts val="2115"/>
              </a:lnSpc>
            </a:pPr>
            <a:r>
              <a:rPr lang="en-US" sz="1260" dirty="0">
                <a:solidFill>
                  <a:srgbClr val="4A4A4A"/>
                </a:solidFill>
                <a:latin typeface="Open Sans" pitchFamily="34" charset="0"/>
                <a:ea typeface="Open Sans" pitchFamily="34" charset="-122"/>
                <a:cs typeface="Open Sans" pitchFamily="34" charset="-120"/>
              </a:rPr>
              <a:t>Error detection and correction</a:t>
            </a:r>
            <a:endParaRPr lang="en-US" sz="1260" dirty="0"/>
          </a:p>
        </p:txBody>
      </p:sp>
      <p:sp>
        <p:nvSpPr>
          <p:cNvPr id="28" name="Shape 25"/>
          <p:cNvSpPr/>
          <p:nvPr/>
        </p:nvSpPr>
        <p:spPr>
          <a:xfrm>
            <a:off x="9639261" y="4581019"/>
            <a:ext cx="2698752" cy="1943101"/>
          </a:xfrm>
          <a:prstGeom prst="rect">
            <a:avLst/>
          </a:prstGeom>
          <a:solidFill>
            <a:srgbClr val="FAFAFA"/>
          </a:solidFill>
          <a:ln/>
        </p:spPr>
        <p:txBody>
          <a:bodyPr/>
          <a:lstStyle/>
          <a:p>
            <a:endParaRPr lang="en-US" sz="2721"/>
          </a:p>
        </p:txBody>
      </p:sp>
      <p:sp>
        <p:nvSpPr>
          <p:cNvPr id="29" name="Shape 26"/>
          <p:cNvSpPr/>
          <p:nvPr/>
        </p:nvSpPr>
        <p:spPr>
          <a:xfrm>
            <a:off x="9639261" y="4581024"/>
            <a:ext cx="2698752" cy="64770"/>
          </a:xfrm>
          <a:prstGeom prst="rect">
            <a:avLst/>
          </a:prstGeom>
          <a:solidFill>
            <a:srgbClr val="6B4C9A"/>
          </a:solidFill>
          <a:ln/>
        </p:spPr>
        <p:txBody>
          <a:bodyPr/>
          <a:lstStyle/>
          <a:p>
            <a:endParaRPr lang="en-US" sz="2721"/>
          </a:p>
        </p:txBody>
      </p:sp>
      <p:sp>
        <p:nvSpPr>
          <p:cNvPr id="30" name="Text 27"/>
          <p:cNvSpPr/>
          <p:nvPr/>
        </p:nvSpPr>
        <p:spPr>
          <a:xfrm>
            <a:off x="6796588" y="5212526"/>
            <a:ext cx="60914" cy="244426"/>
          </a:xfrm>
          <a:prstGeom prst="rect">
            <a:avLst/>
          </a:prstGeom>
          <a:noFill/>
          <a:ln/>
        </p:spPr>
        <p:txBody>
          <a:bodyPr wrap="none" lIns="0" tIns="0" rIns="0" bIns="0" rtlCol="0" anchor="t">
            <a:spAutoFit/>
          </a:bodyPr>
          <a:lstStyle/>
          <a:p>
            <a:pPr>
              <a:lnSpc>
                <a:spcPts val="2115"/>
              </a:lnSpc>
            </a:pPr>
            <a:r>
              <a:rPr lang="en-US" sz="1260" dirty="0">
                <a:solidFill>
                  <a:srgbClr val="A0A0A0"/>
                </a:solidFill>
                <a:latin typeface="Open Sans" pitchFamily="34" charset="0"/>
                <a:ea typeface="Open Sans" pitchFamily="34" charset="-122"/>
                <a:cs typeface="Open Sans" pitchFamily="34" charset="-120"/>
              </a:rPr>
              <a:t>•</a:t>
            </a:r>
            <a:endParaRPr lang="en-US" sz="1260" dirty="0"/>
          </a:p>
        </p:txBody>
      </p:sp>
      <p:sp>
        <p:nvSpPr>
          <p:cNvPr id="31" name="Text 28"/>
          <p:cNvSpPr/>
          <p:nvPr/>
        </p:nvSpPr>
        <p:spPr>
          <a:xfrm>
            <a:off x="6796588" y="5557967"/>
            <a:ext cx="60914" cy="244426"/>
          </a:xfrm>
          <a:prstGeom prst="rect">
            <a:avLst/>
          </a:prstGeom>
          <a:noFill/>
          <a:ln/>
        </p:spPr>
        <p:txBody>
          <a:bodyPr wrap="none" lIns="0" tIns="0" rIns="0" bIns="0" rtlCol="0" anchor="t">
            <a:spAutoFit/>
          </a:bodyPr>
          <a:lstStyle/>
          <a:p>
            <a:pPr>
              <a:lnSpc>
                <a:spcPts val="2115"/>
              </a:lnSpc>
            </a:pPr>
            <a:r>
              <a:rPr lang="en-US" sz="1260" dirty="0">
                <a:solidFill>
                  <a:srgbClr val="A0A0A0"/>
                </a:solidFill>
                <a:latin typeface="Open Sans" pitchFamily="34" charset="0"/>
                <a:ea typeface="Open Sans" pitchFamily="34" charset="-122"/>
                <a:cs typeface="Open Sans" pitchFamily="34" charset="-120"/>
              </a:rPr>
              <a:t>•</a:t>
            </a:r>
            <a:endParaRPr lang="en-US" sz="1260" dirty="0"/>
          </a:p>
        </p:txBody>
      </p:sp>
      <p:sp>
        <p:nvSpPr>
          <p:cNvPr id="32" name="Text 29"/>
          <p:cNvSpPr/>
          <p:nvPr/>
        </p:nvSpPr>
        <p:spPr>
          <a:xfrm>
            <a:off x="10298545" y="4796919"/>
            <a:ext cx="1380186" cy="251864"/>
          </a:xfrm>
          <a:prstGeom prst="rect">
            <a:avLst/>
          </a:prstGeom>
          <a:noFill/>
          <a:ln/>
        </p:spPr>
        <p:txBody>
          <a:bodyPr wrap="none" lIns="0" tIns="0" rIns="0" bIns="0" rtlCol="0" anchor="t">
            <a:spAutoFit/>
          </a:bodyPr>
          <a:lstStyle/>
          <a:p>
            <a:pPr algn="ctr">
              <a:lnSpc>
                <a:spcPts val="2115"/>
              </a:lnSpc>
            </a:pPr>
            <a:r>
              <a:rPr lang="en-US" sz="1491" b="1" dirty="0">
                <a:solidFill>
                  <a:srgbClr val="1A1A1A"/>
                </a:solidFill>
                <a:latin typeface="Roboto" pitchFamily="34" charset="0"/>
                <a:ea typeface="Roboto" pitchFamily="34" charset="-122"/>
                <a:cs typeface="Roboto" pitchFamily="34" charset="-120"/>
              </a:rPr>
              <a:t>State &amp; Memory</a:t>
            </a:r>
            <a:endParaRPr lang="en-US" sz="1491" dirty="0"/>
          </a:p>
        </p:txBody>
      </p:sp>
      <p:sp>
        <p:nvSpPr>
          <p:cNvPr id="33" name="Text 30"/>
          <p:cNvSpPr/>
          <p:nvPr/>
        </p:nvSpPr>
        <p:spPr>
          <a:xfrm>
            <a:off x="9963112" y="5212526"/>
            <a:ext cx="1526059" cy="244426"/>
          </a:xfrm>
          <a:prstGeom prst="rect">
            <a:avLst/>
          </a:prstGeom>
          <a:noFill/>
          <a:ln/>
        </p:spPr>
        <p:txBody>
          <a:bodyPr wrap="none" lIns="0" tIns="0" rIns="0" bIns="0" rtlCol="0" anchor="t">
            <a:spAutoFit/>
          </a:bodyPr>
          <a:lstStyle/>
          <a:p>
            <a:pPr>
              <a:lnSpc>
                <a:spcPts val="2115"/>
              </a:lnSpc>
            </a:pPr>
            <a:r>
              <a:rPr lang="en-US" sz="1260" dirty="0">
                <a:solidFill>
                  <a:srgbClr val="4A4A4A"/>
                </a:solidFill>
                <a:latin typeface="Open Sans" pitchFamily="34" charset="0"/>
                <a:ea typeface="Open Sans" pitchFamily="34" charset="-122"/>
                <a:cs typeface="Open Sans" pitchFamily="34" charset="-120"/>
              </a:rPr>
              <a:t>Intermediate results</a:t>
            </a:r>
            <a:endParaRPr lang="en-US" sz="1260" dirty="0"/>
          </a:p>
        </p:txBody>
      </p:sp>
      <p:sp>
        <p:nvSpPr>
          <p:cNvPr id="34" name="Text 31"/>
          <p:cNvSpPr/>
          <p:nvPr/>
        </p:nvSpPr>
        <p:spPr>
          <a:xfrm>
            <a:off x="9963109" y="5557969"/>
            <a:ext cx="2159000" cy="513730"/>
          </a:xfrm>
          <a:prstGeom prst="rect">
            <a:avLst/>
          </a:prstGeom>
          <a:noFill/>
          <a:ln/>
        </p:spPr>
        <p:txBody>
          <a:bodyPr wrap="square" lIns="0" tIns="0" rIns="0" bIns="0" rtlCol="0" anchor="t">
            <a:spAutoFit/>
          </a:bodyPr>
          <a:lstStyle/>
          <a:p>
            <a:pPr>
              <a:lnSpc>
                <a:spcPts val="2115"/>
              </a:lnSpc>
            </a:pPr>
            <a:r>
              <a:rPr lang="en-US" sz="1260" dirty="0">
                <a:solidFill>
                  <a:srgbClr val="4A4A4A"/>
                </a:solidFill>
                <a:latin typeface="Open Sans" pitchFamily="34" charset="0"/>
                <a:ea typeface="Open Sans" pitchFamily="34" charset="-122"/>
                <a:cs typeface="Open Sans" pitchFamily="34" charset="-120"/>
              </a:rPr>
              <a:t>Persistent storage (e.g., logs or memory systems)</a:t>
            </a:r>
            <a:endParaRPr lang="en-US" sz="1260" dirty="0"/>
          </a:p>
        </p:txBody>
      </p:sp>
      <p:sp>
        <p:nvSpPr>
          <p:cNvPr id="35" name="Text 32"/>
          <p:cNvSpPr/>
          <p:nvPr/>
        </p:nvSpPr>
        <p:spPr>
          <a:xfrm>
            <a:off x="4309432" y="7104353"/>
            <a:ext cx="4182747" cy="255455"/>
          </a:xfrm>
          <a:prstGeom prst="rect">
            <a:avLst/>
          </a:prstGeom>
          <a:noFill/>
          <a:ln/>
        </p:spPr>
        <p:txBody>
          <a:bodyPr wrap="none" lIns="0" tIns="0" rIns="0" bIns="0" rtlCol="0" anchor="t">
            <a:spAutoFit/>
          </a:bodyPr>
          <a:lstStyle/>
          <a:p>
            <a:pPr algn="ctr">
              <a:lnSpc>
                <a:spcPts val="2115"/>
              </a:lnSpc>
            </a:pPr>
            <a:r>
              <a:rPr lang="en-US" sz="1588" i="1" dirty="0">
                <a:solidFill>
                  <a:srgbClr val="666666"/>
                </a:solidFill>
                <a:latin typeface="Open Sans" pitchFamily="34" charset="0"/>
                <a:ea typeface="Open Sans" pitchFamily="34" charset="-122"/>
                <a:cs typeface="Open Sans" pitchFamily="34" charset="-120"/>
              </a:rPr>
              <a:t>"A harness turns an LLM into a reliable system"</a:t>
            </a:r>
            <a:endParaRPr lang="en-US" sz="1588" dirty="0"/>
          </a:p>
        </p:txBody>
      </p:sp>
      <p:sp>
        <p:nvSpPr>
          <p:cNvPr id="36" name="Text 33"/>
          <p:cNvSpPr/>
          <p:nvPr/>
        </p:nvSpPr>
        <p:spPr>
          <a:xfrm>
            <a:off x="9855157" y="5212526"/>
            <a:ext cx="60914" cy="244426"/>
          </a:xfrm>
          <a:prstGeom prst="rect">
            <a:avLst/>
          </a:prstGeom>
          <a:noFill/>
          <a:ln/>
        </p:spPr>
        <p:txBody>
          <a:bodyPr wrap="none" lIns="0" tIns="0" rIns="0" bIns="0" rtlCol="0" anchor="t">
            <a:spAutoFit/>
          </a:bodyPr>
          <a:lstStyle/>
          <a:p>
            <a:pPr>
              <a:lnSpc>
                <a:spcPts val="2115"/>
              </a:lnSpc>
            </a:pPr>
            <a:r>
              <a:rPr lang="en-US" sz="1260" dirty="0">
                <a:solidFill>
                  <a:srgbClr val="A0A0A0"/>
                </a:solidFill>
                <a:latin typeface="Open Sans" pitchFamily="34" charset="0"/>
                <a:ea typeface="Open Sans" pitchFamily="34" charset="-122"/>
                <a:cs typeface="Open Sans" pitchFamily="34" charset="-120"/>
              </a:rPr>
              <a:t>•</a:t>
            </a:r>
            <a:endParaRPr lang="en-US" sz="1260" dirty="0"/>
          </a:p>
        </p:txBody>
      </p:sp>
      <p:sp>
        <p:nvSpPr>
          <p:cNvPr id="37" name="Text 34"/>
          <p:cNvSpPr/>
          <p:nvPr/>
        </p:nvSpPr>
        <p:spPr>
          <a:xfrm>
            <a:off x="9855157" y="5557967"/>
            <a:ext cx="60914" cy="244426"/>
          </a:xfrm>
          <a:prstGeom prst="rect">
            <a:avLst/>
          </a:prstGeom>
          <a:noFill/>
          <a:ln/>
        </p:spPr>
        <p:txBody>
          <a:bodyPr wrap="none" lIns="0" tIns="0" rIns="0" bIns="0" rtlCol="0" anchor="t">
            <a:spAutoFit/>
          </a:bodyPr>
          <a:lstStyle/>
          <a:p>
            <a:pPr>
              <a:lnSpc>
                <a:spcPts val="2115"/>
              </a:lnSpc>
            </a:pPr>
            <a:r>
              <a:rPr lang="en-US" sz="1260" dirty="0">
                <a:solidFill>
                  <a:srgbClr val="A0A0A0"/>
                </a:solidFill>
                <a:latin typeface="Open Sans" pitchFamily="34" charset="0"/>
                <a:ea typeface="Open Sans" pitchFamily="34" charset="-122"/>
                <a:cs typeface="Open Sans" pitchFamily="34" charset="-120"/>
              </a:rPr>
              <a:t>•</a:t>
            </a:r>
            <a:endParaRPr lang="en-US" sz="12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DFE06-33D9-E306-6BA0-F5715514F4F7}"/>
            </a:ext>
          </a:extLst>
        </p:cNvPr>
        <p:cNvGrpSpPr/>
        <p:nvPr/>
      </p:nvGrpSpPr>
      <p:grpSpPr>
        <a:xfrm>
          <a:off x="0" y="0"/>
          <a:ext cx="0" cy="0"/>
          <a:chOff x="0" y="0"/>
          <a:chExt cx="0" cy="0"/>
        </a:xfrm>
      </p:grpSpPr>
      <p:sp>
        <p:nvSpPr>
          <p:cNvPr id="85" name="Shape 0">
            <a:extLst>
              <a:ext uri="{FF2B5EF4-FFF2-40B4-BE49-F238E27FC236}">
                <a16:creationId xmlns:a16="http://schemas.microsoft.com/office/drawing/2014/main" id="{8FF55362-CD55-9EE2-1D16-6E8BF8F5FB26}"/>
              </a:ext>
            </a:extLst>
          </p:cNvPr>
          <p:cNvSpPr/>
          <p:nvPr/>
        </p:nvSpPr>
        <p:spPr>
          <a:xfrm>
            <a:off x="0" y="46695"/>
            <a:ext cx="12801600" cy="677464"/>
          </a:xfrm>
          <a:prstGeom prst="rect">
            <a:avLst/>
          </a:prstGeom>
          <a:solidFill>
            <a:srgbClr val="1A5F64"/>
          </a:solidFill>
          <a:ln w="12700">
            <a:solidFill>
              <a:srgbClr val="1A5F64"/>
            </a:solidFill>
            <a:prstDash val="solid"/>
          </a:ln>
        </p:spPr>
        <p:txBody>
          <a:bodyPr/>
          <a:lstStyle/>
          <a:p>
            <a:endParaRPr lang="en-US" sz="2519" dirty="0"/>
          </a:p>
        </p:txBody>
      </p:sp>
      <p:sp>
        <p:nvSpPr>
          <p:cNvPr id="86" name="Text 1">
            <a:extLst>
              <a:ext uri="{FF2B5EF4-FFF2-40B4-BE49-F238E27FC236}">
                <a16:creationId xmlns:a16="http://schemas.microsoft.com/office/drawing/2014/main" id="{A9B772AC-61CC-5549-1538-83D2D77A919A}"/>
              </a:ext>
            </a:extLst>
          </p:cNvPr>
          <p:cNvSpPr/>
          <p:nvPr/>
        </p:nvSpPr>
        <p:spPr>
          <a:xfrm>
            <a:off x="448056" y="149107"/>
            <a:ext cx="11905488" cy="614477"/>
          </a:xfrm>
          <a:prstGeom prst="rect">
            <a:avLst/>
          </a:prstGeom>
          <a:noFill/>
          <a:ln/>
        </p:spPr>
        <p:txBody>
          <a:bodyPr wrap="square" lIns="0" tIns="0" rIns="0" bIns="0" rtlCol="0" anchor="ctr"/>
          <a:lstStyle/>
          <a:p>
            <a:r>
              <a:rPr lang="en-US" sz="2800" b="1" dirty="0">
                <a:solidFill>
                  <a:srgbClr val="FFFFFF"/>
                </a:solidFill>
                <a:latin typeface="Calibri" pitchFamily="34" charset="0"/>
                <a:cs typeface="Calibri" pitchFamily="34" charset="-120"/>
              </a:rPr>
              <a:t>System design: hard-coded orchestration</a:t>
            </a:r>
            <a:endParaRPr lang="en-US" sz="2800" dirty="0"/>
          </a:p>
        </p:txBody>
      </p:sp>
      <p:sp>
        <p:nvSpPr>
          <p:cNvPr id="3" name="Rounded Rectangle 2">
            <a:extLst>
              <a:ext uri="{FF2B5EF4-FFF2-40B4-BE49-F238E27FC236}">
                <a16:creationId xmlns:a16="http://schemas.microsoft.com/office/drawing/2014/main" id="{92071B8F-0B8D-EFCC-0CD9-3A98BFFB147F}"/>
              </a:ext>
            </a:extLst>
          </p:cNvPr>
          <p:cNvSpPr/>
          <p:nvPr/>
        </p:nvSpPr>
        <p:spPr>
          <a:xfrm>
            <a:off x="231376" y="1571451"/>
            <a:ext cx="1432045" cy="444802"/>
          </a:xfrm>
          <a:prstGeom prst="round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80" dirty="0">
                <a:ln w="0"/>
                <a:solidFill>
                  <a:schemeClr val="tx1"/>
                </a:solidFill>
                <a:effectLst>
                  <a:outerShdw blurRad="38100" dist="19050" dir="2700000" algn="tl" rotWithShape="0">
                    <a:schemeClr val="dk1">
                      <a:alpha val="40000"/>
                    </a:schemeClr>
                  </a:outerShdw>
                </a:effectLst>
              </a:rPr>
              <a:t>Input tickets</a:t>
            </a:r>
            <a:endParaRPr lang="en-US" sz="1680" dirty="0">
              <a:ln w="0"/>
              <a:solidFill>
                <a:schemeClr val="tx1"/>
              </a:solidFill>
              <a:effectLst>
                <a:outerShdw blurRad="38100" dist="19050" dir="2700000" algn="tl" rotWithShape="0">
                  <a:schemeClr val="dk1">
                    <a:alpha val="40000"/>
                  </a:schemeClr>
                </a:outerShdw>
              </a:effectLst>
            </a:endParaRPr>
          </a:p>
        </p:txBody>
      </p:sp>
      <p:sp>
        <p:nvSpPr>
          <p:cNvPr id="4" name="Rounded Rectangle 3">
            <a:extLst>
              <a:ext uri="{FF2B5EF4-FFF2-40B4-BE49-F238E27FC236}">
                <a16:creationId xmlns:a16="http://schemas.microsoft.com/office/drawing/2014/main" id="{E4A3F775-766B-5EF7-3B4D-15FCE49429FF}"/>
              </a:ext>
            </a:extLst>
          </p:cNvPr>
          <p:cNvSpPr/>
          <p:nvPr/>
        </p:nvSpPr>
        <p:spPr>
          <a:xfrm>
            <a:off x="1962639" y="1571451"/>
            <a:ext cx="1593831" cy="44480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80" dirty="0">
                <a:ln w="0"/>
                <a:solidFill>
                  <a:schemeClr val="tx1"/>
                </a:solidFill>
                <a:effectLst>
                  <a:outerShdw blurRad="38100" dist="19050" dir="2700000" algn="tl" rotWithShape="0">
                    <a:schemeClr val="dk1">
                      <a:alpha val="40000"/>
                    </a:schemeClr>
                  </a:outerShdw>
                </a:effectLst>
              </a:rPr>
              <a:t>Prompt parser</a:t>
            </a:r>
            <a:endParaRPr lang="en-US" sz="1680" dirty="0">
              <a:ln w="0"/>
              <a:solidFill>
                <a:schemeClr val="tx1"/>
              </a:solidFill>
              <a:effectLst>
                <a:outerShdw blurRad="38100" dist="19050" dir="2700000" algn="tl" rotWithShape="0">
                  <a:schemeClr val="dk1">
                    <a:alpha val="40000"/>
                  </a:schemeClr>
                </a:outerShdw>
              </a:effectLst>
            </a:endParaRPr>
          </a:p>
        </p:txBody>
      </p:sp>
      <p:sp>
        <p:nvSpPr>
          <p:cNvPr id="5" name="Rounded Rectangle 4">
            <a:extLst>
              <a:ext uri="{FF2B5EF4-FFF2-40B4-BE49-F238E27FC236}">
                <a16:creationId xmlns:a16="http://schemas.microsoft.com/office/drawing/2014/main" id="{33431665-4002-0133-CAC6-D4B1A63FA580}"/>
              </a:ext>
            </a:extLst>
          </p:cNvPr>
          <p:cNvSpPr/>
          <p:nvPr/>
        </p:nvSpPr>
        <p:spPr>
          <a:xfrm>
            <a:off x="5092765" y="1435528"/>
            <a:ext cx="3039851" cy="73618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7" name="TextBox 6">
            <a:extLst>
              <a:ext uri="{FF2B5EF4-FFF2-40B4-BE49-F238E27FC236}">
                <a16:creationId xmlns:a16="http://schemas.microsoft.com/office/drawing/2014/main" id="{D8976CCC-87ED-53A1-6184-2B9B1DB48D8E}"/>
              </a:ext>
            </a:extLst>
          </p:cNvPr>
          <p:cNvSpPr txBox="1"/>
          <p:nvPr/>
        </p:nvSpPr>
        <p:spPr>
          <a:xfrm>
            <a:off x="5006389" y="1373147"/>
            <a:ext cx="3131349" cy="803297"/>
          </a:xfrm>
          <a:prstGeom prst="rect">
            <a:avLst/>
          </a:prstGeom>
          <a:noFill/>
        </p:spPr>
        <p:txBody>
          <a:bodyPr wrap="square" rtlCol="0">
            <a:spAutoFit/>
          </a:bodyPr>
          <a:lstStyle/>
          <a:p>
            <a:pPr algn="ctr"/>
            <a:r>
              <a:rPr lang="en-US" sz="1540" dirty="0">
                <a:ln w="0"/>
                <a:effectLst>
                  <a:outerShdw blurRad="38100" dist="19050" dir="2700000" algn="tl" rotWithShape="0">
                    <a:schemeClr val="dk1">
                      <a:alpha val="40000"/>
                    </a:schemeClr>
                  </a:outerShdw>
                </a:effectLst>
              </a:rPr>
              <a:t>Harness</a:t>
            </a:r>
          </a:p>
          <a:p>
            <a:pPr algn="ctr"/>
            <a:r>
              <a:rPr lang="en-US" sz="1540" dirty="0">
                <a:ln w="0"/>
                <a:effectLst>
                  <a:outerShdw blurRad="38100" dist="19050" dir="2700000" algn="tl" rotWithShape="0">
                    <a:schemeClr val="dk1">
                      <a:alpha val="40000"/>
                    </a:schemeClr>
                  </a:outerShdw>
                </a:effectLst>
              </a:rPr>
              <a:t>Orchestrate &amp; dispatch agents</a:t>
            </a:r>
            <a:r>
              <a:rPr lang="zh-CN" altLang="en-US" sz="1540" dirty="0">
                <a:ln w="0"/>
                <a:effectLst>
                  <a:outerShdw blurRad="38100" dist="19050" dir="2700000" algn="tl" rotWithShape="0">
                    <a:schemeClr val="dk1">
                      <a:alpha val="40000"/>
                    </a:schemeClr>
                  </a:outerShdw>
                </a:effectLst>
              </a:rPr>
              <a:t> </a:t>
            </a:r>
            <a:endParaRPr lang="en-US" altLang="zh-CN" sz="1540" dirty="0">
              <a:ln w="0"/>
              <a:effectLst>
                <a:outerShdw blurRad="38100" dist="19050" dir="2700000" algn="tl" rotWithShape="0">
                  <a:schemeClr val="dk1">
                    <a:alpha val="40000"/>
                  </a:schemeClr>
                </a:outerShdw>
              </a:effectLst>
            </a:endParaRPr>
          </a:p>
          <a:p>
            <a:pPr algn="ctr"/>
            <a:r>
              <a:rPr lang="en-US" sz="1540" dirty="0">
                <a:ln w="0"/>
                <a:effectLst>
                  <a:outerShdw blurRad="38100" dist="19050" dir="2700000" algn="tl" rotWithShape="0">
                    <a:schemeClr val="dk1">
                      <a:alpha val="40000"/>
                    </a:schemeClr>
                  </a:outerShdw>
                </a:effectLst>
              </a:rPr>
              <a:t>Enforce verification &amp; rerun logic </a:t>
            </a:r>
          </a:p>
        </p:txBody>
      </p:sp>
      <p:sp>
        <p:nvSpPr>
          <p:cNvPr id="8" name="Rounded Rectangle 7">
            <a:extLst>
              <a:ext uri="{FF2B5EF4-FFF2-40B4-BE49-F238E27FC236}">
                <a16:creationId xmlns:a16="http://schemas.microsoft.com/office/drawing/2014/main" id="{D65089EB-50DF-9DBC-F169-FFD30F99BDBE}"/>
              </a:ext>
            </a:extLst>
          </p:cNvPr>
          <p:cNvSpPr/>
          <p:nvPr/>
        </p:nvSpPr>
        <p:spPr>
          <a:xfrm>
            <a:off x="5602518" y="3205086"/>
            <a:ext cx="1826520" cy="413190"/>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Coverage &amp; load agent</a:t>
            </a:r>
            <a:endParaRPr lang="en-US" sz="1400" dirty="0"/>
          </a:p>
        </p:txBody>
      </p:sp>
      <p:sp>
        <p:nvSpPr>
          <p:cNvPr id="9" name="Rounded Rectangle 8">
            <a:extLst>
              <a:ext uri="{FF2B5EF4-FFF2-40B4-BE49-F238E27FC236}">
                <a16:creationId xmlns:a16="http://schemas.microsoft.com/office/drawing/2014/main" id="{8405ACF7-61BD-871A-3F19-7C5E297EFA8E}"/>
              </a:ext>
            </a:extLst>
          </p:cNvPr>
          <p:cNvSpPr/>
          <p:nvPr/>
        </p:nvSpPr>
        <p:spPr>
          <a:xfrm>
            <a:off x="8022997" y="3205085"/>
            <a:ext cx="1219893" cy="977770"/>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Attribute analysis agent</a:t>
            </a:r>
            <a:endParaRPr lang="en-US" sz="1400" dirty="0"/>
          </a:p>
        </p:txBody>
      </p:sp>
      <p:sp>
        <p:nvSpPr>
          <p:cNvPr id="10" name="Rounded Rectangle 9">
            <a:extLst>
              <a:ext uri="{FF2B5EF4-FFF2-40B4-BE49-F238E27FC236}">
                <a16:creationId xmlns:a16="http://schemas.microsoft.com/office/drawing/2014/main" id="{03830BDB-BB7A-3FC9-D220-0C75A500CDFA}"/>
              </a:ext>
            </a:extLst>
          </p:cNvPr>
          <p:cNvSpPr/>
          <p:nvPr/>
        </p:nvSpPr>
        <p:spPr>
          <a:xfrm>
            <a:off x="3792604" y="3331792"/>
            <a:ext cx="1107919" cy="758106"/>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KPI analysis agent.</a:t>
            </a:r>
            <a:endParaRPr lang="en-US" sz="1680" dirty="0"/>
          </a:p>
        </p:txBody>
      </p:sp>
      <p:sp>
        <p:nvSpPr>
          <p:cNvPr id="11" name="Rounded Rectangle 10">
            <a:extLst>
              <a:ext uri="{FF2B5EF4-FFF2-40B4-BE49-F238E27FC236}">
                <a16:creationId xmlns:a16="http://schemas.microsoft.com/office/drawing/2014/main" id="{2ED69A30-4710-C384-6359-ECF979CB8EB8}"/>
              </a:ext>
            </a:extLst>
          </p:cNvPr>
          <p:cNvSpPr/>
          <p:nvPr/>
        </p:nvSpPr>
        <p:spPr>
          <a:xfrm>
            <a:off x="5617758" y="4144837"/>
            <a:ext cx="1826518" cy="438040"/>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Geo-correlation agent</a:t>
            </a:r>
            <a:endParaRPr lang="en-US" sz="1400" dirty="0"/>
          </a:p>
        </p:txBody>
      </p:sp>
      <p:sp>
        <p:nvSpPr>
          <p:cNvPr id="20" name="Rounded Rectangle 19">
            <a:extLst>
              <a:ext uri="{FF2B5EF4-FFF2-40B4-BE49-F238E27FC236}">
                <a16:creationId xmlns:a16="http://schemas.microsoft.com/office/drawing/2014/main" id="{3360794A-525F-4B93-470A-B272E98A07F8}"/>
              </a:ext>
            </a:extLst>
          </p:cNvPr>
          <p:cNvSpPr/>
          <p:nvPr/>
        </p:nvSpPr>
        <p:spPr>
          <a:xfrm>
            <a:off x="4411026" y="5150885"/>
            <a:ext cx="4529375" cy="378298"/>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Final assessment agent</a:t>
            </a:r>
            <a:endParaRPr lang="en-US" sz="1400" dirty="0"/>
          </a:p>
        </p:txBody>
      </p:sp>
      <p:sp>
        <p:nvSpPr>
          <p:cNvPr id="24" name="Rounded Rectangle 23">
            <a:extLst>
              <a:ext uri="{FF2B5EF4-FFF2-40B4-BE49-F238E27FC236}">
                <a16:creationId xmlns:a16="http://schemas.microsoft.com/office/drawing/2014/main" id="{A7FE36D7-F58B-DC5A-2A9D-04AB432A75B4}"/>
              </a:ext>
            </a:extLst>
          </p:cNvPr>
          <p:cNvSpPr/>
          <p:nvPr/>
        </p:nvSpPr>
        <p:spPr>
          <a:xfrm>
            <a:off x="3307494" y="2909381"/>
            <a:ext cx="6444578" cy="3041580"/>
          </a:xfrm>
          <a:prstGeom prst="roundRect">
            <a:avLst/>
          </a:prstGeom>
          <a:noFill/>
          <a:ln>
            <a:solidFill>
              <a:schemeClr val="tx1"/>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26" name="Rounded Rectangle 25">
            <a:extLst>
              <a:ext uri="{FF2B5EF4-FFF2-40B4-BE49-F238E27FC236}">
                <a16:creationId xmlns:a16="http://schemas.microsoft.com/office/drawing/2014/main" id="{FA7031E8-C4D6-1DAD-3571-B7FAAF784472}"/>
              </a:ext>
            </a:extLst>
          </p:cNvPr>
          <p:cNvSpPr/>
          <p:nvPr/>
        </p:nvSpPr>
        <p:spPr>
          <a:xfrm>
            <a:off x="2971255" y="2781105"/>
            <a:ext cx="913249" cy="403918"/>
          </a:xfrm>
          <a:prstGeom prst="round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Analysis agents</a:t>
            </a:r>
          </a:p>
        </p:txBody>
      </p:sp>
      <p:sp>
        <p:nvSpPr>
          <p:cNvPr id="33" name="Rounded Rectangle 32">
            <a:extLst>
              <a:ext uri="{FF2B5EF4-FFF2-40B4-BE49-F238E27FC236}">
                <a16:creationId xmlns:a16="http://schemas.microsoft.com/office/drawing/2014/main" id="{5458B699-9CDF-289B-6EB5-E43F752BBBA4}"/>
              </a:ext>
            </a:extLst>
          </p:cNvPr>
          <p:cNvSpPr/>
          <p:nvPr/>
        </p:nvSpPr>
        <p:spPr>
          <a:xfrm>
            <a:off x="5789615" y="6298607"/>
            <a:ext cx="1305686" cy="375360"/>
          </a:xfrm>
          <a:prstGeom prst="roundRect">
            <a:avLst/>
          </a:prstGeom>
          <a:solidFill>
            <a:schemeClr val="accent2">
              <a:lumMod val="60000"/>
              <a:lumOff val="4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Cross</a:t>
            </a:r>
            <a:r>
              <a:rPr lang="zh-CN" altLang="en-US" sz="1400">
                <a:ln w="0"/>
                <a:solidFill>
                  <a:schemeClr val="tx1"/>
                </a:solidFill>
                <a:effectLst>
                  <a:outerShdw blurRad="38100" dist="19050" dir="2700000" algn="tl" rotWithShape="0">
                    <a:schemeClr val="dk1">
                      <a:alpha val="40000"/>
                    </a:schemeClr>
                  </a:outerShdw>
                </a:effectLst>
              </a:rPr>
              <a:t> </a:t>
            </a:r>
            <a:r>
              <a:rPr lang="en-US" sz="1400" dirty="0">
                <a:ln w="0"/>
                <a:solidFill>
                  <a:schemeClr val="tx1"/>
                </a:solidFill>
                <a:effectLst>
                  <a:outerShdw blurRad="38100" dist="19050" dir="2700000" algn="tl" rotWithShape="0">
                    <a:schemeClr val="dk1">
                      <a:alpha val="40000"/>
                    </a:schemeClr>
                  </a:outerShdw>
                </a:effectLst>
              </a:rPr>
              <a:t>agent</a:t>
            </a:r>
            <a:r>
              <a:rPr lang="zh-CN" altLang="en-US" sz="1400">
                <a:ln w="0"/>
                <a:solidFill>
                  <a:schemeClr val="tx1"/>
                </a:solidFill>
                <a:effectLst>
                  <a:outerShdw blurRad="38100" dist="19050" dir="2700000" algn="tl" rotWithShape="0">
                    <a:schemeClr val="dk1">
                      <a:alpha val="40000"/>
                    </a:schemeClr>
                  </a:outerShdw>
                </a:effectLst>
              </a:rPr>
              <a:t> </a:t>
            </a:r>
            <a:r>
              <a:rPr lang="en-US" altLang="zh-CN" sz="1400" dirty="0">
                <a:ln w="0"/>
                <a:solidFill>
                  <a:schemeClr val="tx1"/>
                </a:solidFill>
                <a:effectLst>
                  <a:outerShdw blurRad="38100" dist="19050" dir="2700000" algn="tl" rotWithShape="0">
                    <a:schemeClr val="dk1">
                      <a:alpha val="40000"/>
                    </a:schemeClr>
                  </a:outerShdw>
                </a:effectLst>
              </a:rPr>
              <a:t>verifier</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34" name="Rounded Rectangle 33">
            <a:extLst>
              <a:ext uri="{FF2B5EF4-FFF2-40B4-BE49-F238E27FC236}">
                <a16:creationId xmlns:a16="http://schemas.microsoft.com/office/drawing/2014/main" id="{F69563CC-7319-BEDC-7157-25C0A00235A5}"/>
              </a:ext>
            </a:extLst>
          </p:cNvPr>
          <p:cNvSpPr/>
          <p:nvPr/>
        </p:nvSpPr>
        <p:spPr>
          <a:xfrm>
            <a:off x="5843890" y="6954916"/>
            <a:ext cx="1242914" cy="539704"/>
          </a:xfrm>
          <a:prstGeom prst="roundRect">
            <a:avLst/>
          </a:prstGeom>
          <a:solidFill>
            <a:srgbClr val="EFA6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Reflector</a:t>
            </a:r>
          </a:p>
          <a:p>
            <a:pPr algn="ctr"/>
            <a:r>
              <a:rPr lang="en-US" sz="1400" dirty="0">
                <a:ln w="0"/>
                <a:solidFill>
                  <a:schemeClr val="tx1"/>
                </a:solidFill>
                <a:effectLst>
                  <a:outerShdw blurRad="38100" dist="19050" dir="2700000" algn="tl" rotWithShape="0">
                    <a:schemeClr val="dk1">
                      <a:alpha val="40000"/>
                    </a:schemeClr>
                  </a:outerShdw>
                </a:effectLst>
              </a:rPr>
              <a:t>agent</a:t>
            </a:r>
          </a:p>
        </p:txBody>
      </p:sp>
      <p:sp>
        <p:nvSpPr>
          <p:cNvPr id="35" name="Rounded Rectangle 34">
            <a:extLst>
              <a:ext uri="{FF2B5EF4-FFF2-40B4-BE49-F238E27FC236}">
                <a16:creationId xmlns:a16="http://schemas.microsoft.com/office/drawing/2014/main" id="{71E1CA04-6A91-C726-26D9-22053E357C0F}"/>
              </a:ext>
            </a:extLst>
          </p:cNvPr>
          <p:cNvSpPr/>
          <p:nvPr/>
        </p:nvSpPr>
        <p:spPr>
          <a:xfrm>
            <a:off x="8927785" y="1568122"/>
            <a:ext cx="1637010" cy="47091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Output result</a:t>
            </a:r>
            <a:endParaRPr lang="en-US" sz="1680" dirty="0"/>
          </a:p>
        </p:txBody>
      </p:sp>
      <p:sp>
        <p:nvSpPr>
          <p:cNvPr id="37" name="Rounded Rectangle 36">
            <a:extLst>
              <a:ext uri="{FF2B5EF4-FFF2-40B4-BE49-F238E27FC236}">
                <a16:creationId xmlns:a16="http://schemas.microsoft.com/office/drawing/2014/main" id="{A1DE737D-7BDF-1004-9D2A-063A6E4F545F}"/>
              </a:ext>
            </a:extLst>
          </p:cNvPr>
          <p:cNvSpPr/>
          <p:nvPr/>
        </p:nvSpPr>
        <p:spPr>
          <a:xfrm rot="16200000">
            <a:off x="9939593" y="3645350"/>
            <a:ext cx="2279749" cy="512390"/>
          </a:xfrm>
          <a:prstGeom prst="roundRect">
            <a:avLst/>
          </a:prstGeom>
          <a:solidFill>
            <a:srgbClr val="A2C2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Run-store MCP server</a:t>
            </a:r>
          </a:p>
        </p:txBody>
      </p:sp>
      <p:sp>
        <p:nvSpPr>
          <p:cNvPr id="38" name="Rounded Rectangle 37">
            <a:extLst>
              <a:ext uri="{FF2B5EF4-FFF2-40B4-BE49-F238E27FC236}">
                <a16:creationId xmlns:a16="http://schemas.microsoft.com/office/drawing/2014/main" id="{210F0F0E-3406-536C-99CF-748B6D90BC64}"/>
              </a:ext>
            </a:extLst>
          </p:cNvPr>
          <p:cNvSpPr/>
          <p:nvPr/>
        </p:nvSpPr>
        <p:spPr>
          <a:xfrm rot="16200000">
            <a:off x="9868816" y="6002239"/>
            <a:ext cx="2434029" cy="512390"/>
          </a:xfrm>
          <a:prstGeom prst="roundRect">
            <a:avLst/>
          </a:prstGeom>
          <a:solidFill>
            <a:srgbClr val="EEBB7C"/>
          </a:solidFill>
          <a:ln>
            <a:solidFill>
              <a:schemeClr val="accent1">
                <a:shade val="15000"/>
                <a:alpha val="5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Rules-memory MCP server</a:t>
            </a:r>
          </a:p>
        </p:txBody>
      </p:sp>
      <p:cxnSp>
        <p:nvCxnSpPr>
          <p:cNvPr id="40" name="Straight Arrow Connector 39">
            <a:extLst>
              <a:ext uri="{FF2B5EF4-FFF2-40B4-BE49-F238E27FC236}">
                <a16:creationId xmlns:a16="http://schemas.microsoft.com/office/drawing/2014/main" id="{507A8409-7B06-B549-ED09-78402C1892EB}"/>
              </a:ext>
            </a:extLst>
          </p:cNvPr>
          <p:cNvCxnSpPr>
            <a:cxnSpLocks/>
            <a:stCxn id="3" idx="3"/>
            <a:endCxn id="4" idx="1"/>
          </p:cNvCxnSpPr>
          <p:nvPr/>
        </p:nvCxnSpPr>
        <p:spPr>
          <a:xfrm>
            <a:off x="1663420" y="1793852"/>
            <a:ext cx="2992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9CC7AAEF-00CF-50A6-0F84-F5ABEFAD9AFF}"/>
              </a:ext>
            </a:extLst>
          </p:cNvPr>
          <p:cNvCxnSpPr>
            <a:cxnSpLocks/>
            <a:stCxn id="4" idx="3"/>
            <a:endCxn id="5" idx="1"/>
          </p:cNvCxnSpPr>
          <p:nvPr/>
        </p:nvCxnSpPr>
        <p:spPr>
          <a:xfrm>
            <a:off x="3556469" y="1793852"/>
            <a:ext cx="1536296" cy="97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4214105B-BF13-F5BA-1805-A6E5F969F89C}"/>
              </a:ext>
            </a:extLst>
          </p:cNvPr>
          <p:cNvCxnSpPr>
            <a:cxnSpLocks/>
            <a:stCxn id="5" idx="3"/>
            <a:endCxn id="35" idx="1"/>
          </p:cNvCxnSpPr>
          <p:nvPr/>
        </p:nvCxnSpPr>
        <p:spPr>
          <a:xfrm flipV="1">
            <a:off x="8132616" y="1803579"/>
            <a:ext cx="795169" cy="3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47" name="Down Arrow 46">
            <a:extLst>
              <a:ext uri="{FF2B5EF4-FFF2-40B4-BE49-F238E27FC236}">
                <a16:creationId xmlns:a16="http://schemas.microsoft.com/office/drawing/2014/main" id="{08AB3626-241C-6511-4A1F-637D79C6DD50}"/>
              </a:ext>
            </a:extLst>
          </p:cNvPr>
          <p:cNvSpPr/>
          <p:nvPr/>
        </p:nvSpPr>
        <p:spPr>
          <a:xfrm>
            <a:off x="6465348" y="2225629"/>
            <a:ext cx="188733" cy="2297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56" name="Rounded Rectangle 55">
            <a:extLst>
              <a:ext uri="{FF2B5EF4-FFF2-40B4-BE49-F238E27FC236}">
                <a16:creationId xmlns:a16="http://schemas.microsoft.com/office/drawing/2014/main" id="{DB676E24-D71C-DE21-9F07-1B4011FF6473}"/>
              </a:ext>
            </a:extLst>
          </p:cNvPr>
          <p:cNvSpPr/>
          <p:nvPr/>
        </p:nvSpPr>
        <p:spPr>
          <a:xfrm>
            <a:off x="5815217" y="2526570"/>
            <a:ext cx="1429133" cy="262158"/>
          </a:xfrm>
          <a:prstGeom prst="roundRect">
            <a:avLst/>
          </a:prstGeom>
          <a:solidFill>
            <a:schemeClr val="accent6">
              <a:lumMod val="60000"/>
              <a:lumOff val="4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preprocess</a:t>
            </a:r>
          </a:p>
        </p:txBody>
      </p:sp>
      <p:cxnSp>
        <p:nvCxnSpPr>
          <p:cNvPr id="65" name="Straight Arrow Connector 64">
            <a:extLst>
              <a:ext uri="{FF2B5EF4-FFF2-40B4-BE49-F238E27FC236}">
                <a16:creationId xmlns:a16="http://schemas.microsoft.com/office/drawing/2014/main" id="{B4BB8A96-6749-ABAF-B0B8-341F9DDE3D76}"/>
              </a:ext>
            </a:extLst>
          </p:cNvPr>
          <p:cNvCxnSpPr>
            <a:cxnSpLocks/>
            <a:stCxn id="56" idx="2"/>
            <a:endCxn id="24" idx="0"/>
          </p:cNvCxnSpPr>
          <p:nvPr/>
        </p:nvCxnSpPr>
        <p:spPr>
          <a:xfrm>
            <a:off x="6529783" y="2788728"/>
            <a:ext cx="0" cy="1206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F43FBCA6-CE0F-AC65-8EF7-A7144F5041D0}"/>
              </a:ext>
            </a:extLst>
          </p:cNvPr>
          <p:cNvCxnSpPr>
            <a:cxnSpLocks/>
            <a:endCxn id="99" idx="0"/>
          </p:cNvCxnSpPr>
          <p:nvPr/>
        </p:nvCxnSpPr>
        <p:spPr>
          <a:xfrm>
            <a:off x="6436219" y="5916462"/>
            <a:ext cx="5009" cy="304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42DDE395-AB02-F636-AC2B-C21F8E211E95}"/>
              </a:ext>
            </a:extLst>
          </p:cNvPr>
          <p:cNvCxnSpPr>
            <a:cxnSpLocks/>
            <a:stCxn id="33" idx="2"/>
            <a:endCxn id="34" idx="0"/>
          </p:cNvCxnSpPr>
          <p:nvPr/>
        </p:nvCxnSpPr>
        <p:spPr>
          <a:xfrm>
            <a:off x="6442459" y="6673967"/>
            <a:ext cx="22889" cy="2809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8" name="Rounded Rectangle 77">
            <a:extLst>
              <a:ext uri="{FF2B5EF4-FFF2-40B4-BE49-F238E27FC236}">
                <a16:creationId xmlns:a16="http://schemas.microsoft.com/office/drawing/2014/main" id="{7F6E4004-75F2-219E-37A8-1F034F880635}"/>
              </a:ext>
            </a:extLst>
          </p:cNvPr>
          <p:cNvSpPr/>
          <p:nvPr/>
        </p:nvSpPr>
        <p:spPr>
          <a:xfrm>
            <a:off x="2807736" y="2465415"/>
            <a:ext cx="7143199" cy="5214737"/>
          </a:xfrm>
          <a:prstGeom prst="roundRect">
            <a:avLst>
              <a:gd name="adj" fmla="val 13377"/>
            </a:avLst>
          </a:prstGeom>
          <a:no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99" name="Rounded Rectangle 98">
            <a:extLst>
              <a:ext uri="{FF2B5EF4-FFF2-40B4-BE49-F238E27FC236}">
                <a16:creationId xmlns:a16="http://schemas.microsoft.com/office/drawing/2014/main" id="{85F6700C-6CA1-106B-93D8-7931DF09C6FF}"/>
              </a:ext>
            </a:extLst>
          </p:cNvPr>
          <p:cNvSpPr/>
          <p:nvPr/>
        </p:nvSpPr>
        <p:spPr>
          <a:xfrm>
            <a:off x="3517332" y="6220858"/>
            <a:ext cx="5847792" cy="1290654"/>
          </a:xfrm>
          <a:prstGeom prst="roundRect">
            <a:avLst/>
          </a:prstGeom>
          <a:noFill/>
          <a:ln>
            <a:solidFill>
              <a:schemeClr val="tx1"/>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100" name="Rounded Rectangle 99">
            <a:extLst>
              <a:ext uri="{FF2B5EF4-FFF2-40B4-BE49-F238E27FC236}">
                <a16:creationId xmlns:a16="http://schemas.microsoft.com/office/drawing/2014/main" id="{FC47FDA0-FEFD-AAF3-E473-D07994095D08}"/>
              </a:ext>
            </a:extLst>
          </p:cNvPr>
          <p:cNvSpPr/>
          <p:nvPr/>
        </p:nvSpPr>
        <p:spPr>
          <a:xfrm>
            <a:off x="2971254" y="6127599"/>
            <a:ext cx="1718074" cy="407172"/>
          </a:xfrm>
          <a:prstGeom prst="roundRect">
            <a:avLst/>
          </a:prstGeom>
          <a:solidFill>
            <a:srgbClr val="FFABC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Verification &amp; reflection</a:t>
            </a:r>
            <a:r>
              <a:rPr lang="zh-CN" altLang="en-US" sz="1400" dirty="0">
                <a:ln w="0"/>
                <a:solidFill>
                  <a:schemeClr val="tx1"/>
                </a:solidFill>
                <a:effectLst>
                  <a:outerShdw blurRad="38100" dist="19050" dir="2700000" algn="tl" rotWithShape="0">
                    <a:schemeClr val="dk1">
                      <a:alpha val="40000"/>
                    </a:schemeClr>
                  </a:outerShdw>
                </a:effectLst>
              </a:rPr>
              <a:t> </a:t>
            </a:r>
            <a:r>
              <a:rPr lang="en-US" altLang="zh-CN" sz="1400" dirty="0">
                <a:ln w="0"/>
                <a:solidFill>
                  <a:schemeClr val="tx1"/>
                </a:solidFill>
                <a:effectLst>
                  <a:outerShdw blurRad="38100" dist="19050" dir="2700000" algn="tl" rotWithShape="0">
                    <a:schemeClr val="dk1">
                      <a:alpha val="40000"/>
                    </a:schemeClr>
                  </a:outerShdw>
                </a:effectLst>
              </a:rPr>
              <a:t>agents</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16" name="Rounded Rectangle 15">
            <a:extLst>
              <a:ext uri="{FF2B5EF4-FFF2-40B4-BE49-F238E27FC236}">
                <a16:creationId xmlns:a16="http://schemas.microsoft.com/office/drawing/2014/main" id="{3CE86B78-6477-754C-C666-C6D3EB6EB688}"/>
              </a:ext>
            </a:extLst>
          </p:cNvPr>
          <p:cNvSpPr/>
          <p:nvPr/>
        </p:nvSpPr>
        <p:spPr>
          <a:xfrm>
            <a:off x="3792603" y="4077210"/>
            <a:ext cx="1107918" cy="475258"/>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69" dirty="0">
                <a:ln w="0"/>
                <a:solidFill>
                  <a:schemeClr val="tx1"/>
                </a:solidFill>
                <a:effectLst>
                  <a:outerShdw blurRad="38100" dist="19050" dir="2700000" algn="tl" rotWithShape="0">
                    <a:schemeClr val="dk1">
                      <a:alpha val="40000"/>
                    </a:schemeClr>
                  </a:outerShdw>
                </a:effectLst>
              </a:rPr>
              <a:t>Verification agent</a:t>
            </a:r>
          </a:p>
        </p:txBody>
      </p:sp>
      <p:sp>
        <p:nvSpPr>
          <p:cNvPr id="18" name="Rounded Rectangle 17">
            <a:extLst>
              <a:ext uri="{FF2B5EF4-FFF2-40B4-BE49-F238E27FC236}">
                <a16:creationId xmlns:a16="http://schemas.microsoft.com/office/drawing/2014/main" id="{47EB2199-DADA-2AA2-019C-E1439920998D}"/>
              </a:ext>
            </a:extLst>
          </p:cNvPr>
          <p:cNvSpPr/>
          <p:nvPr/>
        </p:nvSpPr>
        <p:spPr>
          <a:xfrm>
            <a:off x="5602517" y="3625193"/>
            <a:ext cx="1826518" cy="326325"/>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69" dirty="0">
                <a:ln w="0"/>
                <a:solidFill>
                  <a:schemeClr val="tx1"/>
                </a:solidFill>
                <a:effectLst>
                  <a:outerShdw blurRad="38100" dist="19050" dir="2700000" algn="tl" rotWithShape="0">
                    <a:schemeClr val="dk1">
                      <a:alpha val="40000"/>
                    </a:schemeClr>
                  </a:outerShdw>
                </a:effectLst>
              </a:rPr>
              <a:t>Verification agent</a:t>
            </a:r>
          </a:p>
        </p:txBody>
      </p:sp>
      <p:sp>
        <p:nvSpPr>
          <p:cNvPr id="19" name="Rounded Rectangle 18">
            <a:extLst>
              <a:ext uri="{FF2B5EF4-FFF2-40B4-BE49-F238E27FC236}">
                <a16:creationId xmlns:a16="http://schemas.microsoft.com/office/drawing/2014/main" id="{069CF518-4953-D3B5-8AFB-0E2169538C84}"/>
              </a:ext>
            </a:extLst>
          </p:cNvPr>
          <p:cNvSpPr/>
          <p:nvPr/>
        </p:nvSpPr>
        <p:spPr>
          <a:xfrm>
            <a:off x="5617758" y="4572833"/>
            <a:ext cx="1826518" cy="326325"/>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69" dirty="0">
                <a:ln w="0"/>
                <a:solidFill>
                  <a:schemeClr val="tx1"/>
                </a:solidFill>
                <a:effectLst>
                  <a:outerShdw blurRad="38100" dist="19050" dir="2700000" algn="tl" rotWithShape="0">
                    <a:schemeClr val="dk1">
                      <a:alpha val="40000"/>
                    </a:schemeClr>
                  </a:outerShdw>
                </a:effectLst>
              </a:rPr>
              <a:t>Verification agent</a:t>
            </a:r>
          </a:p>
        </p:txBody>
      </p:sp>
      <p:cxnSp>
        <p:nvCxnSpPr>
          <p:cNvPr id="29" name="Elbow Connector 28">
            <a:extLst>
              <a:ext uri="{FF2B5EF4-FFF2-40B4-BE49-F238E27FC236}">
                <a16:creationId xmlns:a16="http://schemas.microsoft.com/office/drawing/2014/main" id="{3D032F35-8E47-56D6-D8CF-8D7F337FE715}"/>
              </a:ext>
            </a:extLst>
          </p:cNvPr>
          <p:cNvCxnSpPr>
            <a:cxnSpLocks/>
            <a:stCxn id="16" idx="3"/>
            <a:endCxn id="10" idx="0"/>
          </p:cNvCxnSpPr>
          <p:nvPr/>
        </p:nvCxnSpPr>
        <p:spPr>
          <a:xfrm flipH="1" flipV="1">
            <a:off x="4346563" y="3331793"/>
            <a:ext cx="553958" cy="983046"/>
          </a:xfrm>
          <a:prstGeom prst="bentConnector4">
            <a:avLst>
              <a:gd name="adj1" fmla="val -57774"/>
              <a:gd name="adj2" fmla="val 123254"/>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cxnSp>
        <p:nvCxnSpPr>
          <p:cNvPr id="39" name="Elbow Connector 38">
            <a:extLst>
              <a:ext uri="{FF2B5EF4-FFF2-40B4-BE49-F238E27FC236}">
                <a16:creationId xmlns:a16="http://schemas.microsoft.com/office/drawing/2014/main" id="{88635DE7-AE0D-DFC0-6633-FD0FB1968017}"/>
              </a:ext>
            </a:extLst>
          </p:cNvPr>
          <p:cNvCxnSpPr>
            <a:cxnSpLocks/>
            <a:stCxn id="18" idx="3"/>
            <a:endCxn id="8" idx="0"/>
          </p:cNvCxnSpPr>
          <p:nvPr/>
        </p:nvCxnSpPr>
        <p:spPr>
          <a:xfrm flipH="1" flipV="1">
            <a:off x="6515778" y="3205087"/>
            <a:ext cx="913258" cy="583269"/>
          </a:xfrm>
          <a:prstGeom prst="bentConnector4">
            <a:avLst>
              <a:gd name="adj1" fmla="val -35044"/>
              <a:gd name="adj2" fmla="val 125455"/>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cxnSp>
        <p:nvCxnSpPr>
          <p:cNvPr id="46" name="Elbow Connector 45">
            <a:extLst>
              <a:ext uri="{FF2B5EF4-FFF2-40B4-BE49-F238E27FC236}">
                <a16:creationId xmlns:a16="http://schemas.microsoft.com/office/drawing/2014/main" id="{41C1307E-F2CE-3568-79AE-367CA7F9AFC8}"/>
              </a:ext>
            </a:extLst>
          </p:cNvPr>
          <p:cNvCxnSpPr>
            <a:cxnSpLocks/>
            <a:stCxn id="19" idx="3"/>
            <a:endCxn id="11" idx="0"/>
          </p:cNvCxnSpPr>
          <p:nvPr/>
        </p:nvCxnSpPr>
        <p:spPr>
          <a:xfrm flipH="1" flipV="1">
            <a:off x="6531017" y="4144837"/>
            <a:ext cx="913259" cy="591158"/>
          </a:xfrm>
          <a:prstGeom prst="bentConnector4">
            <a:avLst>
              <a:gd name="adj1" fmla="val -35044"/>
              <a:gd name="adj2" fmla="val 122883"/>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sp>
        <p:nvSpPr>
          <p:cNvPr id="58" name="Rounded Rectangle 57">
            <a:extLst>
              <a:ext uri="{FF2B5EF4-FFF2-40B4-BE49-F238E27FC236}">
                <a16:creationId xmlns:a16="http://schemas.microsoft.com/office/drawing/2014/main" id="{F319DBEE-5A7C-BCB5-CB18-E187F8B03D6D}"/>
              </a:ext>
            </a:extLst>
          </p:cNvPr>
          <p:cNvSpPr/>
          <p:nvPr/>
        </p:nvSpPr>
        <p:spPr>
          <a:xfrm>
            <a:off x="8013447" y="4186439"/>
            <a:ext cx="1229442" cy="475258"/>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69" dirty="0">
                <a:ln w="0"/>
                <a:solidFill>
                  <a:schemeClr val="tx1"/>
                </a:solidFill>
                <a:effectLst>
                  <a:outerShdw blurRad="38100" dist="19050" dir="2700000" algn="tl" rotWithShape="0">
                    <a:schemeClr val="dk1">
                      <a:alpha val="40000"/>
                    </a:schemeClr>
                  </a:outerShdw>
                </a:effectLst>
              </a:rPr>
              <a:t>Verification agent</a:t>
            </a:r>
          </a:p>
        </p:txBody>
      </p:sp>
      <p:cxnSp>
        <p:nvCxnSpPr>
          <p:cNvPr id="61" name="Elbow Connector 60">
            <a:extLst>
              <a:ext uri="{FF2B5EF4-FFF2-40B4-BE49-F238E27FC236}">
                <a16:creationId xmlns:a16="http://schemas.microsoft.com/office/drawing/2014/main" id="{C073EA95-0188-784A-6A86-EC18334CBC92}"/>
              </a:ext>
            </a:extLst>
          </p:cNvPr>
          <p:cNvCxnSpPr>
            <a:cxnSpLocks/>
            <a:stCxn id="58" idx="3"/>
            <a:endCxn id="9" idx="0"/>
          </p:cNvCxnSpPr>
          <p:nvPr/>
        </p:nvCxnSpPr>
        <p:spPr>
          <a:xfrm flipH="1" flipV="1">
            <a:off x="8632944" y="3205085"/>
            <a:ext cx="609945" cy="1218984"/>
          </a:xfrm>
          <a:prstGeom prst="bentConnector4">
            <a:avLst>
              <a:gd name="adj1" fmla="val -37325"/>
              <a:gd name="adj2" fmla="val 111098"/>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sp>
        <p:nvSpPr>
          <p:cNvPr id="68" name="Rounded Rectangle 67">
            <a:extLst>
              <a:ext uri="{FF2B5EF4-FFF2-40B4-BE49-F238E27FC236}">
                <a16:creationId xmlns:a16="http://schemas.microsoft.com/office/drawing/2014/main" id="{A4DC32A7-9FA4-7C6E-4752-FD1ED78C2DC3}"/>
              </a:ext>
            </a:extLst>
          </p:cNvPr>
          <p:cNvSpPr/>
          <p:nvPr/>
        </p:nvSpPr>
        <p:spPr>
          <a:xfrm>
            <a:off x="4406017" y="5499573"/>
            <a:ext cx="4534384" cy="326325"/>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69" dirty="0">
                <a:ln w="0"/>
                <a:solidFill>
                  <a:schemeClr val="tx1"/>
                </a:solidFill>
                <a:effectLst>
                  <a:outerShdw blurRad="38100" dist="19050" dir="2700000" algn="tl" rotWithShape="0">
                    <a:schemeClr val="dk1">
                      <a:alpha val="40000"/>
                    </a:schemeClr>
                  </a:outerShdw>
                </a:effectLst>
              </a:rPr>
              <a:t>Verification agent</a:t>
            </a:r>
          </a:p>
        </p:txBody>
      </p:sp>
      <p:cxnSp>
        <p:nvCxnSpPr>
          <p:cNvPr id="71" name="Elbow Connector 70">
            <a:extLst>
              <a:ext uri="{FF2B5EF4-FFF2-40B4-BE49-F238E27FC236}">
                <a16:creationId xmlns:a16="http://schemas.microsoft.com/office/drawing/2014/main" id="{529438DC-C9BB-9F23-6A27-2BBE785A3A41}"/>
              </a:ext>
            </a:extLst>
          </p:cNvPr>
          <p:cNvCxnSpPr>
            <a:cxnSpLocks/>
            <a:stCxn id="68" idx="3"/>
            <a:endCxn id="20" idx="0"/>
          </p:cNvCxnSpPr>
          <p:nvPr/>
        </p:nvCxnSpPr>
        <p:spPr>
          <a:xfrm flipH="1" flipV="1">
            <a:off x="6675714" y="5150884"/>
            <a:ext cx="2264688" cy="511851"/>
          </a:xfrm>
          <a:prstGeom prst="bentConnector4">
            <a:avLst>
              <a:gd name="adj1" fmla="val -14132"/>
              <a:gd name="adj2" fmla="val 131585"/>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sp>
        <p:nvSpPr>
          <p:cNvPr id="91" name="TextBox 90">
            <a:extLst>
              <a:ext uri="{FF2B5EF4-FFF2-40B4-BE49-F238E27FC236}">
                <a16:creationId xmlns:a16="http://schemas.microsoft.com/office/drawing/2014/main" id="{37725F83-567F-A907-604B-7A358CF85B60}"/>
              </a:ext>
            </a:extLst>
          </p:cNvPr>
          <p:cNvSpPr txBox="1"/>
          <p:nvPr/>
        </p:nvSpPr>
        <p:spPr>
          <a:xfrm>
            <a:off x="3498933" y="1501137"/>
            <a:ext cx="1899517" cy="523220"/>
          </a:xfrm>
          <a:prstGeom prst="rect">
            <a:avLst/>
          </a:prstGeom>
          <a:noFill/>
        </p:spPr>
        <p:txBody>
          <a:bodyPr wrap="square" rtlCol="0">
            <a:spAutoFit/>
          </a:bodyPr>
          <a:lstStyle/>
          <a:p>
            <a:r>
              <a:rPr lang="en-US" sz="1400" dirty="0"/>
              <a:t>Target USIDs, shutdown duration</a:t>
            </a:r>
          </a:p>
        </p:txBody>
      </p:sp>
      <p:sp>
        <p:nvSpPr>
          <p:cNvPr id="97" name="Rounded Rectangle 96">
            <a:extLst>
              <a:ext uri="{FF2B5EF4-FFF2-40B4-BE49-F238E27FC236}">
                <a16:creationId xmlns:a16="http://schemas.microsoft.com/office/drawing/2014/main" id="{A630EC98-731C-9AC9-0D87-FEB621D84BB8}"/>
              </a:ext>
            </a:extLst>
          </p:cNvPr>
          <p:cNvSpPr/>
          <p:nvPr/>
        </p:nvSpPr>
        <p:spPr>
          <a:xfrm rot="16200000">
            <a:off x="-637486" y="4642962"/>
            <a:ext cx="2279749" cy="51239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Skills library</a:t>
            </a:r>
          </a:p>
        </p:txBody>
      </p:sp>
      <p:pic>
        <p:nvPicPr>
          <p:cNvPr id="2050" name="Picture 2" descr="Colourful database icon trio">
            <a:extLst>
              <a:ext uri="{FF2B5EF4-FFF2-40B4-BE49-F238E27FC236}">
                <a16:creationId xmlns:a16="http://schemas.microsoft.com/office/drawing/2014/main" id="{B300530C-0582-6ADE-483A-E4B551F0735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102" b="19669"/>
          <a:stretch>
            <a:fillRect/>
          </a:stretch>
        </p:blipFill>
        <p:spPr bwMode="auto">
          <a:xfrm>
            <a:off x="11837859" y="4678010"/>
            <a:ext cx="846677" cy="726816"/>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4" descr="Generated image: Black arrows forming a continuous loop">
            <a:extLst>
              <a:ext uri="{FF2B5EF4-FFF2-40B4-BE49-F238E27FC236}">
                <a16:creationId xmlns:a16="http://schemas.microsoft.com/office/drawing/2014/main" id="{87B1F11D-8DA8-4C2E-803C-EF118A631AA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064" b="13703"/>
          <a:stretch>
            <a:fillRect/>
          </a:stretch>
        </p:blipFill>
        <p:spPr bwMode="auto">
          <a:xfrm>
            <a:off x="9990257" y="4612427"/>
            <a:ext cx="733023" cy="573461"/>
          </a:xfrm>
          <a:prstGeom prst="rect">
            <a:avLst/>
          </a:prstGeom>
          <a:noFill/>
          <a:extLst>
            <a:ext uri="{909E8E84-426E-40DD-AFC4-6F175D3DCCD1}">
              <a14:hiddenFill xmlns:a14="http://schemas.microsoft.com/office/drawing/2010/main">
                <a:solidFill>
                  <a:srgbClr val="FFFFFF"/>
                </a:solidFill>
              </a14:hiddenFill>
            </a:ext>
          </a:extLst>
        </p:spPr>
      </p:pic>
      <p:cxnSp>
        <p:nvCxnSpPr>
          <p:cNvPr id="106" name="Straight Arrow Connector 105">
            <a:extLst>
              <a:ext uri="{FF2B5EF4-FFF2-40B4-BE49-F238E27FC236}">
                <a16:creationId xmlns:a16="http://schemas.microsoft.com/office/drawing/2014/main" id="{892309E7-2CAB-9B03-705A-CFBAF97F9ED6}"/>
              </a:ext>
            </a:extLst>
          </p:cNvPr>
          <p:cNvCxnSpPr>
            <a:cxnSpLocks/>
            <a:endCxn id="2050" idx="1"/>
          </p:cNvCxnSpPr>
          <p:nvPr/>
        </p:nvCxnSpPr>
        <p:spPr>
          <a:xfrm>
            <a:off x="11404426" y="5041418"/>
            <a:ext cx="433432"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09" name="Straight Arrow Connector 108">
            <a:extLst>
              <a:ext uri="{FF2B5EF4-FFF2-40B4-BE49-F238E27FC236}">
                <a16:creationId xmlns:a16="http://schemas.microsoft.com/office/drawing/2014/main" id="{E7845AE6-29FF-A2A5-5CAB-E6F7858E2BD5}"/>
              </a:ext>
            </a:extLst>
          </p:cNvPr>
          <p:cNvCxnSpPr>
            <a:cxnSpLocks/>
          </p:cNvCxnSpPr>
          <p:nvPr/>
        </p:nvCxnSpPr>
        <p:spPr>
          <a:xfrm>
            <a:off x="805948" y="4905208"/>
            <a:ext cx="200178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B143E1C4-151E-C23A-7AEC-8B3F1E543666}"/>
              </a:ext>
            </a:extLst>
          </p:cNvPr>
          <p:cNvSpPr txBox="1"/>
          <p:nvPr/>
        </p:nvSpPr>
        <p:spPr>
          <a:xfrm>
            <a:off x="725921" y="4339001"/>
            <a:ext cx="2220005" cy="523220"/>
          </a:xfrm>
          <a:prstGeom prst="rect">
            <a:avLst/>
          </a:prstGeom>
          <a:noFill/>
        </p:spPr>
        <p:txBody>
          <a:bodyPr wrap="square">
            <a:spAutoFit/>
          </a:bodyPr>
          <a:lstStyle/>
          <a:p>
            <a:r>
              <a:rPr lang="en-US" sz="1400" i="1" dirty="0"/>
              <a:t>Per-agent </a:t>
            </a:r>
            <a:r>
              <a:rPr lang="en-US" sz="1400" b="1" i="1" dirty="0"/>
              <a:t>skill file</a:t>
            </a:r>
            <a:r>
              <a:rPr lang="en-US" sz="1400" b="1" dirty="0"/>
              <a:t> </a:t>
            </a:r>
            <a:r>
              <a:rPr lang="en-US" sz="1400" i="1" dirty="0"/>
              <a:t>Injected by harness</a:t>
            </a:r>
            <a:r>
              <a:rPr lang="zh-CN" altLang="en-US" sz="1400" i="1" dirty="0"/>
              <a:t> </a:t>
            </a:r>
            <a:r>
              <a:rPr lang="en-US" altLang="zh-CN" sz="1400" i="1" dirty="0"/>
              <a:t>to each agent</a:t>
            </a:r>
            <a:endParaRPr lang="en-US" sz="1400" dirty="0"/>
          </a:p>
        </p:txBody>
      </p:sp>
    </p:spTree>
    <p:extLst>
      <p:ext uri="{BB962C8B-B14F-4D97-AF65-F5344CB8AC3E}">
        <p14:creationId xmlns:p14="http://schemas.microsoft.com/office/powerpoint/2010/main" val="1785315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87C6D-7ED1-C4B7-06CA-39A50EBD357A}"/>
            </a:ext>
          </a:extLst>
        </p:cNvPr>
        <p:cNvGrpSpPr/>
        <p:nvPr/>
      </p:nvGrpSpPr>
      <p:grpSpPr>
        <a:xfrm>
          <a:off x="0" y="0"/>
          <a:ext cx="0" cy="0"/>
          <a:chOff x="0" y="0"/>
          <a:chExt cx="0" cy="0"/>
        </a:xfrm>
      </p:grpSpPr>
      <p:sp>
        <p:nvSpPr>
          <p:cNvPr id="85" name="Shape 0">
            <a:extLst>
              <a:ext uri="{FF2B5EF4-FFF2-40B4-BE49-F238E27FC236}">
                <a16:creationId xmlns:a16="http://schemas.microsoft.com/office/drawing/2014/main" id="{215E13FA-08FC-5DA8-7EF2-BEB982431599}"/>
              </a:ext>
            </a:extLst>
          </p:cNvPr>
          <p:cNvSpPr/>
          <p:nvPr/>
        </p:nvSpPr>
        <p:spPr>
          <a:xfrm>
            <a:off x="0" y="46695"/>
            <a:ext cx="12801600" cy="677464"/>
          </a:xfrm>
          <a:prstGeom prst="rect">
            <a:avLst/>
          </a:prstGeom>
          <a:solidFill>
            <a:srgbClr val="1A5F64"/>
          </a:solidFill>
          <a:ln w="12700">
            <a:solidFill>
              <a:srgbClr val="1A5F64"/>
            </a:solidFill>
            <a:prstDash val="solid"/>
          </a:ln>
        </p:spPr>
        <p:txBody>
          <a:bodyPr/>
          <a:lstStyle/>
          <a:p>
            <a:endParaRPr lang="en-US" sz="2519" dirty="0"/>
          </a:p>
        </p:txBody>
      </p:sp>
      <p:sp>
        <p:nvSpPr>
          <p:cNvPr id="86" name="Text 1">
            <a:extLst>
              <a:ext uri="{FF2B5EF4-FFF2-40B4-BE49-F238E27FC236}">
                <a16:creationId xmlns:a16="http://schemas.microsoft.com/office/drawing/2014/main" id="{8E53C2DE-BA6A-2AAB-6552-0E791FF1FECB}"/>
              </a:ext>
            </a:extLst>
          </p:cNvPr>
          <p:cNvSpPr/>
          <p:nvPr/>
        </p:nvSpPr>
        <p:spPr>
          <a:xfrm>
            <a:off x="448056" y="149107"/>
            <a:ext cx="11905488" cy="614477"/>
          </a:xfrm>
          <a:prstGeom prst="rect">
            <a:avLst/>
          </a:prstGeom>
          <a:noFill/>
          <a:ln/>
        </p:spPr>
        <p:txBody>
          <a:bodyPr wrap="square" lIns="0" tIns="0" rIns="0" bIns="0" rtlCol="0" anchor="ctr"/>
          <a:lstStyle/>
          <a:p>
            <a:r>
              <a:rPr lang="en-US" sz="2800" b="1" dirty="0">
                <a:solidFill>
                  <a:srgbClr val="FFFFFF"/>
                </a:solidFill>
                <a:latin typeface="Calibri" pitchFamily="34" charset="0"/>
                <a:cs typeface="Calibri" pitchFamily="34" charset="-120"/>
              </a:rPr>
              <a:t>System design: </a:t>
            </a:r>
            <a:r>
              <a:rPr lang="en-US" altLang="zh-CN" sz="2800" b="1" dirty="0">
                <a:solidFill>
                  <a:srgbClr val="FFFFFF"/>
                </a:solidFill>
                <a:latin typeface="Calibri" pitchFamily="34" charset="0"/>
                <a:cs typeface="Calibri" pitchFamily="34" charset="-120"/>
              </a:rPr>
              <a:t>execute</a:t>
            </a:r>
            <a:r>
              <a:rPr lang="zh-CN" altLang="en-US" sz="2800" b="1" dirty="0">
                <a:solidFill>
                  <a:srgbClr val="FFFFFF"/>
                </a:solidFill>
                <a:latin typeface="Calibri" pitchFamily="34" charset="0"/>
                <a:cs typeface="Calibri" pitchFamily="34" charset="-120"/>
              </a:rPr>
              <a:t> </a:t>
            </a:r>
            <a:r>
              <a:rPr lang="en-US" sz="2800" b="1" dirty="0">
                <a:solidFill>
                  <a:srgbClr val="FFFFFF"/>
                </a:solidFill>
                <a:latin typeface="Calibri" pitchFamily="34" charset="0"/>
                <a:cs typeface="Calibri" pitchFamily="34" charset="-120"/>
              </a:rPr>
              <a:t>planner</a:t>
            </a:r>
            <a:r>
              <a:rPr lang="zh-CN" altLang="en-US" sz="2800" b="1" dirty="0">
                <a:solidFill>
                  <a:srgbClr val="FFFFFF"/>
                </a:solidFill>
                <a:latin typeface="Calibri" pitchFamily="34" charset="0"/>
                <a:cs typeface="Calibri" pitchFamily="34" charset="-120"/>
              </a:rPr>
              <a:t> </a:t>
            </a:r>
            <a:r>
              <a:rPr lang="en-US" altLang="zh-CN" sz="2800" b="1" dirty="0">
                <a:solidFill>
                  <a:srgbClr val="FFFFFF"/>
                </a:solidFill>
                <a:latin typeface="Calibri" pitchFamily="34" charset="0"/>
                <a:cs typeface="Calibri" pitchFamily="34" charset="-120"/>
              </a:rPr>
              <a:t>(demo mostly done)</a:t>
            </a:r>
            <a:endParaRPr lang="en-US" sz="2800" dirty="0"/>
          </a:p>
        </p:txBody>
      </p:sp>
      <p:sp>
        <p:nvSpPr>
          <p:cNvPr id="3" name="Rounded Rectangle 2">
            <a:extLst>
              <a:ext uri="{FF2B5EF4-FFF2-40B4-BE49-F238E27FC236}">
                <a16:creationId xmlns:a16="http://schemas.microsoft.com/office/drawing/2014/main" id="{3F7CD8DC-B185-6C7A-3A72-AF3DA843519F}"/>
              </a:ext>
            </a:extLst>
          </p:cNvPr>
          <p:cNvSpPr/>
          <p:nvPr/>
        </p:nvSpPr>
        <p:spPr>
          <a:xfrm>
            <a:off x="194777" y="1033059"/>
            <a:ext cx="1432045" cy="444802"/>
          </a:xfrm>
          <a:prstGeom prst="round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80" dirty="0">
                <a:ln w="0"/>
                <a:solidFill>
                  <a:schemeClr val="tx1"/>
                </a:solidFill>
                <a:effectLst>
                  <a:outerShdw blurRad="38100" dist="19050" dir="2700000" algn="tl" rotWithShape="0">
                    <a:schemeClr val="dk1">
                      <a:alpha val="40000"/>
                    </a:schemeClr>
                  </a:outerShdw>
                </a:effectLst>
              </a:rPr>
              <a:t>Input tickets</a:t>
            </a:r>
            <a:endParaRPr lang="en-US" sz="1680" dirty="0">
              <a:ln w="0"/>
              <a:solidFill>
                <a:schemeClr val="tx1"/>
              </a:solidFill>
              <a:effectLst>
                <a:outerShdw blurRad="38100" dist="19050" dir="2700000" algn="tl" rotWithShape="0">
                  <a:schemeClr val="dk1">
                    <a:alpha val="40000"/>
                  </a:schemeClr>
                </a:outerShdw>
              </a:effectLst>
            </a:endParaRPr>
          </a:p>
        </p:txBody>
      </p:sp>
      <p:sp>
        <p:nvSpPr>
          <p:cNvPr id="4" name="Rounded Rectangle 3">
            <a:extLst>
              <a:ext uri="{FF2B5EF4-FFF2-40B4-BE49-F238E27FC236}">
                <a16:creationId xmlns:a16="http://schemas.microsoft.com/office/drawing/2014/main" id="{922FC637-102E-6ED5-EF7B-AB498325E9D0}"/>
              </a:ext>
            </a:extLst>
          </p:cNvPr>
          <p:cNvSpPr/>
          <p:nvPr/>
        </p:nvSpPr>
        <p:spPr>
          <a:xfrm>
            <a:off x="1947822" y="1001919"/>
            <a:ext cx="1593831" cy="44480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80" dirty="0">
                <a:ln w="0"/>
                <a:solidFill>
                  <a:schemeClr val="tx1"/>
                </a:solidFill>
                <a:effectLst>
                  <a:outerShdw blurRad="38100" dist="19050" dir="2700000" algn="tl" rotWithShape="0">
                    <a:schemeClr val="dk1">
                      <a:alpha val="40000"/>
                    </a:schemeClr>
                  </a:outerShdw>
                </a:effectLst>
              </a:rPr>
              <a:t>Prompt parser</a:t>
            </a:r>
            <a:endParaRPr lang="en-US" sz="1680" dirty="0">
              <a:ln w="0"/>
              <a:solidFill>
                <a:schemeClr val="tx1"/>
              </a:solidFill>
              <a:effectLst>
                <a:outerShdw blurRad="38100" dist="19050" dir="2700000" algn="tl" rotWithShape="0">
                  <a:schemeClr val="dk1">
                    <a:alpha val="40000"/>
                  </a:schemeClr>
                </a:outerShdw>
              </a:effectLst>
            </a:endParaRPr>
          </a:p>
        </p:txBody>
      </p:sp>
      <p:sp>
        <p:nvSpPr>
          <p:cNvPr id="7" name="TextBox 6">
            <a:extLst>
              <a:ext uri="{FF2B5EF4-FFF2-40B4-BE49-F238E27FC236}">
                <a16:creationId xmlns:a16="http://schemas.microsoft.com/office/drawing/2014/main" id="{C0B88F32-AF06-5973-7F4B-F66E8706C57C}"/>
              </a:ext>
            </a:extLst>
          </p:cNvPr>
          <p:cNvSpPr txBox="1"/>
          <p:nvPr/>
        </p:nvSpPr>
        <p:spPr>
          <a:xfrm>
            <a:off x="5050228" y="1904397"/>
            <a:ext cx="3131349" cy="803297"/>
          </a:xfrm>
          <a:prstGeom prst="rect">
            <a:avLst/>
          </a:prstGeom>
          <a:noFill/>
        </p:spPr>
        <p:txBody>
          <a:bodyPr wrap="square" rtlCol="0">
            <a:spAutoFit/>
          </a:bodyPr>
          <a:lstStyle/>
          <a:p>
            <a:pPr algn="ctr"/>
            <a:r>
              <a:rPr lang="en-US" sz="1540" dirty="0">
                <a:ln w="0"/>
                <a:effectLst>
                  <a:outerShdw blurRad="38100" dist="19050" dir="2700000" algn="tl" rotWithShape="0">
                    <a:schemeClr val="dk1">
                      <a:alpha val="40000"/>
                    </a:schemeClr>
                  </a:outerShdw>
                </a:effectLst>
              </a:rPr>
              <a:t>Harness</a:t>
            </a:r>
          </a:p>
          <a:p>
            <a:pPr algn="ctr"/>
            <a:r>
              <a:rPr lang="en-US" sz="1540" dirty="0">
                <a:ln w="0"/>
                <a:effectLst>
                  <a:outerShdw blurRad="38100" dist="19050" dir="2700000" algn="tl" rotWithShape="0">
                    <a:schemeClr val="dk1">
                      <a:alpha val="40000"/>
                    </a:schemeClr>
                  </a:outerShdw>
                </a:effectLst>
              </a:rPr>
              <a:t>Orchestrate &amp; dispatch agents</a:t>
            </a:r>
            <a:r>
              <a:rPr lang="zh-CN" altLang="en-US" sz="1540" dirty="0">
                <a:ln w="0"/>
                <a:effectLst>
                  <a:outerShdw blurRad="38100" dist="19050" dir="2700000" algn="tl" rotWithShape="0">
                    <a:schemeClr val="dk1">
                      <a:alpha val="40000"/>
                    </a:schemeClr>
                  </a:outerShdw>
                </a:effectLst>
              </a:rPr>
              <a:t> </a:t>
            </a:r>
            <a:endParaRPr lang="en-US" altLang="zh-CN" sz="1540" dirty="0">
              <a:ln w="0"/>
              <a:effectLst>
                <a:outerShdw blurRad="38100" dist="19050" dir="2700000" algn="tl" rotWithShape="0">
                  <a:schemeClr val="dk1">
                    <a:alpha val="40000"/>
                  </a:schemeClr>
                </a:outerShdw>
              </a:effectLst>
            </a:endParaRPr>
          </a:p>
          <a:p>
            <a:pPr algn="ctr"/>
            <a:r>
              <a:rPr lang="en-US" sz="1540" dirty="0">
                <a:ln w="0"/>
                <a:effectLst>
                  <a:outerShdw blurRad="38100" dist="19050" dir="2700000" algn="tl" rotWithShape="0">
                    <a:schemeClr val="dk1">
                      <a:alpha val="40000"/>
                    </a:schemeClr>
                  </a:outerShdw>
                </a:effectLst>
              </a:rPr>
              <a:t>Enforce verification &amp; rerun logic </a:t>
            </a:r>
          </a:p>
        </p:txBody>
      </p:sp>
      <p:sp>
        <p:nvSpPr>
          <p:cNvPr id="8" name="Rounded Rectangle 7">
            <a:extLst>
              <a:ext uri="{FF2B5EF4-FFF2-40B4-BE49-F238E27FC236}">
                <a16:creationId xmlns:a16="http://schemas.microsoft.com/office/drawing/2014/main" id="{6DA6070A-0877-3B38-C905-B7376C4C0F62}"/>
              </a:ext>
            </a:extLst>
          </p:cNvPr>
          <p:cNvSpPr/>
          <p:nvPr/>
        </p:nvSpPr>
        <p:spPr>
          <a:xfrm>
            <a:off x="5623982" y="3588333"/>
            <a:ext cx="1826520" cy="413190"/>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Coverage &amp; load agent</a:t>
            </a:r>
            <a:endParaRPr lang="en-US" sz="1400" dirty="0"/>
          </a:p>
        </p:txBody>
      </p:sp>
      <p:sp>
        <p:nvSpPr>
          <p:cNvPr id="9" name="Rounded Rectangle 8">
            <a:extLst>
              <a:ext uri="{FF2B5EF4-FFF2-40B4-BE49-F238E27FC236}">
                <a16:creationId xmlns:a16="http://schemas.microsoft.com/office/drawing/2014/main" id="{E41AA86F-141B-0F4C-0674-70925B2DE270}"/>
              </a:ext>
            </a:extLst>
          </p:cNvPr>
          <p:cNvSpPr/>
          <p:nvPr/>
        </p:nvSpPr>
        <p:spPr>
          <a:xfrm>
            <a:off x="8044461" y="3588332"/>
            <a:ext cx="1219893" cy="977770"/>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Attribute analysis agent</a:t>
            </a:r>
            <a:endParaRPr lang="en-US" sz="1400" dirty="0"/>
          </a:p>
        </p:txBody>
      </p:sp>
      <p:sp>
        <p:nvSpPr>
          <p:cNvPr id="10" name="Rounded Rectangle 9">
            <a:extLst>
              <a:ext uri="{FF2B5EF4-FFF2-40B4-BE49-F238E27FC236}">
                <a16:creationId xmlns:a16="http://schemas.microsoft.com/office/drawing/2014/main" id="{153AC083-DEE3-EF8B-4E9E-B2BCBAA6BFCF}"/>
              </a:ext>
            </a:extLst>
          </p:cNvPr>
          <p:cNvSpPr/>
          <p:nvPr/>
        </p:nvSpPr>
        <p:spPr>
          <a:xfrm>
            <a:off x="3814068" y="3715039"/>
            <a:ext cx="1107919" cy="758106"/>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KPI analysis agent.</a:t>
            </a:r>
            <a:endParaRPr lang="en-US" sz="1680" dirty="0"/>
          </a:p>
        </p:txBody>
      </p:sp>
      <p:sp>
        <p:nvSpPr>
          <p:cNvPr id="11" name="Rounded Rectangle 10">
            <a:extLst>
              <a:ext uri="{FF2B5EF4-FFF2-40B4-BE49-F238E27FC236}">
                <a16:creationId xmlns:a16="http://schemas.microsoft.com/office/drawing/2014/main" id="{71B82924-3FF5-1286-5B26-7085F7279414}"/>
              </a:ext>
            </a:extLst>
          </p:cNvPr>
          <p:cNvSpPr/>
          <p:nvPr/>
        </p:nvSpPr>
        <p:spPr>
          <a:xfrm>
            <a:off x="5639222" y="4528084"/>
            <a:ext cx="1826518" cy="438040"/>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Geo-correlation agent</a:t>
            </a:r>
            <a:endParaRPr lang="en-US" sz="1400" dirty="0"/>
          </a:p>
        </p:txBody>
      </p:sp>
      <p:sp>
        <p:nvSpPr>
          <p:cNvPr id="20" name="Rounded Rectangle 19">
            <a:extLst>
              <a:ext uri="{FF2B5EF4-FFF2-40B4-BE49-F238E27FC236}">
                <a16:creationId xmlns:a16="http://schemas.microsoft.com/office/drawing/2014/main" id="{756FC654-AEBF-87F7-8981-D8D93AF34C87}"/>
              </a:ext>
            </a:extLst>
          </p:cNvPr>
          <p:cNvSpPr/>
          <p:nvPr/>
        </p:nvSpPr>
        <p:spPr>
          <a:xfrm>
            <a:off x="4432490" y="5534132"/>
            <a:ext cx="4529375" cy="378298"/>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Final assessment agent</a:t>
            </a:r>
            <a:endParaRPr lang="en-US" sz="1400" dirty="0"/>
          </a:p>
        </p:txBody>
      </p:sp>
      <p:sp>
        <p:nvSpPr>
          <p:cNvPr id="24" name="Rounded Rectangle 23">
            <a:extLst>
              <a:ext uri="{FF2B5EF4-FFF2-40B4-BE49-F238E27FC236}">
                <a16:creationId xmlns:a16="http://schemas.microsoft.com/office/drawing/2014/main" id="{18B6C99A-D854-7D89-AB02-A4CD99217D9F}"/>
              </a:ext>
            </a:extLst>
          </p:cNvPr>
          <p:cNvSpPr/>
          <p:nvPr/>
        </p:nvSpPr>
        <p:spPr>
          <a:xfrm>
            <a:off x="3328958" y="3292628"/>
            <a:ext cx="6444578" cy="3041580"/>
          </a:xfrm>
          <a:prstGeom prst="roundRect">
            <a:avLst/>
          </a:prstGeom>
          <a:noFill/>
          <a:ln>
            <a:solidFill>
              <a:schemeClr val="tx1"/>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26" name="Rounded Rectangle 25">
            <a:extLst>
              <a:ext uri="{FF2B5EF4-FFF2-40B4-BE49-F238E27FC236}">
                <a16:creationId xmlns:a16="http://schemas.microsoft.com/office/drawing/2014/main" id="{006C0420-A476-0837-08F8-6E5D448C0ECB}"/>
              </a:ext>
            </a:extLst>
          </p:cNvPr>
          <p:cNvSpPr/>
          <p:nvPr/>
        </p:nvSpPr>
        <p:spPr>
          <a:xfrm>
            <a:off x="2992719" y="3164352"/>
            <a:ext cx="913249" cy="403918"/>
          </a:xfrm>
          <a:prstGeom prst="round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Analysis agents</a:t>
            </a:r>
          </a:p>
        </p:txBody>
      </p:sp>
      <p:sp>
        <p:nvSpPr>
          <p:cNvPr id="33" name="Rounded Rectangle 32">
            <a:extLst>
              <a:ext uri="{FF2B5EF4-FFF2-40B4-BE49-F238E27FC236}">
                <a16:creationId xmlns:a16="http://schemas.microsoft.com/office/drawing/2014/main" id="{6DCEF3D2-0668-A7B3-E6BC-041E643F5858}"/>
              </a:ext>
            </a:extLst>
          </p:cNvPr>
          <p:cNvSpPr/>
          <p:nvPr/>
        </p:nvSpPr>
        <p:spPr>
          <a:xfrm>
            <a:off x="5811079" y="6681854"/>
            <a:ext cx="1305686" cy="375360"/>
          </a:xfrm>
          <a:prstGeom prst="roundRect">
            <a:avLst/>
          </a:prstGeom>
          <a:solidFill>
            <a:schemeClr val="accent2">
              <a:lumMod val="60000"/>
              <a:lumOff val="4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Cross</a:t>
            </a:r>
            <a:r>
              <a:rPr lang="zh-CN" altLang="en-US" sz="1400" dirty="0">
                <a:ln w="0"/>
                <a:solidFill>
                  <a:schemeClr val="tx1"/>
                </a:solidFill>
                <a:effectLst>
                  <a:outerShdw blurRad="38100" dist="19050" dir="2700000" algn="tl" rotWithShape="0">
                    <a:schemeClr val="dk1">
                      <a:alpha val="40000"/>
                    </a:schemeClr>
                  </a:outerShdw>
                </a:effectLst>
              </a:rPr>
              <a:t> </a:t>
            </a:r>
            <a:r>
              <a:rPr lang="en-US" sz="1400" dirty="0">
                <a:ln w="0"/>
                <a:solidFill>
                  <a:schemeClr val="tx1"/>
                </a:solidFill>
                <a:effectLst>
                  <a:outerShdw blurRad="38100" dist="19050" dir="2700000" algn="tl" rotWithShape="0">
                    <a:schemeClr val="dk1">
                      <a:alpha val="40000"/>
                    </a:schemeClr>
                  </a:outerShdw>
                </a:effectLst>
              </a:rPr>
              <a:t>agent</a:t>
            </a:r>
            <a:r>
              <a:rPr lang="zh-CN" altLang="en-US" sz="1400" dirty="0">
                <a:ln w="0"/>
                <a:solidFill>
                  <a:schemeClr val="tx1"/>
                </a:solidFill>
                <a:effectLst>
                  <a:outerShdw blurRad="38100" dist="19050" dir="2700000" algn="tl" rotWithShape="0">
                    <a:schemeClr val="dk1">
                      <a:alpha val="40000"/>
                    </a:schemeClr>
                  </a:outerShdw>
                </a:effectLst>
              </a:rPr>
              <a:t> </a:t>
            </a:r>
            <a:r>
              <a:rPr lang="en-US" altLang="zh-CN" sz="1400" dirty="0">
                <a:ln w="0"/>
                <a:solidFill>
                  <a:schemeClr val="tx1"/>
                </a:solidFill>
                <a:effectLst>
                  <a:outerShdw blurRad="38100" dist="19050" dir="2700000" algn="tl" rotWithShape="0">
                    <a:schemeClr val="dk1">
                      <a:alpha val="40000"/>
                    </a:schemeClr>
                  </a:outerShdw>
                </a:effectLst>
              </a:rPr>
              <a:t>verifier</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34" name="Rounded Rectangle 33">
            <a:extLst>
              <a:ext uri="{FF2B5EF4-FFF2-40B4-BE49-F238E27FC236}">
                <a16:creationId xmlns:a16="http://schemas.microsoft.com/office/drawing/2014/main" id="{134DC980-1686-B702-1ABE-2FF7B0C0C6D9}"/>
              </a:ext>
            </a:extLst>
          </p:cNvPr>
          <p:cNvSpPr/>
          <p:nvPr/>
        </p:nvSpPr>
        <p:spPr>
          <a:xfrm>
            <a:off x="5865354" y="7338163"/>
            <a:ext cx="1242914" cy="539704"/>
          </a:xfrm>
          <a:prstGeom prst="roundRect">
            <a:avLst/>
          </a:prstGeom>
          <a:solidFill>
            <a:srgbClr val="EFA6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Reflector</a:t>
            </a:r>
          </a:p>
          <a:p>
            <a:pPr algn="ctr"/>
            <a:r>
              <a:rPr lang="en-US" sz="1400" dirty="0">
                <a:ln w="0"/>
                <a:solidFill>
                  <a:schemeClr val="tx1"/>
                </a:solidFill>
                <a:effectLst>
                  <a:outerShdw blurRad="38100" dist="19050" dir="2700000" algn="tl" rotWithShape="0">
                    <a:schemeClr val="dk1">
                      <a:alpha val="40000"/>
                    </a:schemeClr>
                  </a:outerShdw>
                </a:effectLst>
              </a:rPr>
              <a:t>agent</a:t>
            </a:r>
          </a:p>
        </p:txBody>
      </p:sp>
      <p:sp>
        <p:nvSpPr>
          <p:cNvPr id="35" name="Rounded Rectangle 34">
            <a:extLst>
              <a:ext uri="{FF2B5EF4-FFF2-40B4-BE49-F238E27FC236}">
                <a16:creationId xmlns:a16="http://schemas.microsoft.com/office/drawing/2014/main" id="{0F66ED8E-B118-A550-76BB-3B1B4077CBF4}"/>
              </a:ext>
            </a:extLst>
          </p:cNvPr>
          <p:cNvSpPr/>
          <p:nvPr/>
        </p:nvSpPr>
        <p:spPr>
          <a:xfrm>
            <a:off x="8445848" y="2083464"/>
            <a:ext cx="1637010" cy="47091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Output result</a:t>
            </a:r>
            <a:endParaRPr lang="en-US" sz="1680" dirty="0"/>
          </a:p>
        </p:txBody>
      </p:sp>
      <p:sp>
        <p:nvSpPr>
          <p:cNvPr id="37" name="Rounded Rectangle 36">
            <a:extLst>
              <a:ext uri="{FF2B5EF4-FFF2-40B4-BE49-F238E27FC236}">
                <a16:creationId xmlns:a16="http://schemas.microsoft.com/office/drawing/2014/main" id="{9B4C592D-06BE-20EB-9ECF-F027E8223ABE}"/>
              </a:ext>
            </a:extLst>
          </p:cNvPr>
          <p:cNvSpPr/>
          <p:nvPr/>
        </p:nvSpPr>
        <p:spPr>
          <a:xfrm rot="16200000">
            <a:off x="8889558" y="2957098"/>
            <a:ext cx="4422748" cy="512390"/>
          </a:xfrm>
          <a:prstGeom prst="roundRect">
            <a:avLst/>
          </a:prstGeom>
          <a:solidFill>
            <a:srgbClr val="A2C2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Run-store MCP server</a:t>
            </a:r>
          </a:p>
        </p:txBody>
      </p:sp>
      <p:sp>
        <p:nvSpPr>
          <p:cNvPr id="38" name="Rounded Rectangle 37">
            <a:extLst>
              <a:ext uri="{FF2B5EF4-FFF2-40B4-BE49-F238E27FC236}">
                <a16:creationId xmlns:a16="http://schemas.microsoft.com/office/drawing/2014/main" id="{3DD5B932-3CA9-F703-4CEB-FFA12A18A708}"/>
              </a:ext>
            </a:extLst>
          </p:cNvPr>
          <p:cNvSpPr/>
          <p:nvPr/>
        </p:nvSpPr>
        <p:spPr>
          <a:xfrm rot="16200000">
            <a:off x="9890280" y="6385486"/>
            <a:ext cx="2434029" cy="512390"/>
          </a:xfrm>
          <a:prstGeom prst="roundRect">
            <a:avLst/>
          </a:prstGeom>
          <a:solidFill>
            <a:srgbClr val="EEBB7C"/>
          </a:solidFill>
          <a:ln>
            <a:solidFill>
              <a:schemeClr val="accent1">
                <a:shade val="15000"/>
                <a:alpha val="5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Rules-memory MCP server</a:t>
            </a:r>
          </a:p>
        </p:txBody>
      </p:sp>
      <p:cxnSp>
        <p:nvCxnSpPr>
          <p:cNvPr id="40" name="Straight Arrow Connector 39">
            <a:extLst>
              <a:ext uri="{FF2B5EF4-FFF2-40B4-BE49-F238E27FC236}">
                <a16:creationId xmlns:a16="http://schemas.microsoft.com/office/drawing/2014/main" id="{6CBF6F1D-DFA1-1F5B-7408-01F81EB3AD0B}"/>
              </a:ext>
            </a:extLst>
          </p:cNvPr>
          <p:cNvCxnSpPr>
            <a:cxnSpLocks/>
            <a:endCxn id="4" idx="1"/>
          </p:cNvCxnSpPr>
          <p:nvPr/>
        </p:nvCxnSpPr>
        <p:spPr>
          <a:xfrm>
            <a:off x="1648603" y="1224320"/>
            <a:ext cx="2992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7455E099-C02E-2495-EF8E-6DE4762C0156}"/>
              </a:ext>
            </a:extLst>
          </p:cNvPr>
          <p:cNvCxnSpPr>
            <a:cxnSpLocks/>
            <a:stCxn id="4" idx="3"/>
            <a:endCxn id="15" idx="1"/>
          </p:cNvCxnSpPr>
          <p:nvPr/>
        </p:nvCxnSpPr>
        <p:spPr>
          <a:xfrm>
            <a:off x="3541653" y="1224320"/>
            <a:ext cx="2169737" cy="5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79FD83A2-388B-0B27-AAA9-9004C726D205}"/>
              </a:ext>
            </a:extLst>
          </p:cNvPr>
          <p:cNvCxnSpPr>
            <a:cxnSpLocks/>
            <a:endCxn id="35" idx="1"/>
          </p:cNvCxnSpPr>
          <p:nvPr/>
        </p:nvCxnSpPr>
        <p:spPr>
          <a:xfrm>
            <a:off x="8117799" y="2318921"/>
            <a:ext cx="328049"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47" name="Down Arrow 46">
            <a:extLst>
              <a:ext uri="{FF2B5EF4-FFF2-40B4-BE49-F238E27FC236}">
                <a16:creationId xmlns:a16="http://schemas.microsoft.com/office/drawing/2014/main" id="{2C8E8213-EB25-4DCB-A7C3-375653549DF2}"/>
              </a:ext>
            </a:extLst>
          </p:cNvPr>
          <p:cNvSpPr/>
          <p:nvPr/>
        </p:nvSpPr>
        <p:spPr>
          <a:xfrm>
            <a:off x="6487521" y="2681236"/>
            <a:ext cx="188733" cy="22975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56" name="Rounded Rectangle 55">
            <a:extLst>
              <a:ext uri="{FF2B5EF4-FFF2-40B4-BE49-F238E27FC236}">
                <a16:creationId xmlns:a16="http://schemas.microsoft.com/office/drawing/2014/main" id="{513EE773-2F93-AC7C-619F-6A466FCE6250}"/>
              </a:ext>
            </a:extLst>
          </p:cNvPr>
          <p:cNvSpPr/>
          <p:nvPr/>
        </p:nvSpPr>
        <p:spPr>
          <a:xfrm>
            <a:off x="5836681" y="2909817"/>
            <a:ext cx="1429133" cy="262158"/>
          </a:xfrm>
          <a:prstGeom prst="roundRect">
            <a:avLst/>
          </a:prstGeom>
          <a:solidFill>
            <a:schemeClr val="accent6">
              <a:lumMod val="60000"/>
              <a:lumOff val="4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preprocess</a:t>
            </a:r>
          </a:p>
        </p:txBody>
      </p:sp>
      <p:cxnSp>
        <p:nvCxnSpPr>
          <p:cNvPr id="65" name="Straight Arrow Connector 64">
            <a:extLst>
              <a:ext uri="{FF2B5EF4-FFF2-40B4-BE49-F238E27FC236}">
                <a16:creationId xmlns:a16="http://schemas.microsoft.com/office/drawing/2014/main" id="{254CAC95-D9BE-3E17-79CC-5FEB349493A0}"/>
              </a:ext>
            </a:extLst>
          </p:cNvPr>
          <p:cNvCxnSpPr>
            <a:cxnSpLocks/>
            <a:stCxn id="56" idx="2"/>
            <a:endCxn id="24" idx="0"/>
          </p:cNvCxnSpPr>
          <p:nvPr/>
        </p:nvCxnSpPr>
        <p:spPr>
          <a:xfrm>
            <a:off x="6551247" y="3171975"/>
            <a:ext cx="0" cy="1206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ADC5D2B5-D40F-5F18-D167-343F523EE17C}"/>
              </a:ext>
            </a:extLst>
          </p:cNvPr>
          <p:cNvCxnSpPr>
            <a:cxnSpLocks/>
            <a:endCxn id="99" idx="0"/>
          </p:cNvCxnSpPr>
          <p:nvPr/>
        </p:nvCxnSpPr>
        <p:spPr>
          <a:xfrm>
            <a:off x="6457683" y="6299709"/>
            <a:ext cx="5009" cy="304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48C19EEC-8622-0B41-2C8B-A6B713501F3D}"/>
              </a:ext>
            </a:extLst>
          </p:cNvPr>
          <p:cNvCxnSpPr>
            <a:cxnSpLocks/>
            <a:stCxn id="33" idx="2"/>
            <a:endCxn id="34" idx="0"/>
          </p:cNvCxnSpPr>
          <p:nvPr/>
        </p:nvCxnSpPr>
        <p:spPr>
          <a:xfrm>
            <a:off x="6463923" y="7057214"/>
            <a:ext cx="22889" cy="2809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8" name="Rounded Rectangle 77">
            <a:extLst>
              <a:ext uri="{FF2B5EF4-FFF2-40B4-BE49-F238E27FC236}">
                <a16:creationId xmlns:a16="http://schemas.microsoft.com/office/drawing/2014/main" id="{A793A379-96B4-6C6B-7A54-39FFFE5D8B22}"/>
              </a:ext>
            </a:extLst>
          </p:cNvPr>
          <p:cNvSpPr/>
          <p:nvPr/>
        </p:nvSpPr>
        <p:spPr>
          <a:xfrm>
            <a:off x="2829200" y="2848662"/>
            <a:ext cx="7143199" cy="5214737"/>
          </a:xfrm>
          <a:prstGeom prst="roundRect">
            <a:avLst>
              <a:gd name="adj" fmla="val 13377"/>
            </a:avLst>
          </a:prstGeom>
          <a:no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99" name="Rounded Rectangle 98">
            <a:extLst>
              <a:ext uri="{FF2B5EF4-FFF2-40B4-BE49-F238E27FC236}">
                <a16:creationId xmlns:a16="http://schemas.microsoft.com/office/drawing/2014/main" id="{CC2241C0-6031-DFD4-1995-991C827BCFF3}"/>
              </a:ext>
            </a:extLst>
          </p:cNvPr>
          <p:cNvSpPr/>
          <p:nvPr/>
        </p:nvSpPr>
        <p:spPr>
          <a:xfrm>
            <a:off x="3538796" y="6604105"/>
            <a:ext cx="5847792" cy="1290654"/>
          </a:xfrm>
          <a:prstGeom prst="roundRect">
            <a:avLst/>
          </a:prstGeom>
          <a:noFill/>
          <a:ln>
            <a:solidFill>
              <a:schemeClr val="tx1"/>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100" name="Rounded Rectangle 99">
            <a:extLst>
              <a:ext uri="{FF2B5EF4-FFF2-40B4-BE49-F238E27FC236}">
                <a16:creationId xmlns:a16="http://schemas.microsoft.com/office/drawing/2014/main" id="{32A39DA1-DA49-CB8F-46EE-4C5FEF816CFF}"/>
              </a:ext>
            </a:extLst>
          </p:cNvPr>
          <p:cNvSpPr/>
          <p:nvPr/>
        </p:nvSpPr>
        <p:spPr>
          <a:xfrm>
            <a:off x="2992718" y="6510846"/>
            <a:ext cx="1718074" cy="407172"/>
          </a:xfrm>
          <a:prstGeom prst="roundRect">
            <a:avLst/>
          </a:prstGeom>
          <a:solidFill>
            <a:srgbClr val="FFABC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Verification &amp; reflection</a:t>
            </a:r>
            <a:r>
              <a:rPr lang="zh-CN" altLang="en-US" sz="1400" dirty="0">
                <a:ln w="0"/>
                <a:solidFill>
                  <a:schemeClr val="tx1"/>
                </a:solidFill>
                <a:effectLst>
                  <a:outerShdw blurRad="38100" dist="19050" dir="2700000" algn="tl" rotWithShape="0">
                    <a:schemeClr val="dk1">
                      <a:alpha val="40000"/>
                    </a:schemeClr>
                  </a:outerShdw>
                </a:effectLst>
              </a:rPr>
              <a:t> </a:t>
            </a:r>
            <a:r>
              <a:rPr lang="en-US" altLang="zh-CN" sz="1400" dirty="0">
                <a:ln w="0"/>
                <a:solidFill>
                  <a:schemeClr val="tx1"/>
                </a:solidFill>
                <a:effectLst>
                  <a:outerShdw blurRad="38100" dist="19050" dir="2700000" algn="tl" rotWithShape="0">
                    <a:schemeClr val="dk1">
                      <a:alpha val="40000"/>
                    </a:schemeClr>
                  </a:outerShdw>
                </a:effectLst>
              </a:rPr>
              <a:t>agents</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16" name="Rounded Rectangle 15">
            <a:extLst>
              <a:ext uri="{FF2B5EF4-FFF2-40B4-BE49-F238E27FC236}">
                <a16:creationId xmlns:a16="http://schemas.microsoft.com/office/drawing/2014/main" id="{B6EA19A7-95D2-74E8-9CB6-15B15BA3A0EE}"/>
              </a:ext>
            </a:extLst>
          </p:cNvPr>
          <p:cNvSpPr/>
          <p:nvPr/>
        </p:nvSpPr>
        <p:spPr>
          <a:xfrm>
            <a:off x="3814067" y="4460457"/>
            <a:ext cx="1107918" cy="475258"/>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69" dirty="0">
                <a:ln w="0"/>
                <a:solidFill>
                  <a:schemeClr val="tx1"/>
                </a:solidFill>
                <a:effectLst>
                  <a:outerShdw blurRad="38100" dist="19050" dir="2700000" algn="tl" rotWithShape="0">
                    <a:schemeClr val="dk1">
                      <a:alpha val="40000"/>
                    </a:schemeClr>
                  </a:outerShdw>
                </a:effectLst>
              </a:rPr>
              <a:t>Verification agent</a:t>
            </a:r>
          </a:p>
        </p:txBody>
      </p:sp>
      <p:sp>
        <p:nvSpPr>
          <p:cNvPr id="18" name="Rounded Rectangle 17">
            <a:extLst>
              <a:ext uri="{FF2B5EF4-FFF2-40B4-BE49-F238E27FC236}">
                <a16:creationId xmlns:a16="http://schemas.microsoft.com/office/drawing/2014/main" id="{ABE9225D-213C-3EF2-B278-170CB56DD6FC}"/>
              </a:ext>
            </a:extLst>
          </p:cNvPr>
          <p:cNvSpPr/>
          <p:nvPr/>
        </p:nvSpPr>
        <p:spPr>
          <a:xfrm>
            <a:off x="5623981" y="4008440"/>
            <a:ext cx="1826518" cy="326325"/>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69" dirty="0">
                <a:ln w="0"/>
                <a:solidFill>
                  <a:schemeClr val="tx1"/>
                </a:solidFill>
                <a:effectLst>
                  <a:outerShdw blurRad="38100" dist="19050" dir="2700000" algn="tl" rotWithShape="0">
                    <a:schemeClr val="dk1">
                      <a:alpha val="40000"/>
                    </a:schemeClr>
                  </a:outerShdw>
                </a:effectLst>
              </a:rPr>
              <a:t>Verification agent</a:t>
            </a:r>
          </a:p>
        </p:txBody>
      </p:sp>
      <p:sp>
        <p:nvSpPr>
          <p:cNvPr id="19" name="Rounded Rectangle 18">
            <a:extLst>
              <a:ext uri="{FF2B5EF4-FFF2-40B4-BE49-F238E27FC236}">
                <a16:creationId xmlns:a16="http://schemas.microsoft.com/office/drawing/2014/main" id="{78A68DA2-4576-63C6-E1EB-90FAEE6D1B95}"/>
              </a:ext>
            </a:extLst>
          </p:cNvPr>
          <p:cNvSpPr/>
          <p:nvPr/>
        </p:nvSpPr>
        <p:spPr>
          <a:xfrm>
            <a:off x="5639222" y="4956080"/>
            <a:ext cx="1826518" cy="326325"/>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69" dirty="0">
                <a:ln w="0"/>
                <a:solidFill>
                  <a:schemeClr val="tx1"/>
                </a:solidFill>
                <a:effectLst>
                  <a:outerShdw blurRad="38100" dist="19050" dir="2700000" algn="tl" rotWithShape="0">
                    <a:schemeClr val="dk1">
                      <a:alpha val="40000"/>
                    </a:schemeClr>
                  </a:outerShdw>
                </a:effectLst>
              </a:rPr>
              <a:t>Verification agent</a:t>
            </a:r>
          </a:p>
        </p:txBody>
      </p:sp>
      <p:cxnSp>
        <p:nvCxnSpPr>
          <p:cNvPr id="29" name="Elbow Connector 28">
            <a:extLst>
              <a:ext uri="{FF2B5EF4-FFF2-40B4-BE49-F238E27FC236}">
                <a16:creationId xmlns:a16="http://schemas.microsoft.com/office/drawing/2014/main" id="{5C5AE9C2-08C1-8322-7F49-87AB1614BAD3}"/>
              </a:ext>
            </a:extLst>
          </p:cNvPr>
          <p:cNvCxnSpPr>
            <a:cxnSpLocks/>
            <a:stCxn id="16" idx="3"/>
            <a:endCxn id="10" idx="0"/>
          </p:cNvCxnSpPr>
          <p:nvPr/>
        </p:nvCxnSpPr>
        <p:spPr>
          <a:xfrm flipH="1" flipV="1">
            <a:off x="4368027" y="3715040"/>
            <a:ext cx="553958" cy="983046"/>
          </a:xfrm>
          <a:prstGeom prst="bentConnector4">
            <a:avLst>
              <a:gd name="adj1" fmla="val -57774"/>
              <a:gd name="adj2" fmla="val 123254"/>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cxnSp>
        <p:nvCxnSpPr>
          <p:cNvPr id="39" name="Elbow Connector 38">
            <a:extLst>
              <a:ext uri="{FF2B5EF4-FFF2-40B4-BE49-F238E27FC236}">
                <a16:creationId xmlns:a16="http://schemas.microsoft.com/office/drawing/2014/main" id="{66590A8A-98E4-C645-C03B-BADCA506A44F}"/>
              </a:ext>
            </a:extLst>
          </p:cNvPr>
          <p:cNvCxnSpPr>
            <a:cxnSpLocks/>
            <a:stCxn id="18" idx="3"/>
            <a:endCxn id="8" idx="0"/>
          </p:cNvCxnSpPr>
          <p:nvPr/>
        </p:nvCxnSpPr>
        <p:spPr>
          <a:xfrm flipH="1" flipV="1">
            <a:off x="6537242" y="3588334"/>
            <a:ext cx="913258" cy="583269"/>
          </a:xfrm>
          <a:prstGeom prst="bentConnector4">
            <a:avLst>
              <a:gd name="adj1" fmla="val -35044"/>
              <a:gd name="adj2" fmla="val 125455"/>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cxnSp>
        <p:nvCxnSpPr>
          <p:cNvPr id="46" name="Elbow Connector 45">
            <a:extLst>
              <a:ext uri="{FF2B5EF4-FFF2-40B4-BE49-F238E27FC236}">
                <a16:creationId xmlns:a16="http://schemas.microsoft.com/office/drawing/2014/main" id="{C53709E1-A55D-E82B-2B0D-80A45E5CBCB3}"/>
              </a:ext>
            </a:extLst>
          </p:cNvPr>
          <p:cNvCxnSpPr>
            <a:cxnSpLocks/>
            <a:stCxn id="19" idx="3"/>
            <a:endCxn id="11" idx="0"/>
          </p:cNvCxnSpPr>
          <p:nvPr/>
        </p:nvCxnSpPr>
        <p:spPr>
          <a:xfrm flipH="1" flipV="1">
            <a:off x="6552481" y="4528084"/>
            <a:ext cx="913259" cy="591158"/>
          </a:xfrm>
          <a:prstGeom prst="bentConnector4">
            <a:avLst>
              <a:gd name="adj1" fmla="val -35044"/>
              <a:gd name="adj2" fmla="val 122883"/>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sp>
        <p:nvSpPr>
          <p:cNvPr id="58" name="Rounded Rectangle 57">
            <a:extLst>
              <a:ext uri="{FF2B5EF4-FFF2-40B4-BE49-F238E27FC236}">
                <a16:creationId xmlns:a16="http://schemas.microsoft.com/office/drawing/2014/main" id="{098C531B-3A24-5F18-4708-1CB7F1E0F5B5}"/>
              </a:ext>
            </a:extLst>
          </p:cNvPr>
          <p:cNvSpPr/>
          <p:nvPr/>
        </p:nvSpPr>
        <p:spPr>
          <a:xfrm>
            <a:off x="8034911" y="4569686"/>
            <a:ext cx="1229442" cy="475258"/>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69" dirty="0">
                <a:ln w="0"/>
                <a:solidFill>
                  <a:schemeClr val="tx1"/>
                </a:solidFill>
                <a:effectLst>
                  <a:outerShdw blurRad="38100" dist="19050" dir="2700000" algn="tl" rotWithShape="0">
                    <a:schemeClr val="dk1">
                      <a:alpha val="40000"/>
                    </a:schemeClr>
                  </a:outerShdw>
                </a:effectLst>
              </a:rPr>
              <a:t>Verification agent</a:t>
            </a:r>
          </a:p>
        </p:txBody>
      </p:sp>
      <p:cxnSp>
        <p:nvCxnSpPr>
          <p:cNvPr id="61" name="Elbow Connector 60">
            <a:extLst>
              <a:ext uri="{FF2B5EF4-FFF2-40B4-BE49-F238E27FC236}">
                <a16:creationId xmlns:a16="http://schemas.microsoft.com/office/drawing/2014/main" id="{E1A95A6C-9623-BB7D-0A2B-BA0A6CB8E474}"/>
              </a:ext>
            </a:extLst>
          </p:cNvPr>
          <p:cNvCxnSpPr>
            <a:cxnSpLocks/>
            <a:stCxn id="58" idx="3"/>
            <a:endCxn id="9" idx="0"/>
          </p:cNvCxnSpPr>
          <p:nvPr/>
        </p:nvCxnSpPr>
        <p:spPr>
          <a:xfrm flipH="1" flipV="1">
            <a:off x="8654408" y="3588332"/>
            <a:ext cx="609945" cy="1218984"/>
          </a:xfrm>
          <a:prstGeom prst="bentConnector4">
            <a:avLst>
              <a:gd name="adj1" fmla="val -37325"/>
              <a:gd name="adj2" fmla="val 111098"/>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sp>
        <p:nvSpPr>
          <p:cNvPr id="68" name="Rounded Rectangle 67">
            <a:extLst>
              <a:ext uri="{FF2B5EF4-FFF2-40B4-BE49-F238E27FC236}">
                <a16:creationId xmlns:a16="http://schemas.microsoft.com/office/drawing/2014/main" id="{A58A0CD5-E636-F21D-3986-F20A832DCE3F}"/>
              </a:ext>
            </a:extLst>
          </p:cNvPr>
          <p:cNvSpPr/>
          <p:nvPr/>
        </p:nvSpPr>
        <p:spPr>
          <a:xfrm>
            <a:off x="4427481" y="5882820"/>
            <a:ext cx="4534384" cy="326325"/>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69" dirty="0">
                <a:ln w="0"/>
                <a:solidFill>
                  <a:schemeClr val="tx1"/>
                </a:solidFill>
                <a:effectLst>
                  <a:outerShdw blurRad="38100" dist="19050" dir="2700000" algn="tl" rotWithShape="0">
                    <a:schemeClr val="dk1">
                      <a:alpha val="40000"/>
                    </a:schemeClr>
                  </a:outerShdw>
                </a:effectLst>
              </a:rPr>
              <a:t>Verification agent</a:t>
            </a:r>
          </a:p>
        </p:txBody>
      </p:sp>
      <p:cxnSp>
        <p:nvCxnSpPr>
          <p:cNvPr id="71" name="Elbow Connector 70">
            <a:extLst>
              <a:ext uri="{FF2B5EF4-FFF2-40B4-BE49-F238E27FC236}">
                <a16:creationId xmlns:a16="http://schemas.microsoft.com/office/drawing/2014/main" id="{4DFC760D-AB84-A709-BB17-16666E90DF9E}"/>
              </a:ext>
            </a:extLst>
          </p:cNvPr>
          <p:cNvCxnSpPr>
            <a:cxnSpLocks/>
            <a:stCxn id="68" idx="3"/>
            <a:endCxn id="20" idx="0"/>
          </p:cNvCxnSpPr>
          <p:nvPr/>
        </p:nvCxnSpPr>
        <p:spPr>
          <a:xfrm flipH="1" flipV="1">
            <a:off x="6697178" y="5534131"/>
            <a:ext cx="2264688" cy="511851"/>
          </a:xfrm>
          <a:prstGeom prst="bentConnector4">
            <a:avLst>
              <a:gd name="adj1" fmla="val -14132"/>
              <a:gd name="adj2" fmla="val 131585"/>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sp>
        <p:nvSpPr>
          <p:cNvPr id="91" name="TextBox 90">
            <a:extLst>
              <a:ext uri="{FF2B5EF4-FFF2-40B4-BE49-F238E27FC236}">
                <a16:creationId xmlns:a16="http://schemas.microsoft.com/office/drawing/2014/main" id="{7C28C61D-492B-AA99-B83B-2BBBA49A1D69}"/>
              </a:ext>
            </a:extLst>
          </p:cNvPr>
          <p:cNvSpPr txBox="1"/>
          <p:nvPr/>
        </p:nvSpPr>
        <p:spPr>
          <a:xfrm>
            <a:off x="3586977" y="758169"/>
            <a:ext cx="1754350" cy="738664"/>
          </a:xfrm>
          <a:prstGeom prst="rect">
            <a:avLst/>
          </a:prstGeom>
          <a:noFill/>
        </p:spPr>
        <p:txBody>
          <a:bodyPr wrap="square" rtlCol="0">
            <a:spAutoFit/>
          </a:bodyPr>
          <a:lstStyle/>
          <a:p>
            <a:r>
              <a:rPr lang="en-US" sz="1400" dirty="0"/>
              <a:t>Target USIDs, shutdown duration,</a:t>
            </a:r>
          </a:p>
          <a:p>
            <a:r>
              <a:rPr lang="en-US" sz="1400" dirty="0"/>
              <a:t>Outage type</a:t>
            </a:r>
          </a:p>
        </p:txBody>
      </p:sp>
      <p:pic>
        <p:nvPicPr>
          <p:cNvPr id="2050" name="Picture 2" descr="Colourful database icon trio">
            <a:extLst>
              <a:ext uri="{FF2B5EF4-FFF2-40B4-BE49-F238E27FC236}">
                <a16:creationId xmlns:a16="http://schemas.microsoft.com/office/drawing/2014/main" id="{885031F9-1734-8323-519F-3223673025C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102" b="19669"/>
          <a:stretch>
            <a:fillRect/>
          </a:stretch>
        </p:blipFill>
        <p:spPr bwMode="auto">
          <a:xfrm>
            <a:off x="11859323" y="5061257"/>
            <a:ext cx="846677" cy="726816"/>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4" descr="Generated image: Black arrows forming a continuous loop">
            <a:extLst>
              <a:ext uri="{FF2B5EF4-FFF2-40B4-BE49-F238E27FC236}">
                <a16:creationId xmlns:a16="http://schemas.microsoft.com/office/drawing/2014/main" id="{C2A44926-9739-A0D7-6258-2689901F06A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064" b="13703"/>
          <a:stretch>
            <a:fillRect/>
          </a:stretch>
        </p:blipFill>
        <p:spPr bwMode="auto">
          <a:xfrm>
            <a:off x="10011721" y="4995674"/>
            <a:ext cx="733023" cy="573461"/>
          </a:xfrm>
          <a:prstGeom prst="rect">
            <a:avLst/>
          </a:prstGeom>
          <a:noFill/>
          <a:extLst>
            <a:ext uri="{909E8E84-426E-40DD-AFC4-6F175D3DCCD1}">
              <a14:hiddenFill xmlns:a14="http://schemas.microsoft.com/office/drawing/2010/main">
                <a:solidFill>
                  <a:srgbClr val="FFFFFF"/>
                </a:solidFill>
              </a14:hiddenFill>
            </a:ext>
          </a:extLst>
        </p:spPr>
      </p:pic>
      <p:cxnSp>
        <p:nvCxnSpPr>
          <p:cNvPr id="106" name="Straight Arrow Connector 105">
            <a:extLst>
              <a:ext uri="{FF2B5EF4-FFF2-40B4-BE49-F238E27FC236}">
                <a16:creationId xmlns:a16="http://schemas.microsoft.com/office/drawing/2014/main" id="{77D427D4-9B53-D3FF-332E-FDFC75EBBE2F}"/>
              </a:ext>
            </a:extLst>
          </p:cNvPr>
          <p:cNvCxnSpPr>
            <a:cxnSpLocks/>
            <a:endCxn id="2050" idx="1"/>
          </p:cNvCxnSpPr>
          <p:nvPr/>
        </p:nvCxnSpPr>
        <p:spPr>
          <a:xfrm>
            <a:off x="11425890" y="5424665"/>
            <a:ext cx="433432"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12" name="TextBox 111">
            <a:extLst>
              <a:ext uri="{FF2B5EF4-FFF2-40B4-BE49-F238E27FC236}">
                <a16:creationId xmlns:a16="http://schemas.microsoft.com/office/drawing/2014/main" id="{27205BD6-CD15-0B1E-E633-5B86E7D7B95C}"/>
              </a:ext>
            </a:extLst>
          </p:cNvPr>
          <p:cNvSpPr txBox="1"/>
          <p:nvPr/>
        </p:nvSpPr>
        <p:spPr>
          <a:xfrm>
            <a:off x="1229276" y="2234690"/>
            <a:ext cx="2220005" cy="523220"/>
          </a:xfrm>
          <a:prstGeom prst="rect">
            <a:avLst/>
          </a:prstGeom>
          <a:noFill/>
        </p:spPr>
        <p:txBody>
          <a:bodyPr wrap="square">
            <a:spAutoFit/>
          </a:bodyPr>
          <a:lstStyle/>
          <a:p>
            <a:r>
              <a:rPr lang="en-US" sz="1400" i="1" dirty="0"/>
              <a:t>Per-agent </a:t>
            </a:r>
            <a:r>
              <a:rPr lang="en-US" sz="1400" b="1" i="1" dirty="0"/>
              <a:t>skill file</a:t>
            </a:r>
            <a:r>
              <a:rPr lang="en-US" sz="1400" b="1" dirty="0"/>
              <a:t> </a:t>
            </a:r>
            <a:r>
              <a:rPr lang="en-US" sz="1400" i="1" dirty="0"/>
              <a:t>Injected by harness</a:t>
            </a:r>
            <a:r>
              <a:rPr lang="zh-CN" altLang="en-US" sz="1400" i="1" dirty="0"/>
              <a:t> </a:t>
            </a:r>
            <a:r>
              <a:rPr lang="en-US" altLang="zh-CN" sz="1400" i="1" dirty="0"/>
              <a:t>to each agent</a:t>
            </a:r>
            <a:endParaRPr lang="en-US" sz="1400" dirty="0"/>
          </a:p>
        </p:txBody>
      </p:sp>
      <p:sp>
        <p:nvSpPr>
          <p:cNvPr id="2" name="Rounded Rectangle 1">
            <a:extLst>
              <a:ext uri="{FF2B5EF4-FFF2-40B4-BE49-F238E27FC236}">
                <a16:creationId xmlns:a16="http://schemas.microsoft.com/office/drawing/2014/main" id="{EF7B9390-DFC0-CF9B-69A4-C98CA721FD0F}"/>
              </a:ext>
            </a:extLst>
          </p:cNvPr>
          <p:cNvSpPr/>
          <p:nvPr/>
        </p:nvSpPr>
        <p:spPr>
          <a:xfrm>
            <a:off x="5077948" y="1930978"/>
            <a:ext cx="3039851" cy="736180"/>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6" name="Rounded Rectangle 5">
            <a:extLst>
              <a:ext uri="{FF2B5EF4-FFF2-40B4-BE49-F238E27FC236}">
                <a16:creationId xmlns:a16="http://schemas.microsoft.com/office/drawing/2014/main" id="{371CA6F8-4C27-F386-6116-AA8BB0BEAD6D}"/>
              </a:ext>
            </a:extLst>
          </p:cNvPr>
          <p:cNvSpPr/>
          <p:nvPr/>
        </p:nvSpPr>
        <p:spPr>
          <a:xfrm>
            <a:off x="2532042" y="1691110"/>
            <a:ext cx="1593831" cy="51239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Skills library</a:t>
            </a:r>
          </a:p>
        </p:txBody>
      </p:sp>
      <p:sp>
        <p:nvSpPr>
          <p:cNvPr id="15" name="Rounded Rectangle 14">
            <a:extLst>
              <a:ext uri="{FF2B5EF4-FFF2-40B4-BE49-F238E27FC236}">
                <a16:creationId xmlns:a16="http://schemas.microsoft.com/office/drawing/2014/main" id="{DC679182-0178-CFE2-4C6E-C5485DD1F8E2}"/>
              </a:ext>
            </a:extLst>
          </p:cNvPr>
          <p:cNvSpPr/>
          <p:nvPr/>
        </p:nvSpPr>
        <p:spPr>
          <a:xfrm>
            <a:off x="5711390" y="1023186"/>
            <a:ext cx="1754350" cy="40332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Execute Planner</a:t>
            </a:r>
            <a:endParaRPr lang="en-US" dirty="0"/>
          </a:p>
        </p:txBody>
      </p:sp>
      <p:cxnSp>
        <p:nvCxnSpPr>
          <p:cNvPr id="31" name="Elbow Connector 30">
            <a:extLst>
              <a:ext uri="{FF2B5EF4-FFF2-40B4-BE49-F238E27FC236}">
                <a16:creationId xmlns:a16="http://schemas.microsoft.com/office/drawing/2014/main" id="{10086F03-7AAE-A385-8644-14A74CC3B37C}"/>
              </a:ext>
            </a:extLst>
          </p:cNvPr>
          <p:cNvCxnSpPr>
            <a:cxnSpLocks/>
          </p:cNvCxnSpPr>
          <p:nvPr/>
        </p:nvCxnSpPr>
        <p:spPr>
          <a:xfrm rot="5400000">
            <a:off x="4826465" y="-56001"/>
            <a:ext cx="264595" cy="3259607"/>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89C9BFB7-1068-BE10-4728-0581011895CE}"/>
              </a:ext>
            </a:extLst>
          </p:cNvPr>
          <p:cNvCxnSpPr>
            <a:cxnSpLocks/>
            <a:endCxn id="15" idx="3"/>
          </p:cNvCxnSpPr>
          <p:nvPr/>
        </p:nvCxnSpPr>
        <p:spPr>
          <a:xfrm flipH="1" flipV="1">
            <a:off x="7465740" y="1224851"/>
            <a:ext cx="3378997" cy="92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1" name="TextBox 50">
            <a:extLst>
              <a:ext uri="{FF2B5EF4-FFF2-40B4-BE49-F238E27FC236}">
                <a16:creationId xmlns:a16="http://schemas.microsoft.com/office/drawing/2014/main" id="{594A63FB-BE83-D31E-EE24-F824A49B5401}"/>
              </a:ext>
            </a:extLst>
          </p:cNvPr>
          <p:cNvSpPr txBox="1"/>
          <p:nvPr/>
        </p:nvSpPr>
        <p:spPr>
          <a:xfrm>
            <a:off x="0" y="3588332"/>
            <a:ext cx="2260029" cy="2031325"/>
          </a:xfrm>
          <a:prstGeom prst="rect">
            <a:avLst/>
          </a:prstGeom>
          <a:noFill/>
        </p:spPr>
        <p:txBody>
          <a:bodyPr wrap="square">
            <a:spAutoFit/>
          </a:bodyPr>
          <a:lstStyle/>
          <a:p>
            <a:pPr algn="ctr"/>
            <a:r>
              <a:rPr lang="en-US" sz="1400" dirty="0">
                <a:ln w="0"/>
                <a:solidFill>
                  <a:schemeClr val="tx1"/>
                </a:solidFill>
                <a:effectLst>
                  <a:outerShdw blurRad="38100" dist="19050" dir="2700000" algn="tl" rotWithShape="0">
                    <a:schemeClr val="dk1">
                      <a:alpha val="40000"/>
                    </a:schemeClr>
                  </a:outerShdw>
                </a:effectLst>
              </a:rPr>
              <a:t>Skill</a:t>
            </a:r>
            <a:r>
              <a:rPr lang="zh-CN" altLang="en-US" sz="1400" dirty="0">
                <a:ln w="0"/>
                <a:solidFill>
                  <a:schemeClr val="tx1"/>
                </a:solidFill>
                <a:effectLst>
                  <a:outerShdw blurRad="38100" dist="19050" dir="2700000" algn="tl" rotWithShape="0">
                    <a:schemeClr val="dk1">
                      <a:alpha val="40000"/>
                    </a:schemeClr>
                  </a:outerShdw>
                </a:effectLst>
              </a:rPr>
              <a:t> </a:t>
            </a:r>
            <a:r>
              <a:rPr lang="en-US" altLang="zh-CN" sz="1400" dirty="0">
                <a:ln w="0"/>
                <a:solidFill>
                  <a:schemeClr val="tx1"/>
                </a:solidFill>
                <a:effectLst>
                  <a:outerShdw blurRad="38100" dist="19050" dir="2700000" algn="tl" rotWithShape="0">
                    <a:schemeClr val="dk1">
                      <a:alpha val="40000"/>
                    </a:schemeClr>
                  </a:outerShdw>
                </a:effectLst>
              </a:rPr>
              <a:t>planner is an agent that</a:t>
            </a:r>
            <a:r>
              <a:rPr lang="zh-CN" altLang="en-US" sz="1400" dirty="0">
                <a:ln w="0"/>
                <a:solidFill>
                  <a:schemeClr val="tx1"/>
                </a:solidFill>
                <a:effectLst>
                  <a:outerShdw blurRad="38100" dist="19050" dir="2700000" algn="tl" rotWithShape="0">
                    <a:schemeClr val="dk1">
                      <a:alpha val="40000"/>
                    </a:schemeClr>
                  </a:outerShdw>
                </a:effectLst>
              </a:rPr>
              <a:t> </a:t>
            </a:r>
            <a:r>
              <a:rPr lang="en-US" altLang="zh-CN" sz="1400" dirty="0">
                <a:ln w="0"/>
                <a:solidFill>
                  <a:schemeClr val="tx1"/>
                </a:solidFill>
                <a:effectLst>
                  <a:outerShdw blurRad="38100" dist="19050" dir="2700000" algn="tl" rotWithShape="0">
                    <a:schemeClr val="dk1">
                      <a:alpha val="40000"/>
                    </a:schemeClr>
                  </a:outerShdw>
                </a:effectLst>
              </a:rPr>
              <a:t>can retrieve data from MCP server, and together with the tickets information, it can create skills for all the agents, it can dynamically tailors each agent's instructions based on the specific outage context.</a:t>
            </a:r>
            <a:endParaRPr lang="en-US" sz="1400" dirty="0">
              <a:ln w="0"/>
              <a:solidFill>
                <a:schemeClr val="tx1"/>
              </a:solidFill>
              <a:effectLst>
                <a:outerShdw blurRad="38100" dist="19050" dir="2700000" algn="tl" rotWithShape="0">
                  <a:schemeClr val="dk1">
                    <a:alpha val="40000"/>
                  </a:schemeClr>
                </a:outerShdw>
              </a:effectLst>
            </a:endParaRPr>
          </a:p>
        </p:txBody>
      </p:sp>
      <p:cxnSp>
        <p:nvCxnSpPr>
          <p:cNvPr id="54" name="Elbow Connector 53">
            <a:extLst>
              <a:ext uri="{FF2B5EF4-FFF2-40B4-BE49-F238E27FC236}">
                <a16:creationId xmlns:a16="http://schemas.microsoft.com/office/drawing/2014/main" id="{94EEE2DF-7122-7BB8-6C59-FFBDCD282AD5}"/>
              </a:ext>
            </a:extLst>
          </p:cNvPr>
          <p:cNvCxnSpPr>
            <a:stCxn id="6" idx="2"/>
          </p:cNvCxnSpPr>
          <p:nvPr/>
        </p:nvCxnSpPr>
        <p:spPr>
          <a:xfrm rot="16200000" flipH="1">
            <a:off x="3303929" y="2228528"/>
            <a:ext cx="1089127" cy="1039069"/>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F45E9579-F054-93AC-956E-F38D496FAFEE}"/>
              </a:ext>
            </a:extLst>
          </p:cNvPr>
          <p:cNvCxnSpPr>
            <a:stCxn id="15" idx="2"/>
            <a:endCxn id="2" idx="0"/>
          </p:cNvCxnSpPr>
          <p:nvPr/>
        </p:nvCxnSpPr>
        <p:spPr>
          <a:xfrm>
            <a:off x="6588565" y="1426515"/>
            <a:ext cx="9309" cy="504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4909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D6468-3167-3CAD-8234-7BFE110B9F17}"/>
            </a:ext>
          </a:extLst>
        </p:cNvPr>
        <p:cNvGrpSpPr/>
        <p:nvPr/>
      </p:nvGrpSpPr>
      <p:grpSpPr>
        <a:xfrm>
          <a:off x="0" y="0"/>
          <a:ext cx="0" cy="0"/>
          <a:chOff x="0" y="0"/>
          <a:chExt cx="0" cy="0"/>
        </a:xfrm>
      </p:grpSpPr>
      <p:sp>
        <p:nvSpPr>
          <p:cNvPr id="85" name="Shape 0">
            <a:extLst>
              <a:ext uri="{FF2B5EF4-FFF2-40B4-BE49-F238E27FC236}">
                <a16:creationId xmlns:a16="http://schemas.microsoft.com/office/drawing/2014/main" id="{61CB1049-D44A-58FB-7E3D-F025797BC0B4}"/>
              </a:ext>
            </a:extLst>
          </p:cNvPr>
          <p:cNvSpPr/>
          <p:nvPr/>
        </p:nvSpPr>
        <p:spPr>
          <a:xfrm>
            <a:off x="0" y="46695"/>
            <a:ext cx="12801600" cy="677464"/>
          </a:xfrm>
          <a:prstGeom prst="rect">
            <a:avLst/>
          </a:prstGeom>
          <a:solidFill>
            <a:srgbClr val="1A5F64"/>
          </a:solidFill>
          <a:ln w="12700">
            <a:solidFill>
              <a:srgbClr val="1A5F64"/>
            </a:solidFill>
            <a:prstDash val="solid"/>
          </a:ln>
        </p:spPr>
        <p:txBody>
          <a:bodyPr/>
          <a:lstStyle/>
          <a:p>
            <a:endParaRPr lang="en-US" sz="2519" dirty="0"/>
          </a:p>
        </p:txBody>
      </p:sp>
      <p:sp>
        <p:nvSpPr>
          <p:cNvPr id="86" name="Text 1">
            <a:extLst>
              <a:ext uri="{FF2B5EF4-FFF2-40B4-BE49-F238E27FC236}">
                <a16:creationId xmlns:a16="http://schemas.microsoft.com/office/drawing/2014/main" id="{C5427416-5717-34E7-D4AE-E84C034CFDAB}"/>
              </a:ext>
            </a:extLst>
          </p:cNvPr>
          <p:cNvSpPr/>
          <p:nvPr/>
        </p:nvSpPr>
        <p:spPr>
          <a:xfrm>
            <a:off x="448056" y="149107"/>
            <a:ext cx="11905488" cy="614477"/>
          </a:xfrm>
          <a:prstGeom prst="rect">
            <a:avLst/>
          </a:prstGeom>
          <a:noFill/>
          <a:ln/>
        </p:spPr>
        <p:txBody>
          <a:bodyPr wrap="square" lIns="0" tIns="0" rIns="0" bIns="0" rtlCol="0" anchor="ctr"/>
          <a:lstStyle/>
          <a:p>
            <a:r>
              <a:rPr lang="en-US" sz="2800" b="1" dirty="0">
                <a:solidFill>
                  <a:srgbClr val="FFFFFF"/>
                </a:solidFill>
                <a:latin typeface="Calibri" pitchFamily="34" charset="0"/>
                <a:cs typeface="Calibri" pitchFamily="34" charset="-120"/>
              </a:rPr>
              <a:t>System design: Global planner</a:t>
            </a:r>
            <a:endParaRPr lang="en-US" sz="2800" dirty="0"/>
          </a:p>
        </p:txBody>
      </p:sp>
      <p:sp>
        <p:nvSpPr>
          <p:cNvPr id="3" name="Rounded Rectangle 2">
            <a:extLst>
              <a:ext uri="{FF2B5EF4-FFF2-40B4-BE49-F238E27FC236}">
                <a16:creationId xmlns:a16="http://schemas.microsoft.com/office/drawing/2014/main" id="{2FD07800-F638-C26D-629D-755E4533238B}"/>
              </a:ext>
            </a:extLst>
          </p:cNvPr>
          <p:cNvSpPr/>
          <p:nvPr/>
        </p:nvSpPr>
        <p:spPr>
          <a:xfrm>
            <a:off x="194777" y="1033059"/>
            <a:ext cx="1432045" cy="444802"/>
          </a:xfrm>
          <a:prstGeom prst="round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80" dirty="0">
                <a:ln w="0"/>
                <a:solidFill>
                  <a:schemeClr val="tx1"/>
                </a:solidFill>
                <a:effectLst>
                  <a:outerShdw blurRad="38100" dist="19050" dir="2700000" algn="tl" rotWithShape="0">
                    <a:schemeClr val="dk1">
                      <a:alpha val="40000"/>
                    </a:schemeClr>
                  </a:outerShdw>
                </a:effectLst>
              </a:rPr>
              <a:t>Input tickets</a:t>
            </a:r>
            <a:endParaRPr lang="en-US" sz="1680" dirty="0">
              <a:ln w="0"/>
              <a:solidFill>
                <a:schemeClr val="tx1"/>
              </a:solidFill>
              <a:effectLst>
                <a:outerShdw blurRad="38100" dist="19050" dir="2700000" algn="tl" rotWithShape="0">
                  <a:schemeClr val="dk1">
                    <a:alpha val="40000"/>
                  </a:schemeClr>
                </a:outerShdw>
              </a:effectLst>
            </a:endParaRPr>
          </a:p>
        </p:txBody>
      </p:sp>
      <p:sp>
        <p:nvSpPr>
          <p:cNvPr id="4" name="Rounded Rectangle 3">
            <a:extLst>
              <a:ext uri="{FF2B5EF4-FFF2-40B4-BE49-F238E27FC236}">
                <a16:creationId xmlns:a16="http://schemas.microsoft.com/office/drawing/2014/main" id="{0E940192-DB05-F0A0-D37D-344E23285027}"/>
              </a:ext>
            </a:extLst>
          </p:cNvPr>
          <p:cNvSpPr/>
          <p:nvPr/>
        </p:nvSpPr>
        <p:spPr>
          <a:xfrm>
            <a:off x="1947822" y="1001919"/>
            <a:ext cx="1593831" cy="444802"/>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80" dirty="0">
                <a:ln w="0"/>
                <a:solidFill>
                  <a:schemeClr val="tx1"/>
                </a:solidFill>
                <a:effectLst>
                  <a:outerShdw blurRad="38100" dist="19050" dir="2700000" algn="tl" rotWithShape="0">
                    <a:schemeClr val="dk1">
                      <a:alpha val="40000"/>
                    </a:schemeClr>
                  </a:outerShdw>
                </a:effectLst>
              </a:rPr>
              <a:t>Prompt parser</a:t>
            </a:r>
            <a:endParaRPr lang="en-US" sz="1680" dirty="0">
              <a:ln w="0"/>
              <a:solidFill>
                <a:schemeClr val="tx1"/>
              </a:solidFill>
              <a:effectLst>
                <a:outerShdw blurRad="38100" dist="19050" dir="2700000" algn="tl" rotWithShape="0">
                  <a:schemeClr val="dk1">
                    <a:alpha val="40000"/>
                  </a:schemeClr>
                </a:outerShdw>
              </a:effectLst>
            </a:endParaRPr>
          </a:p>
        </p:txBody>
      </p:sp>
      <p:sp>
        <p:nvSpPr>
          <p:cNvPr id="33" name="Rounded Rectangle 32">
            <a:extLst>
              <a:ext uri="{FF2B5EF4-FFF2-40B4-BE49-F238E27FC236}">
                <a16:creationId xmlns:a16="http://schemas.microsoft.com/office/drawing/2014/main" id="{20D1480C-A8CE-B664-ED88-AEE321BC1276}"/>
              </a:ext>
            </a:extLst>
          </p:cNvPr>
          <p:cNvSpPr/>
          <p:nvPr/>
        </p:nvSpPr>
        <p:spPr>
          <a:xfrm>
            <a:off x="5833968" y="6697364"/>
            <a:ext cx="1305686" cy="375360"/>
          </a:xfrm>
          <a:prstGeom prst="roundRect">
            <a:avLst/>
          </a:prstGeom>
          <a:solidFill>
            <a:schemeClr val="accent2">
              <a:lumMod val="60000"/>
              <a:lumOff val="4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Cross</a:t>
            </a:r>
            <a:r>
              <a:rPr lang="zh-CN" altLang="en-US" sz="1400">
                <a:ln w="0"/>
                <a:solidFill>
                  <a:schemeClr val="tx1"/>
                </a:solidFill>
                <a:effectLst>
                  <a:outerShdw blurRad="38100" dist="19050" dir="2700000" algn="tl" rotWithShape="0">
                    <a:schemeClr val="dk1">
                      <a:alpha val="40000"/>
                    </a:schemeClr>
                  </a:outerShdw>
                </a:effectLst>
              </a:rPr>
              <a:t> </a:t>
            </a:r>
            <a:r>
              <a:rPr lang="en-US" sz="1400" dirty="0">
                <a:ln w="0"/>
                <a:solidFill>
                  <a:schemeClr val="tx1"/>
                </a:solidFill>
                <a:effectLst>
                  <a:outerShdw blurRad="38100" dist="19050" dir="2700000" algn="tl" rotWithShape="0">
                    <a:schemeClr val="dk1">
                      <a:alpha val="40000"/>
                    </a:schemeClr>
                  </a:outerShdw>
                </a:effectLst>
              </a:rPr>
              <a:t>agent</a:t>
            </a:r>
            <a:r>
              <a:rPr lang="zh-CN" altLang="en-US" sz="1400">
                <a:ln w="0"/>
                <a:solidFill>
                  <a:schemeClr val="tx1"/>
                </a:solidFill>
                <a:effectLst>
                  <a:outerShdw blurRad="38100" dist="19050" dir="2700000" algn="tl" rotWithShape="0">
                    <a:schemeClr val="dk1">
                      <a:alpha val="40000"/>
                    </a:schemeClr>
                  </a:outerShdw>
                </a:effectLst>
              </a:rPr>
              <a:t> </a:t>
            </a:r>
            <a:r>
              <a:rPr lang="en-US" altLang="zh-CN" sz="1400" dirty="0">
                <a:ln w="0"/>
                <a:solidFill>
                  <a:schemeClr val="tx1"/>
                </a:solidFill>
                <a:effectLst>
                  <a:outerShdw blurRad="38100" dist="19050" dir="2700000" algn="tl" rotWithShape="0">
                    <a:schemeClr val="dk1">
                      <a:alpha val="40000"/>
                    </a:schemeClr>
                  </a:outerShdw>
                </a:effectLst>
              </a:rPr>
              <a:t>verifier</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34" name="Rounded Rectangle 33">
            <a:extLst>
              <a:ext uri="{FF2B5EF4-FFF2-40B4-BE49-F238E27FC236}">
                <a16:creationId xmlns:a16="http://schemas.microsoft.com/office/drawing/2014/main" id="{C93113BD-DF7E-D8E4-E7EE-B2E36B86F5B2}"/>
              </a:ext>
            </a:extLst>
          </p:cNvPr>
          <p:cNvSpPr/>
          <p:nvPr/>
        </p:nvSpPr>
        <p:spPr>
          <a:xfrm>
            <a:off x="5865354" y="7338163"/>
            <a:ext cx="1242914" cy="539704"/>
          </a:xfrm>
          <a:prstGeom prst="roundRect">
            <a:avLst/>
          </a:prstGeom>
          <a:solidFill>
            <a:srgbClr val="EFA6A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Reflector</a:t>
            </a:r>
          </a:p>
          <a:p>
            <a:pPr algn="ctr"/>
            <a:r>
              <a:rPr lang="en-US" sz="1400" dirty="0">
                <a:ln w="0"/>
                <a:solidFill>
                  <a:schemeClr val="tx1"/>
                </a:solidFill>
                <a:effectLst>
                  <a:outerShdw blurRad="38100" dist="19050" dir="2700000" algn="tl" rotWithShape="0">
                    <a:schemeClr val="dk1">
                      <a:alpha val="40000"/>
                    </a:schemeClr>
                  </a:outerShdw>
                </a:effectLst>
              </a:rPr>
              <a:t>agent</a:t>
            </a:r>
          </a:p>
        </p:txBody>
      </p:sp>
      <p:sp>
        <p:nvSpPr>
          <p:cNvPr id="35" name="Rounded Rectangle 34">
            <a:extLst>
              <a:ext uri="{FF2B5EF4-FFF2-40B4-BE49-F238E27FC236}">
                <a16:creationId xmlns:a16="http://schemas.microsoft.com/office/drawing/2014/main" id="{7405EA85-C18A-C09E-97E6-DE5692279791}"/>
              </a:ext>
            </a:extLst>
          </p:cNvPr>
          <p:cNvSpPr/>
          <p:nvPr/>
        </p:nvSpPr>
        <p:spPr>
          <a:xfrm>
            <a:off x="8771558" y="3020670"/>
            <a:ext cx="1637010" cy="47091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Output result</a:t>
            </a:r>
            <a:endParaRPr lang="en-US" sz="1680" dirty="0"/>
          </a:p>
        </p:txBody>
      </p:sp>
      <p:sp>
        <p:nvSpPr>
          <p:cNvPr id="37" name="Rounded Rectangle 36">
            <a:extLst>
              <a:ext uri="{FF2B5EF4-FFF2-40B4-BE49-F238E27FC236}">
                <a16:creationId xmlns:a16="http://schemas.microsoft.com/office/drawing/2014/main" id="{917ED972-4689-0EB0-5BE9-C2B43A34D8F4}"/>
              </a:ext>
            </a:extLst>
          </p:cNvPr>
          <p:cNvSpPr/>
          <p:nvPr/>
        </p:nvSpPr>
        <p:spPr>
          <a:xfrm rot="16200000">
            <a:off x="8889558" y="2957098"/>
            <a:ext cx="4422748" cy="512390"/>
          </a:xfrm>
          <a:prstGeom prst="roundRect">
            <a:avLst/>
          </a:prstGeom>
          <a:solidFill>
            <a:srgbClr val="A2C2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Run-store MCP server</a:t>
            </a:r>
          </a:p>
        </p:txBody>
      </p:sp>
      <p:sp>
        <p:nvSpPr>
          <p:cNvPr id="38" name="Rounded Rectangle 37">
            <a:extLst>
              <a:ext uri="{FF2B5EF4-FFF2-40B4-BE49-F238E27FC236}">
                <a16:creationId xmlns:a16="http://schemas.microsoft.com/office/drawing/2014/main" id="{D6B3CB63-EDB9-E0D9-BF0D-A1C6C2FD3074}"/>
              </a:ext>
            </a:extLst>
          </p:cNvPr>
          <p:cNvSpPr/>
          <p:nvPr/>
        </p:nvSpPr>
        <p:spPr>
          <a:xfrm rot="16200000">
            <a:off x="9890280" y="6385486"/>
            <a:ext cx="2434029" cy="512390"/>
          </a:xfrm>
          <a:prstGeom prst="roundRect">
            <a:avLst/>
          </a:prstGeom>
          <a:solidFill>
            <a:srgbClr val="EEBB7C"/>
          </a:solidFill>
          <a:ln>
            <a:solidFill>
              <a:schemeClr val="accent1">
                <a:shade val="15000"/>
                <a:alpha val="52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Rules-memory MCP server</a:t>
            </a:r>
          </a:p>
        </p:txBody>
      </p:sp>
      <p:cxnSp>
        <p:nvCxnSpPr>
          <p:cNvPr id="40" name="Straight Arrow Connector 39">
            <a:extLst>
              <a:ext uri="{FF2B5EF4-FFF2-40B4-BE49-F238E27FC236}">
                <a16:creationId xmlns:a16="http://schemas.microsoft.com/office/drawing/2014/main" id="{D8EFB2A6-D55B-B1B3-F425-272ACDB828DA}"/>
              </a:ext>
            </a:extLst>
          </p:cNvPr>
          <p:cNvCxnSpPr>
            <a:cxnSpLocks/>
            <a:endCxn id="4" idx="1"/>
          </p:cNvCxnSpPr>
          <p:nvPr/>
        </p:nvCxnSpPr>
        <p:spPr>
          <a:xfrm>
            <a:off x="1648603" y="1224320"/>
            <a:ext cx="29921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7AB3D2F5-E250-A166-F3FC-754205217B5C}"/>
              </a:ext>
            </a:extLst>
          </p:cNvPr>
          <p:cNvCxnSpPr>
            <a:cxnSpLocks/>
            <a:stCxn id="4" idx="3"/>
            <a:endCxn id="15" idx="1"/>
          </p:cNvCxnSpPr>
          <p:nvPr/>
        </p:nvCxnSpPr>
        <p:spPr>
          <a:xfrm>
            <a:off x="3541653" y="1224320"/>
            <a:ext cx="2169737" cy="5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95703774-7F6D-7A96-803D-1489A1651612}"/>
              </a:ext>
            </a:extLst>
          </p:cNvPr>
          <p:cNvCxnSpPr>
            <a:cxnSpLocks/>
            <a:endCxn id="99" idx="0"/>
          </p:cNvCxnSpPr>
          <p:nvPr/>
        </p:nvCxnSpPr>
        <p:spPr>
          <a:xfrm>
            <a:off x="6457683" y="6299709"/>
            <a:ext cx="5009" cy="3043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FDCC97DD-6AEC-C618-1B55-C4BDE1F6733A}"/>
              </a:ext>
            </a:extLst>
          </p:cNvPr>
          <p:cNvCxnSpPr>
            <a:cxnSpLocks/>
            <a:stCxn id="33" idx="2"/>
            <a:endCxn id="34" idx="0"/>
          </p:cNvCxnSpPr>
          <p:nvPr/>
        </p:nvCxnSpPr>
        <p:spPr>
          <a:xfrm>
            <a:off x="6486811" y="7072724"/>
            <a:ext cx="0" cy="2654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8" name="Rounded Rectangle 77">
            <a:extLst>
              <a:ext uri="{FF2B5EF4-FFF2-40B4-BE49-F238E27FC236}">
                <a16:creationId xmlns:a16="http://schemas.microsoft.com/office/drawing/2014/main" id="{21344C8D-44FC-F662-F5A3-BFB9CF2AF054}"/>
              </a:ext>
            </a:extLst>
          </p:cNvPr>
          <p:cNvSpPr/>
          <p:nvPr/>
        </p:nvSpPr>
        <p:spPr>
          <a:xfrm>
            <a:off x="2829200" y="4551193"/>
            <a:ext cx="7143199" cy="3512205"/>
          </a:xfrm>
          <a:prstGeom prst="roundRect">
            <a:avLst>
              <a:gd name="adj" fmla="val 13377"/>
            </a:avLst>
          </a:prstGeom>
          <a:noFill/>
          <a:ln>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99" name="Rounded Rectangle 98">
            <a:extLst>
              <a:ext uri="{FF2B5EF4-FFF2-40B4-BE49-F238E27FC236}">
                <a16:creationId xmlns:a16="http://schemas.microsoft.com/office/drawing/2014/main" id="{84DDB24F-3C6D-A0C0-010E-140933CF047C}"/>
              </a:ext>
            </a:extLst>
          </p:cNvPr>
          <p:cNvSpPr/>
          <p:nvPr/>
        </p:nvSpPr>
        <p:spPr>
          <a:xfrm>
            <a:off x="3538796" y="6604105"/>
            <a:ext cx="5847792" cy="1290654"/>
          </a:xfrm>
          <a:prstGeom prst="roundRect">
            <a:avLst/>
          </a:prstGeom>
          <a:noFill/>
          <a:ln>
            <a:solidFill>
              <a:schemeClr val="tx1"/>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100" name="Rounded Rectangle 99">
            <a:extLst>
              <a:ext uri="{FF2B5EF4-FFF2-40B4-BE49-F238E27FC236}">
                <a16:creationId xmlns:a16="http://schemas.microsoft.com/office/drawing/2014/main" id="{CE75EF57-E421-82B3-0739-D073AC195071}"/>
              </a:ext>
            </a:extLst>
          </p:cNvPr>
          <p:cNvSpPr/>
          <p:nvPr/>
        </p:nvSpPr>
        <p:spPr>
          <a:xfrm>
            <a:off x="2992718" y="6510846"/>
            <a:ext cx="1718074" cy="407172"/>
          </a:xfrm>
          <a:prstGeom prst="roundRect">
            <a:avLst/>
          </a:prstGeom>
          <a:solidFill>
            <a:srgbClr val="FFABC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Verification &amp; reflection</a:t>
            </a:r>
            <a:r>
              <a:rPr lang="zh-CN" altLang="en-US" sz="1400" dirty="0">
                <a:ln w="0"/>
                <a:solidFill>
                  <a:schemeClr val="tx1"/>
                </a:solidFill>
                <a:effectLst>
                  <a:outerShdw blurRad="38100" dist="19050" dir="2700000" algn="tl" rotWithShape="0">
                    <a:schemeClr val="dk1">
                      <a:alpha val="40000"/>
                    </a:schemeClr>
                  </a:outerShdw>
                </a:effectLst>
              </a:rPr>
              <a:t> </a:t>
            </a:r>
            <a:r>
              <a:rPr lang="en-US" altLang="zh-CN" sz="1400" dirty="0">
                <a:ln w="0"/>
                <a:solidFill>
                  <a:schemeClr val="tx1"/>
                </a:solidFill>
                <a:effectLst>
                  <a:outerShdw blurRad="38100" dist="19050" dir="2700000" algn="tl" rotWithShape="0">
                    <a:schemeClr val="dk1">
                      <a:alpha val="40000"/>
                    </a:schemeClr>
                  </a:outerShdw>
                </a:effectLst>
              </a:rPr>
              <a:t>agents</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91" name="TextBox 90">
            <a:extLst>
              <a:ext uri="{FF2B5EF4-FFF2-40B4-BE49-F238E27FC236}">
                <a16:creationId xmlns:a16="http://schemas.microsoft.com/office/drawing/2014/main" id="{8DA9530C-43ED-FEC4-3DF5-F3A1BD696896}"/>
              </a:ext>
            </a:extLst>
          </p:cNvPr>
          <p:cNvSpPr txBox="1"/>
          <p:nvPr/>
        </p:nvSpPr>
        <p:spPr>
          <a:xfrm>
            <a:off x="3573487" y="775537"/>
            <a:ext cx="1681008" cy="738664"/>
          </a:xfrm>
          <a:prstGeom prst="rect">
            <a:avLst/>
          </a:prstGeom>
          <a:noFill/>
        </p:spPr>
        <p:txBody>
          <a:bodyPr wrap="square" rtlCol="0">
            <a:spAutoFit/>
          </a:bodyPr>
          <a:lstStyle/>
          <a:p>
            <a:r>
              <a:rPr lang="en-US" sz="1400" dirty="0"/>
              <a:t>Target USIDs, shutdown duration,</a:t>
            </a:r>
          </a:p>
          <a:p>
            <a:r>
              <a:rPr lang="en-US" sz="1400" dirty="0"/>
              <a:t>Outage type</a:t>
            </a:r>
          </a:p>
        </p:txBody>
      </p:sp>
      <p:pic>
        <p:nvPicPr>
          <p:cNvPr id="2050" name="Picture 2" descr="Colourful database icon trio">
            <a:extLst>
              <a:ext uri="{FF2B5EF4-FFF2-40B4-BE49-F238E27FC236}">
                <a16:creationId xmlns:a16="http://schemas.microsoft.com/office/drawing/2014/main" id="{0492BC04-A62C-5AFC-4866-1FD1F7B451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102" b="19669"/>
          <a:stretch>
            <a:fillRect/>
          </a:stretch>
        </p:blipFill>
        <p:spPr bwMode="auto">
          <a:xfrm>
            <a:off x="11859323" y="5061257"/>
            <a:ext cx="846677" cy="726816"/>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4" descr="Generated image: Black arrows forming a continuous loop">
            <a:extLst>
              <a:ext uri="{FF2B5EF4-FFF2-40B4-BE49-F238E27FC236}">
                <a16:creationId xmlns:a16="http://schemas.microsoft.com/office/drawing/2014/main" id="{A832D92C-F7E0-85AC-2931-8B8E1C3E615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064" b="13703"/>
          <a:stretch>
            <a:fillRect/>
          </a:stretch>
        </p:blipFill>
        <p:spPr bwMode="auto">
          <a:xfrm>
            <a:off x="10011721" y="4995674"/>
            <a:ext cx="733023" cy="573461"/>
          </a:xfrm>
          <a:prstGeom prst="rect">
            <a:avLst/>
          </a:prstGeom>
          <a:noFill/>
          <a:extLst>
            <a:ext uri="{909E8E84-426E-40DD-AFC4-6F175D3DCCD1}">
              <a14:hiddenFill xmlns:a14="http://schemas.microsoft.com/office/drawing/2010/main">
                <a:solidFill>
                  <a:srgbClr val="FFFFFF"/>
                </a:solidFill>
              </a14:hiddenFill>
            </a:ext>
          </a:extLst>
        </p:spPr>
      </p:pic>
      <p:cxnSp>
        <p:nvCxnSpPr>
          <p:cNvPr id="106" name="Straight Arrow Connector 105">
            <a:extLst>
              <a:ext uri="{FF2B5EF4-FFF2-40B4-BE49-F238E27FC236}">
                <a16:creationId xmlns:a16="http://schemas.microsoft.com/office/drawing/2014/main" id="{C4087C74-E07F-F568-8A86-7A04C88C8969}"/>
              </a:ext>
            </a:extLst>
          </p:cNvPr>
          <p:cNvCxnSpPr>
            <a:cxnSpLocks/>
            <a:endCxn id="2050" idx="1"/>
          </p:cNvCxnSpPr>
          <p:nvPr/>
        </p:nvCxnSpPr>
        <p:spPr>
          <a:xfrm>
            <a:off x="11425890" y="5424665"/>
            <a:ext cx="433432"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5" name="Rounded Rectangle 14">
            <a:extLst>
              <a:ext uri="{FF2B5EF4-FFF2-40B4-BE49-F238E27FC236}">
                <a16:creationId xmlns:a16="http://schemas.microsoft.com/office/drawing/2014/main" id="{7471CBD4-0A28-2882-4C8A-5A1468FC890C}"/>
              </a:ext>
            </a:extLst>
          </p:cNvPr>
          <p:cNvSpPr/>
          <p:nvPr/>
        </p:nvSpPr>
        <p:spPr>
          <a:xfrm>
            <a:off x="5711390" y="1023186"/>
            <a:ext cx="1754350" cy="403329"/>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global Planner</a:t>
            </a:r>
            <a:endParaRPr lang="en-US" dirty="0"/>
          </a:p>
        </p:txBody>
      </p:sp>
      <p:cxnSp>
        <p:nvCxnSpPr>
          <p:cNvPr id="36" name="Straight Arrow Connector 35">
            <a:extLst>
              <a:ext uri="{FF2B5EF4-FFF2-40B4-BE49-F238E27FC236}">
                <a16:creationId xmlns:a16="http://schemas.microsoft.com/office/drawing/2014/main" id="{9BDFE21F-F511-7070-C22B-4E270988C6B5}"/>
              </a:ext>
            </a:extLst>
          </p:cNvPr>
          <p:cNvCxnSpPr>
            <a:cxnSpLocks/>
            <a:endCxn id="15" idx="3"/>
          </p:cNvCxnSpPr>
          <p:nvPr/>
        </p:nvCxnSpPr>
        <p:spPr>
          <a:xfrm flipH="1" flipV="1">
            <a:off x="7465740" y="1224851"/>
            <a:ext cx="3378997" cy="92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 name="Rectangle 4">
            <a:extLst>
              <a:ext uri="{FF2B5EF4-FFF2-40B4-BE49-F238E27FC236}">
                <a16:creationId xmlns:a16="http://schemas.microsoft.com/office/drawing/2014/main" id="{0DAF4E13-0CC5-B32C-AE60-CD91C6D51A86}"/>
              </a:ext>
            </a:extLst>
          </p:cNvPr>
          <p:cNvSpPr/>
          <p:nvPr/>
        </p:nvSpPr>
        <p:spPr>
          <a:xfrm>
            <a:off x="4988365" y="1659903"/>
            <a:ext cx="3200400" cy="63113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Analysis agents needs</a:t>
            </a:r>
          </a:p>
          <a:p>
            <a:pPr algn="ctr"/>
            <a:r>
              <a:rPr lang="en-US" dirty="0">
                <a:ln w="0"/>
                <a:solidFill>
                  <a:schemeClr val="tx1"/>
                </a:solidFill>
                <a:effectLst>
                  <a:outerShdw blurRad="38100" dist="19050" dir="2700000" algn="tl" rotWithShape="0">
                    <a:schemeClr val="dk1">
                      <a:alpha val="40000"/>
                    </a:schemeClr>
                  </a:outerShdw>
                </a:effectLst>
              </a:rPr>
              <a:t>Orchestration of these agents</a:t>
            </a:r>
            <a:endParaRPr lang="en-US" dirty="0"/>
          </a:p>
        </p:txBody>
      </p:sp>
      <p:cxnSp>
        <p:nvCxnSpPr>
          <p:cNvPr id="17" name="Straight Arrow Connector 16">
            <a:extLst>
              <a:ext uri="{FF2B5EF4-FFF2-40B4-BE49-F238E27FC236}">
                <a16:creationId xmlns:a16="http://schemas.microsoft.com/office/drawing/2014/main" id="{3DEEF684-4294-E236-5266-2E7D8F08EDFF}"/>
              </a:ext>
            </a:extLst>
          </p:cNvPr>
          <p:cNvCxnSpPr>
            <a:stCxn id="15" idx="2"/>
            <a:endCxn id="5" idx="0"/>
          </p:cNvCxnSpPr>
          <p:nvPr/>
        </p:nvCxnSpPr>
        <p:spPr>
          <a:xfrm>
            <a:off x="6588565" y="1426515"/>
            <a:ext cx="0" cy="2333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844CF076-F88D-9B94-685E-D8D97C1225A5}"/>
              </a:ext>
            </a:extLst>
          </p:cNvPr>
          <p:cNvSpPr txBox="1"/>
          <p:nvPr/>
        </p:nvSpPr>
        <p:spPr>
          <a:xfrm>
            <a:off x="5011140" y="2742508"/>
            <a:ext cx="3131349" cy="1040285"/>
          </a:xfrm>
          <a:prstGeom prst="rect">
            <a:avLst/>
          </a:prstGeom>
          <a:noFill/>
        </p:spPr>
        <p:txBody>
          <a:bodyPr wrap="square" rtlCol="0">
            <a:spAutoFit/>
          </a:bodyPr>
          <a:lstStyle/>
          <a:p>
            <a:pPr algn="ctr"/>
            <a:r>
              <a:rPr lang="en-US" sz="1540" dirty="0">
                <a:ln w="0"/>
                <a:effectLst>
                  <a:outerShdw blurRad="38100" dist="19050" dir="2700000" algn="tl" rotWithShape="0">
                    <a:schemeClr val="dk1">
                      <a:alpha val="40000"/>
                    </a:schemeClr>
                  </a:outerShdw>
                </a:effectLst>
              </a:rPr>
              <a:t>Harness</a:t>
            </a:r>
          </a:p>
          <a:p>
            <a:pPr algn="ctr"/>
            <a:r>
              <a:rPr lang="en-US" sz="1540" dirty="0">
                <a:ln w="0"/>
                <a:effectLst>
                  <a:outerShdw blurRad="38100" dist="19050" dir="2700000" algn="tl" rotWithShape="0">
                    <a:schemeClr val="dk1">
                      <a:alpha val="40000"/>
                    </a:schemeClr>
                  </a:outerShdw>
                </a:effectLst>
              </a:rPr>
              <a:t>Make sure the execution follow the orchestration, force the verification for each planned agent</a:t>
            </a:r>
          </a:p>
        </p:txBody>
      </p:sp>
      <p:sp>
        <p:nvSpPr>
          <p:cNvPr id="25" name="Rounded Rectangle 24">
            <a:extLst>
              <a:ext uri="{FF2B5EF4-FFF2-40B4-BE49-F238E27FC236}">
                <a16:creationId xmlns:a16="http://schemas.microsoft.com/office/drawing/2014/main" id="{CCE75812-2D6A-4EFA-468E-2049F66C2CB5}"/>
              </a:ext>
            </a:extLst>
          </p:cNvPr>
          <p:cNvSpPr/>
          <p:nvPr/>
        </p:nvSpPr>
        <p:spPr>
          <a:xfrm>
            <a:off x="5065913" y="2735985"/>
            <a:ext cx="3200400" cy="104028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27" name="Rounded Rectangle 26">
            <a:extLst>
              <a:ext uri="{FF2B5EF4-FFF2-40B4-BE49-F238E27FC236}">
                <a16:creationId xmlns:a16="http://schemas.microsoft.com/office/drawing/2014/main" id="{75ADAA99-A669-A668-92E6-243139678063}"/>
              </a:ext>
            </a:extLst>
          </p:cNvPr>
          <p:cNvSpPr/>
          <p:nvPr/>
        </p:nvSpPr>
        <p:spPr>
          <a:xfrm>
            <a:off x="3307494" y="5154329"/>
            <a:ext cx="6444578" cy="796632"/>
          </a:xfrm>
          <a:prstGeom prst="roundRect">
            <a:avLst/>
          </a:prstGeom>
          <a:noFill/>
          <a:ln>
            <a:solidFill>
              <a:schemeClr val="tx1"/>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28" name="Rounded Rectangle 27">
            <a:extLst>
              <a:ext uri="{FF2B5EF4-FFF2-40B4-BE49-F238E27FC236}">
                <a16:creationId xmlns:a16="http://schemas.microsoft.com/office/drawing/2014/main" id="{5BBFEB7A-5422-2812-BE3A-FDD6F4CCCC27}"/>
              </a:ext>
            </a:extLst>
          </p:cNvPr>
          <p:cNvSpPr/>
          <p:nvPr/>
        </p:nvSpPr>
        <p:spPr>
          <a:xfrm>
            <a:off x="4162604" y="5303019"/>
            <a:ext cx="4773390" cy="403918"/>
          </a:xfrm>
          <a:prstGeom prst="round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ln w="0"/>
                <a:solidFill>
                  <a:schemeClr val="tx1"/>
                </a:solidFill>
                <a:effectLst>
                  <a:outerShdw blurRad="38100" dist="19050" dir="2700000" algn="tl" rotWithShape="0">
                    <a:schemeClr val="dk1">
                      <a:alpha val="40000"/>
                    </a:schemeClr>
                  </a:outerShdw>
                </a:effectLst>
              </a:rPr>
              <a:t>Analysis agents</a:t>
            </a:r>
          </a:p>
        </p:txBody>
      </p:sp>
      <p:sp>
        <p:nvSpPr>
          <p:cNvPr id="30" name="TextBox 29">
            <a:extLst>
              <a:ext uri="{FF2B5EF4-FFF2-40B4-BE49-F238E27FC236}">
                <a16:creationId xmlns:a16="http://schemas.microsoft.com/office/drawing/2014/main" id="{AA2119A2-BCD6-F9E1-D074-4EFD5ED7079B}"/>
              </a:ext>
            </a:extLst>
          </p:cNvPr>
          <p:cNvSpPr txBox="1"/>
          <p:nvPr/>
        </p:nvSpPr>
        <p:spPr>
          <a:xfrm>
            <a:off x="32524" y="4995674"/>
            <a:ext cx="2371268" cy="2030428"/>
          </a:xfrm>
          <a:prstGeom prst="rect">
            <a:avLst/>
          </a:prstGeom>
          <a:noFill/>
        </p:spPr>
        <p:txBody>
          <a:bodyPr wrap="square" rtlCol="0">
            <a:spAutoFit/>
          </a:bodyPr>
          <a:lstStyle/>
          <a:p>
            <a:r>
              <a:rPr lang="en-US" dirty="0"/>
              <a:t>Global planner plan for what is the analysis agents, and how they work together.</a:t>
            </a:r>
            <a:r>
              <a:rPr lang="zh-CN" altLang="en-US" dirty="0"/>
              <a:t> </a:t>
            </a:r>
            <a:r>
              <a:rPr lang="en-US" altLang="zh-CN" dirty="0"/>
              <a:t>It will also give instructions for skill writing agent to write the full skill. </a:t>
            </a:r>
            <a:endParaRPr lang="en-US" dirty="0"/>
          </a:p>
        </p:txBody>
      </p:sp>
      <p:sp>
        <p:nvSpPr>
          <p:cNvPr id="32" name="Rounded Rectangle 31">
            <a:extLst>
              <a:ext uri="{FF2B5EF4-FFF2-40B4-BE49-F238E27FC236}">
                <a16:creationId xmlns:a16="http://schemas.microsoft.com/office/drawing/2014/main" id="{1B4592B2-D6CD-5DA8-9991-F8EC20930E9D}"/>
              </a:ext>
            </a:extLst>
          </p:cNvPr>
          <p:cNvSpPr/>
          <p:nvPr/>
        </p:nvSpPr>
        <p:spPr>
          <a:xfrm>
            <a:off x="2109434" y="1734362"/>
            <a:ext cx="1934008" cy="496975"/>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Skill writing agent</a:t>
            </a:r>
            <a:endParaRPr lang="en-US" dirty="0"/>
          </a:p>
        </p:txBody>
      </p:sp>
      <p:sp>
        <p:nvSpPr>
          <p:cNvPr id="41" name="Rounded Rectangle 40">
            <a:extLst>
              <a:ext uri="{FF2B5EF4-FFF2-40B4-BE49-F238E27FC236}">
                <a16:creationId xmlns:a16="http://schemas.microsoft.com/office/drawing/2014/main" id="{51AD8075-AD2C-336E-30C9-8B4051D7854B}"/>
              </a:ext>
            </a:extLst>
          </p:cNvPr>
          <p:cNvSpPr/>
          <p:nvPr/>
        </p:nvSpPr>
        <p:spPr>
          <a:xfrm>
            <a:off x="2283068" y="2965002"/>
            <a:ext cx="1593831" cy="51239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Skills library</a:t>
            </a:r>
          </a:p>
        </p:txBody>
      </p:sp>
      <p:cxnSp>
        <p:nvCxnSpPr>
          <p:cNvPr id="44" name="Straight Arrow Connector 43">
            <a:extLst>
              <a:ext uri="{FF2B5EF4-FFF2-40B4-BE49-F238E27FC236}">
                <a16:creationId xmlns:a16="http://schemas.microsoft.com/office/drawing/2014/main" id="{BEB27109-D1B5-253F-4CDE-0D3D99CB5326}"/>
              </a:ext>
            </a:extLst>
          </p:cNvPr>
          <p:cNvCxnSpPr>
            <a:stCxn id="5" idx="1"/>
            <a:endCxn id="32" idx="3"/>
          </p:cNvCxnSpPr>
          <p:nvPr/>
        </p:nvCxnSpPr>
        <p:spPr>
          <a:xfrm flipH="1">
            <a:off x="4043442" y="1975468"/>
            <a:ext cx="944923" cy="73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6A0872B0-83C6-F741-16BA-B26A60EF148A}"/>
              </a:ext>
            </a:extLst>
          </p:cNvPr>
          <p:cNvCxnSpPr>
            <a:stCxn id="32" idx="2"/>
            <a:endCxn id="41" idx="0"/>
          </p:cNvCxnSpPr>
          <p:nvPr/>
        </p:nvCxnSpPr>
        <p:spPr>
          <a:xfrm>
            <a:off x="3076438" y="2231337"/>
            <a:ext cx="3546" cy="7336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AACD4A7A-32FF-52F4-B838-C9EA4D80D979}"/>
              </a:ext>
            </a:extLst>
          </p:cNvPr>
          <p:cNvCxnSpPr>
            <a:stCxn id="5" idx="2"/>
            <a:endCxn id="23" idx="0"/>
          </p:cNvCxnSpPr>
          <p:nvPr/>
        </p:nvCxnSpPr>
        <p:spPr>
          <a:xfrm flipH="1">
            <a:off x="6576815" y="2291033"/>
            <a:ext cx="11750" cy="4514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9" name="Down Arrow 58">
            <a:extLst>
              <a:ext uri="{FF2B5EF4-FFF2-40B4-BE49-F238E27FC236}">
                <a16:creationId xmlns:a16="http://schemas.microsoft.com/office/drawing/2014/main" id="{F9A21DD9-BC4C-8B21-8E82-29FBDEF09DD7}"/>
              </a:ext>
            </a:extLst>
          </p:cNvPr>
          <p:cNvSpPr/>
          <p:nvPr/>
        </p:nvSpPr>
        <p:spPr>
          <a:xfrm>
            <a:off x="6610076" y="3972723"/>
            <a:ext cx="158224" cy="55380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cxnSp>
        <p:nvCxnSpPr>
          <p:cNvPr id="62" name="Elbow Connector 61">
            <a:extLst>
              <a:ext uri="{FF2B5EF4-FFF2-40B4-BE49-F238E27FC236}">
                <a16:creationId xmlns:a16="http://schemas.microsoft.com/office/drawing/2014/main" id="{768A20DA-5A87-1A81-47D4-672810B1C377}"/>
              </a:ext>
            </a:extLst>
          </p:cNvPr>
          <p:cNvCxnSpPr>
            <a:stCxn id="41" idx="2"/>
          </p:cNvCxnSpPr>
          <p:nvPr/>
        </p:nvCxnSpPr>
        <p:spPr>
          <a:xfrm rot="16200000" flipH="1">
            <a:off x="2495012" y="4062363"/>
            <a:ext cx="1676937" cy="50699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CE157E79-2A92-3C9C-5771-91017861EA5A}"/>
              </a:ext>
            </a:extLst>
          </p:cNvPr>
          <p:cNvCxnSpPr>
            <a:stCxn id="25" idx="3"/>
            <a:endCxn id="35" idx="1"/>
          </p:cNvCxnSpPr>
          <p:nvPr/>
        </p:nvCxnSpPr>
        <p:spPr>
          <a:xfrm>
            <a:off x="8266313" y="3256127"/>
            <a:ext cx="50524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70631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E97CF-E59F-2596-74BC-57F18059CEC0}"/>
            </a:ext>
          </a:extLst>
        </p:cNvPr>
        <p:cNvGrpSpPr/>
        <p:nvPr/>
      </p:nvGrpSpPr>
      <p:grpSpPr>
        <a:xfrm>
          <a:off x="0" y="0"/>
          <a:ext cx="0" cy="0"/>
          <a:chOff x="0" y="0"/>
          <a:chExt cx="0" cy="0"/>
        </a:xfrm>
      </p:grpSpPr>
      <p:sp>
        <p:nvSpPr>
          <p:cNvPr id="85" name="Shape 0">
            <a:extLst>
              <a:ext uri="{FF2B5EF4-FFF2-40B4-BE49-F238E27FC236}">
                <a16:creationId xmlns:a16="http://schemas.microsoft.com/office/drawing/2014/main" id="{F308D57E-AD5F-FF34-1D58-3F40D86B9A5F}"/>
              </a:ext>
            </a:extLst>
          </p:cNvPr>
          <p:cNvSpPr/>
          <p:nvPr/>
        </p:nvSpPr>
        <p:spPr>
          <a:xfrm>
            <a:off x="0" y="46695"/>
            <a:ext cx="12801600" cy="677464"/>
          </a:xfrm>
          <a:prstGeom prst="rect">
            <a:avLst/>
          </a:prstGeom>
          <a:solidFill>
            <a:srgbClr val="1A5F64"/>
          </a:solidFill>
          <a:ln w="12700">
            <a:solidFill>
              <a:srgbClr val="1A5F64"/>
            </a:solidFill>
            <a:prstDash val="solid"/>
          </a:ln>
        </p:spPr>
        <p:txBody>
          <a:bodyPr/>
          <a:lstStyle/>
          <a:p>
            <a:endParaRPr lang="en-US" sz="2519" dirty="0"/>
          </a:p>
        </p:txBody>
      </p:sp>
      <p:sp>
        <p:nvSpPr>
          <p:cNvPr id="86" name="Text 1">
            <a:extLst>
              <a:ext uri="{FF2B5EF4-FFF2-40B4-BE49-F238E27FC236}">
                <a16:creationId xmlns:a16="http://schemas.microsoft.com/office/drawing/2014/main" id="{67F15114-5E19-99BF-5FE8-1253174CE6BE}"/>
              </a:ext>
            </a:extLst>
          </p:cNvPr>
          <p:cNvSpPr/>
          <p:nvPr/>
        </p:nvSpPr>
        <p:spPr>
          <a:xfrm>
            <a:off x="448056" y="149107"/>
            <a:ext cx="11905488" cy="614477"/>
          </a:xfrm>
          <a:prstGeom prst="rect">
            <a:avLst/>
          </a:prstGeom>
          <a:noFill/>
          <a:ln/>
        </p:spPr>
        <p:txBody>
          <a:bodyPr wrap="square" lIns="0" tIns="0" rIns="0" bIns="0" rtlCol="0" anchor="ctr"/>
          <a:lstStyle/>
          <a:p>
            <a:r>
              <a:rPr lang="en-US" sz="2800" b="1" dirty="0">
                <a:solidFill>
                  <a:srgbClr val="FFFFFF"/>
                </a:solidFill>
                <a:latin typeface="Calibri" pitchFamily="34" charset="0"/>
                <a:cs typeface="Calibri" pitchFamily="34" charset="-120"/>
              </a:rPr>
              <a:t>plan next week</a:t>
            </a:r>
            <a:endParaRPr lang="en-US" sz="2800" dirty="0"/>
          </a:p>
        </p:txBody>
      </p:sp>
      <p:sp>
        <p:nvSpPr>
          <p:cNvPr id="2" name="TextBox 1">
            <a:extLst>
              <a:ext uri="{FF2B5EF4-FFF2-40B4-BE49-F238E27FC236}">
                <a16:creationId xmlns:a16="http://schemas.microsoft.com/office/drawing/2014/main" id="{598617AD-A474-93DA-F70F-780AB5AF83D2}"/>
              </a:ext>
            </a:extLst>
          </p:cNvPr>
          <p:cNvSpPr txBox="1"/>
          <p:nvPr/>
        </p:nvSpPr>
        <p:spPr>
          <a:xfrm>
            <a:off x="674557" y="1229193"/>
            <a:ext cx="11842230" cy="1938992"/>
          </a:xfrm>
          <a:prstGeom prst="rect">
            <a:avLst/>
          </a:prstGeom>
          <a:noFill/>
        </p:spPr>
        <p:txBody>
          <a:bodyPr wrap="square" rtlCol="0">
            <a:spAutoFit/>
          </a:bodyPr>
          <a:lstStyle/>
          <a:p>
            <a:pPr marL="457200" indent="-457200">
              <a:buAutoNum type="arabicPeriod"/>
            </a:pPr>
            <a:r>
              <a:rPr lang="en-US" sz="2000" dirty="0">
                <a:solidFill>
                  <a:schemeClr val="accent2">
                    <a:lumMod val="75000"/>
                  </a:schemeClr>
                </a:solidFill>
              </a:rPr>
              <a:t>Finish the demo for the execute</a:t>
            </a:r>
            <a:r>
              <a:rPr lang="zh-CN" altLang="en-US" sz="2000" dirty="0">
                <a:solidFill>
                  <a:schemeClr val="accent2">
                    <a:lumMod val="75000"/>
                  </a:schemeClr>
                </a:solidFill>
              </a:rPr>
              <a:t> </a:t>
            </a:r>
            <a:r>
              <a:rPr lang="en-US" sz="2000" dirty="0">
                <a:solidFill>
                  <a:schemeClr val="accent2">
                    <a:lumMod val="75000"/>
                  </a:schemeClr>
                </a:solidFill>
              </a:rPr>
              <a:t>planner.</a:t>
            </a:r>
          </a:p>
          <a:p>
            <a:pPr marL="457200" indent="-457200">
              <a:buFontTx/>
              <a:buAutoNum type="arabicPeriod"/>
            </a:pPr>
            <a:r>
              <a:rPr lang="en-US" sz="2000" dirty="0"/>
              <a:t>Finish the demo for the global</a:t>
            </a:r>
            <a:r>
              <a:rPr lang="zh-CN" altLang="en-US" sz="2000" dirty="0"/>
              <a:t> </a:t>
            </a:r>
            <a:r>
              <a:rPr lang="en-US" sz="2000" dirty="0"/>
              <a:t>planner.</a:t>
            </a:r>
          </a:p>
          <a:p>
            <a:pPr marL="457200" indent="-457200">
              <a:buAutoNum type="arabicPeriod"/>
            </a:pPr>
            <a:r>
              <a:rPr lang="en-US" sz="2000" dirty="0"/>
              <a:t>Finish the demo for the basic design (version 1)</a:t>
            </a:r>
          </a:p>
          <a:p>
            <a:endParaRPr lang="en-US" sz="2000" dirty="0"/>
          </a:p>
          <a:p>
            <a:endParaRPr lang="en-US" sz="2000" dirty="0"/>
          </a:p>
          <a:p>
            <a:endParaRPr lang="en-US" sz="2000" dirty="0"/>
          </a:p>
        </p:txBody>
      </p:sp>
    </p:spTree>
    <p:extLst>
      <p:ext uri="{BB962C8B-B14F-4D97-AF65-F5344CB8AC3E}">
        <p14:creationId xmlns:p14="http://schemas.microsoft.com/office/powerpoint/2010/main" val="14131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793699"/>
          </a:xfrm>
          <a:prstGeom prst="rect">
            <a:avLst/>
          </a:prstGeom>
          <a:solidFill>
            <a:srgbClr val="1A5F6D"/>
          </a:solidFill>
          <a:ln/>
        </p:spPr>
        <p:txBody>
          <a:bodyPr/>
          <a:lstStyle/>
          <a:p>
            <a:endParaRPr lang="en-US" sz="2519"/>
          </a:p>
        </p:txBody>
      </p:sp>
      <p:sp>
        <p:nvSpPr>
          <p:cNvPr id="3" name="Text 1"/>
          <p:cNvSpPr/>
          <p:nvPr/>
        </p:nvSpPr>
        <p:spPr>
          <a:xfrm>
            <a:off x="384048" y="514350"/>
            <a:ext cx="12033504" cy="793699"/>
          </a:xfrm>
          <a:prstGeom prst="rect">
            <a:avLst/>
          </a:prstGeom>
          <a:noFill/>
          <a:ln/>
        </p:spPr>
        <p:txBody>
          <a:bodyPr wrap="square" lIns="0" tIns="0" rIns="0" bIns="0" rtlCol="0" anchor="ctr"/>
          <a:lstStyle/>
          <a:p>
            <a:r>
              <a:rPr lang="en-US" sz="2940" b="1" dirty="0">
                <a:solidFill>
                  <a:srgbClr val="FFFFFF"/>
                </a:solidFill>
              </a:rPr>
              <a:t>Context Planner — What Is the Outage Scenario?</a:t>
            </a:r>
            <a:endParaRPr lang="en-US" sz="2940" dirty="0"/>
          </a:p>
        </p:txBody>
      </p:sp>
      <p:sp>
        <p:nvSpPr>
          <p:cNvPr id="4" name="Text 2"/>
          <p:cNvSpPr/>
          <p:nvPr/>
        </p:nvSpPr>
        <p:spPr>
          <a:xfrm>
            <a:off x="320040" y="1410462"/>
            <a:ext cx="12161520" cy="358445"/>
          </a:xfrm>
          <a:prstGeom prst="rect">
            <a:avLst/>
          </a:prstGeom>
          <a:noFill/>
          <a:ln/>
        </p:spPr>
        <p:txBody>
          <a:bodyPr wrap="square" lIns="0" tIns="0" rIns="0" bIns="0" rtlCol="0" anchor="ctr"/>
          <a:lstStyle/>
          <a:p>
            <a:r>
              <a:rPr lang="en-US" sz="1330" i="1" dirty="0">
                <a:solidFill>
                  <a:srgbClr val="566573"/>
                </a:solidFill>
              </a:rPr>
              <a:t>Converts a semi-structured ticket into a shared analysis contract and per-agent control flags. Decides which data is needed and which should not be used.</a:t>
            </a:r>
            <a:endParaRPr lang="en-US" sz="1330" dirty="0"/>
          </a:p>
        </p:txBody>
      </p:sp>
      <p:sp>
        <p:nvSpPr>
          <p:cNvPr id="5" name="Shape 3"/>
          <p:cNvSpPr/>
          <p:nvPr/>
        </p:nvSpPr>
        <p:spPr>
          <a:xfrm>
            <a:off x="281635" y="1871320"/>
            <a:ext cx="12238330" cy="1344168"/>
          </a:xfrm>
          <a:prstGeom prst="rect">
            <a:avLst/>
          </a:prstGeom>
          <a:solidFill>
            <a:srgbClr val="FAFAFA"/>
          </a:solidFill>
          <a:ln w="7620">
            <a:solidFill>
              <a:srgbClr val="2471A3"/>
            </a:solidFill>
            <a:prstDash val="solid"/>
          </a:ln>
          <a:effectLst>
            <a:outerShdw blurRad="50800" dist="12700" dir="8100000" algn="bl" rotWithShape="0">
              <a:srgbClr val="000000">
                <a:alpha val="8000"/>
              </a:srgbClr>
            </a:outerShdw>
          </a:effectLst>
        </p:spPr>
        <p:txBody>
          <a:bodyPr/>
          <a:lstStyle/>
          <a:p>
            <a:endParaRPr lang="en-US" sz="2519"/>
          </a:p>
        </p:txBody>
      </p:sp>
      <p:sp>
        <p:nvSpPr>
          <p:cNvPr id="6" name="Shape 4"/>
          <p:cNvSpPr/>
          <p:nvPr/>
        </p:nvSpPr>
        <p:spPr>
          <a:xfrm>
            <a:off x="281635" y="1871320"/>
            <a:ext cx="12238330" cy="409651"/>
          </a:xfrm>
          <a:prstGeom prst="rect">
            <a:avLst/>
          </a:prstGeom>
          <a:solidFill>
            <a:srgbClr val="2471A3"/>
          </a:solidFill>
          <a:ln/>
        </p:spPr>
        <p:txBody>
          <a:bodyPr/>
          <a:lstStyle/>
          <a:p>
            <a:endParaRPr lang="en-US" sz="2519"/>
          </a:p>
        </p:txBody>
      </p:sp>
      <p:sp>
        <p:nvSpPr>
          <p:cNvPr id="7" name="Text 5"/>
          <p:cNvSpPr/>
          <p:nvPr/>
        </p:nvSpPr>
        <p:spPr>
          <a:xfrm>
            <a:off x="448056" y="1884121"/>
            <a:ext cx="11777472" cy="384048"/>
          </a:xfrm>
          <a:prstGeom prst="rect">
            <a:avLst/>
          </a:prstGeom>
          <a:noFill/>
          <a:ln/>
        </p:spPr>
        <p:txBody>
          <a:bodyPr wrap="square" lIns="0" tIns="0" rIns="0" bIns="0" rtlCol="0" anchor="ctr"/>
          <a:lstStyle/>
          <a:p>
            <a:r>
              <a:rPr lang="en-US" sz="1470" b="1" dirty="0">
                <a:solidFill>
                  <a:srgbClr val="FFFFFF"/>
                </a:solidFill>
              </a:rPr>
              <a:t>Q1  Which sectors are failed / degraded / active?</a:t>
            </a:r>
            <a:endParaRPr lang="en-US" sz="1470" dirty="0"/>
          </a:p>
        </p:txBody>
      </p:sp>
      <p:sp>
        <p:nvSpPr>
          <p:cNvPr id="8" name="Text 6"/>
          <p:cNvSpPr/>
          <p:nvPr/>
        </p:nvSpPr>
        <p:spPr>
          <a:xfrm>
            <a:off x="448056" y="2332177"/>
            <a:ext cx="8449056" cy="832104"/>
          </a:xfrm>
          <a:prstGeom prst="rect">
            <a:avLst/>
          </a:prstGeom>
          <a:noFill/>
          <a:ln/>
        </p:spPr>
        <p:txBody>
          <a:bodyPr wrap="square" lIns="0" tIns="0" rIns="0" bIns="0" rtlCol="0" anchor="ctr"/>
          <a:lstStyle/>
          <a:p>
            <a:r>
              <a:rPr lang="en-US" sz="1260" dirty="0">
                <a:solidFill>
                  <a:srgbClr val="1C2833"/>
                </a:solidFill>
              </a:rPr>
              <a:t>If ticket names sectors → uses ticket directly (ticket_declared).</a:t>
            </a:r>
            <a:endParaRPr lang="en-US" sz="1260" dirty="0"/>
          </a:p>
          <a:p>
            <a:r>
              <a:rPr lang="en-US" sz="1260" dirty="0">
                <a:solidFill>
                  <a:srgbClr val="1C2833"/>
                </a:solidFill>
              </a:rPr>
              <a:t>If not named → calls get_kpi_history for baseline, then get_kpi_timeseries to observe actual throughput during outage window. Classifies: &lt; 5% baseline = failed · 5–60% = degraded · &gt; 60% = active.</a:t>
            </a:r>
            <a:endParaRPr lang="en-US" sz="1260" dirty="0"/>
          </a:p>
        </p:txBody>
      </p:sp>
      <p:sp>
        <p:nvSpPr>
          <p:cNvPr id="9" name="Shape 7"/>
          <p:cNvSpPr/>
          <p:nvPr/>
        </p:nvSpPr>
        <p:spPr>
          <a:xfrm>
            <a:off x="9063533" y="2332177"/>
            <a:ext cx="3328416" cy="793699"/>
          </a:xfrm>
          <a:prstGeom prst="rect">
            <a:avLst/>
          </a:prstGeom>
          <a:solidFill>
            <a:srgbClr val="F0F4FF"/>
          </a:solidFill>
          <a:ln w="7620">
            <a:solidFill>
              <a:srgbClr val="2471A3"/>
            </a:solidFill>
            <a:prstDash val="solid"/>
          </a:ln>
          <a:effectLst>
            <a:outerShdw blurRad="50800" dist="12700" dir="8100000" algn="bl" rotWithShape="0">
              <a:srgbClr val="000000">
                <a:alpha val="8000"/>
              </a:srgbClr>
            </a:outerShdw>
          </a:effectLst>
        </p:spPr>
        <p:txBody>
          <a:bodyPr/>
          <a:lstStyle/>
          <a:p>
            <a:endParaRPr lang="en-US" sz="2519"/>
          </a:p>
        </p:txBody>
      </p:sp>
      <p:sp>
        <p:nvSpPr>
          <p:cNvPr id="10" name="Text 8"/>
          <p:cNvSpPr/>
          <p:nvPr/>
        </p:nvSpPr>
        <p:spPr>
          <a:xfrm>
            <a:off x="9140342" y="2357780"/>
            <a:ext cx="3136392" cy="256032"/>
          </a:xfrm>
          <a:prstGeom prst="rect">
            <a:avLst/>
          </a:prstGeom>
          <a:noFill/>
          <a:ln/>
        </p:spPr>
        <p:txBody>
          <a:bodyPr wrap="square" lIns="0" tIns="0" rIns="0" bIns="0" rtlCol="0" anchor="ctr"/>
          <a:lstStyle/>
          <a:p>
            <a:r>
              <a:rPr lang="en-US" sz="1050" b="1" dirty="0">
                <a:solidFill>
                  <a:srgbClr val="2471A3"/>
                </a:solidFill>
              </a:rPr>
              <a:t>Output →</a:t>
            </a:r>
            <a:endParaRPr lang="en-US" sz="1050" dirty="0"/>
          </a:p>
        </p:txBody>
      </p:sp>
      <p:sp>
        <p:nvSpPr>
          <p:cNvPr id="11" name="Text 9"/>
          <p:cNvSpPr/>
          <p:nvPr/>
        </p:nvSpPr>
        <p:spPr>
          <a:xfrm>
            <a:off x="9140342" y="2588209"/>
            <a:ext cx="3136392" cy="486461"/>
          </a:xfrm>
          <a:prstGeom prst="rect">
            <a:avLst/>
          </a:prstGeom>
          <a:noFill/>
          <a:ln/>
        </p:spPr>
        <p:txBody>
          <a:bodyPr wrap="square" lIns="0" tIns="0" rIns="0" bIns="0" rtlCol="0" anchor="ctr"/>
          <a:lstStyle/>
          <a:p>
            <a:r>
              <a:rPr lang="en-US" sz="1120" dirty="0">
                <a:solidFill>
                  <a:srgbClr val="1C2833"/>
                </a:solidFill>
              </a:rPr>
              <a:t>sector_states: { S0: failed, S1: active, S2: failed }</a:t>
            </a:r>
            <a:endParaRPr lang="en-US" sz="1120" dirty="0"/>
          </a:p>
        </p:txBody>
      </p:sp>
      <p:sp>
        <p:nvSpPr>
          <p:cNvPr id="12" name="Shape 10"/>
          <p:cNvSpPr/>
          <p:nvPr/>
        </p:nvSpPr>
        <p:spPr>
          <a:xfrm>
            <a:off x="281635" y="3305099"/>
            <a:ext cx="12238330" cy="1344168"/>
          </a:xfrm>
          <a:prstGeom prst="rect">
            <a:avLst/>
          </a:prstGeom>
          <a:solidFill>
            <a:srgbClr val="FAFAFA"/>
          </a:solidFill>
          <a:ln w="7620">
            <a:solidFill>
              <a:srgbClr val="1A7A7A"/>
            </a:solidFill>
            <a:prstDash val="solid"/>
          </a:ln>
          <a:effectLst>
            <a:outerShdw blurRad="50800" dist="12700" dir="8100000" algn="bl" rotWithShape="0">
              <a:srgbClr val="000000">
                <a:alpha val="8000"/>
              </a:srgbClr>
            </a:outerShdw>
          </a:effectLst>
        </p:spPr>
        <p:txBody>
          <a:bodyPr/>
          <a:lstStyle/>
          <a:p>
            <a:endParaRPr lang="en-US" sz="2519"/>
          </a:p>
        </p:txBody>
      </p:sp>
      <p:sp>
        <p:nvSpPr>
          <p:cNvPr id="13" name="Shape 11"/>
          <p:cNvSpPr/>
          <p:nvPr/>
        </p:nvSpPr>
        <p:spPr>
          <a:xfrm>
            <a:off x="281635" y="3305099"/>
            <a:ext cx="12238330" cy="409651"/>
          </a:xfrm>
          <a:prstGeom prst="rect">
            <a:avLst/>
          </a:prstGeom>
          <a:solidFill>
            <a:srgbClr val="1A7A7A"/>
          </a:solidFill>
          <a:ln/>
        </p:spPr>
        <p:txBody>
          <a:bodyPr/>
          <a:lstStyle/>
          <a:p>
            <a:endParaRPr lang="en-US" sz="2519"/>
          </a:p>
        </p:txBody>
      </p:sp>
      <p:sp>
        <p:nvSpPr>
          <p:cNvPr id="14" name="Text 12"/>
          <p:cNvSpPr/>
          <p:nvPr/>
        </p:nvSpPr>
        <p:spPr>
          <a:xfrm>
            <a:off x="448056" y="3317900"/>
            <a:ext cx="11777472" cy="384048"/>
          </a:xfrm>
          <a:prstGeom prst="rect">
            <a:avLst/>
          </a:prstGeom>
          <a:noFill/>
          <a:ln/>
        </p:spPr>
        <p:txBody>
          <a:bodyPr wrap="square" lIns="0" tIns="0" rIns="0" bIns="0" rtlCol="0" anchor="ctr"/>
          <a:lstStyle/>
          <a:p>
            <a:r>
              <a:rPr lang="en-US" sz="1470" b="1" dirty="0">
                <a:solidFill>
                  <a:srgbClr val="FFFFFF"/>
                </a:solidFill>
              </a:rPr>
              <a:t>Q2  Does this outage overlap the station's recurring peak hours?</a:t>
            </a:r>
            <a:endParaRPr lang="en-US" sz="1470" dirty="0"/>
          </a:p>
        </p:txBody>
      </p:sp>
      <p:sp>
        <p:nvSpPr>
          <p:cNvPr id="15" name="Text 13"/>
          <p:cNvSpPr/>
          <p:nvPr/>
        </p:nvSpPr>
        <p:spPr>
          <a:xfrm>
            <a:off x="448056" y="3765956"/>
            <a:ext cx="8449056" cy="832104"/>
          </a:xfrm>
          <a:prstGeom prst="rect">
            <a:avLst/>
          </a:prstGeom>
          <a:noFill/>
          <a:ln/>
        </p:spPr>
        <p:txBody>
          <a:bodyPr wrap="square" lIns="0" tIns="0" rIns="0" bIns="0" rtlCol="0" anchor="ctr"/>
          <a:lstStyle/>
          <a:p>
            <a:r>
              <a:rPr lang="en-US" sz="1260" dirty="0">
                <a:solidFill>
                  <a:srgbClr val="1C2833"/>
                </a:solidFill>
              </a:rPr>
              <a:t>Always calls get_kpi_history. Aggregates 60-day throughput by hour-of-day to find station-specific peak hours (not inferred from ticket timestamp). Checks overlap with outage window.</a:t>
            </a:r>
            <a:endParaRPr lang="en-US" sz="1260" dirty="0"/>
          </a:p>
        </p:txBody>
      </p:sp>
      <p:sp>
        <p:nvSpPr>
          <p:cNvPr id="16" name="Shape 14"/>
          <p:cNvSpPr/>
          <p:nvPr/>
        </p:nvSpPr>
        <p:spPr>
          <a:xfrm>
            <a:off x="9063533" y="3765957"/>
            <a:ext cx="3328416" cy="793699"/>
          </a:xfrm>
          <a:prstGeom prst="rect">
            <a:avLst/>
          </a:prstGeom>
          <a:solidFill>
            <a:srgbClr val="F0F4FF"/>
          </a:solidFill>
          <a:ln w="7620">
            <a:solidFill>
              <a:srgbClr val="1A7A7A"/>
            </a:solidFill>
            <a:prstDash val="solid"/>
          </a:ln>
          <a:effectLst>
            <a:outerShdw blurRad="50800" dist="12700" dir="8100000" algn="bl" rotWithShape="0">
              <a:srgbClr val="000000">
                <a:alpha val="8000"/>
              </a:srgbClr>
            </a:outerShdw>
          </a:effectLst>
        </p:spPr>
        <p:txBody>
          <a:bodyPr/>
          <a:lstStyle/>
          <a:p>
            <a:endParaRPr lang="en-US" sz="2519"/>
          </a:p>
        </p:txBody>
      </p:sp>
      <p:sp>
        <p:nvSpPr>
          <p:cNvPr id="17" name="Text 15"/>
          <p:cNvSpPr/>
          <p:nvPr/>
        </p:nvSpPr>
        <p:spPr>
          <a:xfrm>
            <a:off x="9140342" y="3791560"/>
            <a:ext cx="3136392" cy="256032"/>
          </a:xfrm>
          <a:prstGeom prst="rect">
            <a:avLst/>
          </a:prstGeom>
          <a:noFill/>
          <a:ln/>
        </p:spPr>
        <p:txBody>
          <a:bodyPr wrap="square" lIns="0" tIns="0" rIns="0" bIns="0" rtlCol="0" anchor="ctr"/>
          <a:lstStyle/>
          <a:p>
            <a:r>
              <a:rPr lang="en-US" sz="1050" b="1" dirty="0">
                <a:solidFill>
                  <a:srgbClr val="1A7A7A"/>
                </a:solidFill>
              </a:rPr>
              <a:t>Output →</a:t>
            </a:r>
            <a:endParaRPr lang="en-US" sz="1050" dirty="0"/>
          </a:p>
        </p:txBody>
      </p:sp>
      <p:sp>
        <p:nvSpPr>
          <p:cNvPr id="18" name="Text 16"/>
          <p:cNvSpPr/>
          <p:nvPr/>
        </p:nvSpPr>
        <p:spPr>
          <a:xfrm>
            <a:off x="9140342" y="4021988"/>
            <a:ext cx="3136392" cy="486461"/>
          </a:xfrm>
          <a:prstGeom prst="rect">
            <a:avLst/>
          </a:prstGeom>
          <a:noFill/>
          <a:ln/>
        </p:spPr>
        <p:txBody>
          <a:bodyPr wrap="square" lIns="0" tIns="0" rIns="0" bIns="0" rtlCol="0" anchor="ctr"/>
          <a:lstStyle/>
          <a:p>
            <a:r>
              <a:rPr lang="en-US" sz="1120" dirty="0">
                <a:solidFill>
                  <a:srgbClr val="1C2833"/>
                </a:solidFill>
              </a:rPr>
              <a:t>peak_overlap: true  ·  peak_hours: [17:00, 18:00, 19:00, 20:00]</a:t>
            </a:r>
            <a:endParaRPr lang="en-US" sz="1120" dirty="0"/>
          </a:p>
        </p:txBody>
      </p:sp>
      <p:sp>
        <p:nvSpPr>
          <p:cNvPr id="19" name="Shape 17"/>
          <p:cNvSpPr/>
          <p:nvPr/>
        </p:nvSpPr>
        <p:spPr>
          <a:xfrm>
            <a:off x="281635" y="4738878"/>
            <a:ext cx="12238330" cy="1344168"/>
          </a:xfrm>
          <a:prstGeom prst="rect">
            <a:avLst/>
          </a:prstGeom>
          <a:solidFill>
            <a:srgbClr val="FAFAFA"/>
          </a:solidFill>
          <a:ln w="7620">
            <a:solidFill>
              <a:srgbClr val="CA6F1E"/>
            </a:solidFill>
            <a:prstDash val="solid"/>
          </a:ln>
          <a:effectLst>
            <a:outerShdw blurRad="50800" dist="12700" dir="8100000" algn="bl" rotWithShape="0">
              <a:srgbClr val="000000">
                <a:alpha val="8000"/>
              </a:srgbClr>
            </a:outerShdw>
          </a:effectLst>
        </p:spPr>
        <p:txBody>
          <a:bodyPr/>
          <a:lstStyle/>
          <a:p>
            <a:endParaRPr lang="en-US" sz="2519"/>
          </a:p>
        </p:txBody>
      </p:sp>
      <p:sp>
        <p:nvSpPr>
          <p:cNvPr id="20" name="Shape 18"/>
          <p:cNvSpPr/>
          <p:nvPr/>
        </p:nvSpPr>
        <p:spPr>
          <a:xfrm>
            <a:off x="281635" y="4738878"/>
            <a:ext cx="12238330" cy="409651"/>
          </a:xfrm>
          <a:prstGeom prst="rect">
            <a:avLst/>
          </a:prstGeom>
          <a:solidFill>
            <a:srgbClr val="CA6F1E"/>
          </a:solidFill>
          <a:ln/>
        </p:spPr>
        <p:txBody>
          <a:bodyPr/>
          <a:lstStyle/>
          <a:p>
            <a:endParaRPr lang="en-US" sz="2519"/>
          </a:p>
        </p:txBody>
      </p:sp>
      <p:sp>
        <p:nvSpPr>
          <p:cNvPr id="21" name="Text 19"/>
          <p:cNvSpPr/>
          <p:nvPr/>
        </p:nvSpPr>
        <p:spPr>
          <a:xfrm>
            <a:off x="448056" y="4751680"/>
            <a:ext cx="11777472" cy="384048"/>
          </a:xfrm>
          <a:prstGeom prst="rect">
            <a:avLst/>
          </a:prstGeom>
          <a:noFill/>
          <a:ln/>
        </p:spPr>
        <p:txBody>
          <a:bodyPr wrap="square" lIns="0" tIns="0" rIns="0" bIns="0" rtlCol="0" anchor="ctr"/>
          <a:lstStyle/>
          <a:p>
            <a:r>
              <a:rPr lang="en-US" sz="1470" b="1" dirty="0">
                <a:solidFill>
                  <a:srgbClr val="FFFFFF"/>
                </a:solidFill>
              </a:rPr>
              <a:t>Q3  What is the geographic scope of impact?</a:t>
            </a:r>
            <a:endParaRPr lang="en-US" sz="1470" dirty="0"/>
          </a:p>
        </p:txBody>
      </p:sp>
      <p:sp>
        <p:nvSpPr>
          <p:cNvPr id="22" name="Text 20"/>
          <p:cNvSpPr/>
          <p:nvPr/>
        </p:nvSpPr>
        <p:spPr>
          <a:xfrm>
            <a:off x="448056" y="5199736"/>
            <a:ext cx="8449056" cy="832104"/>
          </a:xfrm>
          <a:prstGeom prst="rect">
            <a:avLst/>
          </a:prstGeom>
          <a:noFill/>
          <a:ln/>
        </p:spPr>
        <p:txBody>
          <a:bodyPr wrap="square" lIns="0" tIns="0" rIns="0" bIns="0" rtlCol="0" anchor="ctr"/>
          <a:lstStyle/>
          <a:p>
            <a:r>
              <a:rPr lang="en-US" sz="1260" dirty="0">
                <a:solidFill>
                  <a:srgbClr val="1C2833"/>
                </a:solidFill>
              </a:rPr>
              <a:t>Pure inference — no tool call. Full Outage → FULL_SITE_COVERAGE_LOSS. Failed sector present → PARTIAL_COVERAGE_LOSS. Degraded only → null. Sets Geo Agent's analysis scope.</a:t>
            </a:r>
            <a:endParaRPr lang="en-US" sz="1260" dirty="0"/>
          </a:p>
        </p:txBody>
      </p:sp>
      <p:sp>
        <p:nvSpPr>
          <p:cNvPr id="23" name="Shape 21"/>
          <p:cNvSpPr/>
          <p:nvPr/>
        </p:nvSpPr>
        <p:spPr>
          <a:xfrm>
            <a:off x="9063533" y="5199736"/>
            <a:ext cx="3328416" cy="793699"/>
          </a:xfrm>
          <a:prstGeom prst="rect">
            <a:avLst/>
          </a:prstGeom>
          <a:solidFill>
            <a:srgbClr val="F0F4FF"/>
          </a:solidFill>
          <a:ln w="7620">
            <a:solidFill>
              <a:srgbClr val="CA6F1E"/>
            </a:solidFill>
            <a:prstDash val="solid"/>
          </a:ln>
          <a:effectLst>
            <a:outerShdw blurRad="50800" dist="12700" dir="8100000" algn="bl" rotWithShape="0">
              <a:srgbClr val="000000">
                <a:alpha val="8000"/>
              </a:srgbClr>
            </a:outerShdw>
          </a:effectLst>
        </p:spPr>
        <p:txBody>
          <a:bodyPr/>
          <a:lstStyle/>
          <a:p>
            <a:endParaRPr lang="en-US" sz="2519"/>
          </a:p>
        </p:txBody>
      </p:sp>
      <p:sp>
        <p:nvSpPr>
          <p:cNvPr id="24" name="Text 22"/>
          <p:cNvSpPr/>
          <p:nvPr/>
        </p:nvSpPr>
        <p:spPr>
          <a:xfrm>
            <a:off x="9140342" y="5225339"/>
            <a:ext cx="3136392" cy="256032"/>
          </a:xfrm>
          <a:prstGeom prst="rect">
            <a:avLst/>
          </a:prstGeom>
          <a:noFill/>
          <a:ln/>
        </p:spPr>
        <p:txBody>
          <a:bodyPr wrap="square" lIns="0" tIns="0" rIns="0" bIns="0" rtlCol="0" anchor="ctr"/>
          <a:lstStyle/>
          <a:p>
            <a:r>
              <a:rPr lang="en-US" sz="1050" b="1" dirty="0">
                <a:solidFill>
                  <a:srgbClr val="CA6F1E"/>
                </a:solidFill>
              </a:rPr>
              <a:t>Output →</a:t>
            </a:r>
            <a:endParaRPr lang="en-US" sz="1050" dirty="0"/>
          </a:p>
        </p:txBody>
      </p:sp>
      <p:sp>
        <p:nvSpPr>
          <p:cNvPr id="25" name="Text 23"/>
          <p:cNvSpPr/>
          <p:nvPr/>
        </p:nvSpPr>
        <p:spPr>
          <a:xfrm>
            <a:off x="9140342" y="5455768"/>
            <a:ext cx="3136392" cy="486461"/>
          </a:xfrm>
          <a:prstGeom prst="rect">
            <a:avLst/>
          </a:prstGeom>
          <a:noFill/>
          <a:ln/>
        </p:spPr>
        <p:txBody>
          <a:bodyPr wrap="square" lIns="0" tIns="0" rIns="0" bIns="0" rtlCol="0" anchor="ctr"/>
          <a:lstStyle/>
          <a:p>
            <a:r>
              <a:rPr lang="en-US" sz="1120" dirty="0">
                <a:solidFill>
                  <a:srgbClr val="1C2833"/>
                </a:solidFill>
              </a:rPr>
              <a:t>geo_scope_flag: PARTIAL_COVERAGE_LOSS</a:t>
            </a:r>
            <a:endParaRPr lang="en-US" sz="1120" dirty="0"/>
          </a:p>
        </p:txBody>
      </p:sp>
      <p:sp>
        <p:nvSpPr>
          <p:cNvPr id="26" name="Shape 24"/>
          <p:cNvSpPr/>
          <p:nvPr/>
        </p:nvSpPr>
        <p:spPr>
          <a:xfrm>
            <a:off x="281635" y="6172657"/>
            <a:ext cx="12238330" cy="1344168"/>
          </a:xfrm>
          <a:prstGeom prst="rect">
            <a:avLst/>
          </a:prstGeom>
          <a:solidFill>
            <a:srgbClr val="FAFAFA"/>
          </a:solidFill>
          <a:ln w="7620">
            <a:solidFill>
              <a:srgbClr val="6C3483"/>
            </a:solidFill>
            <a:prstDash val="solid"/>
          </a:ln>
          <a:effectLst>
            <a:outerShdw blurRad="50800" dist="12700" dir="8100000" algn="bl" rotWithShape="0">
              <a:srgbClr val="000000">
                <a:alpha val="8000"/>
              </a:srgbClr>
            </a:outerShdw>
          </a:effectLst>
        </p:spPr>
        <p:txBody>
          <a:bodyPr/>
          <a:lstStyle/>
          <a:p>
            <a:endParaRPr lang="en-US" sz="2519"/>
          </a:p>
        </p:txBody>
      </p:sp>
      <p:sp>
        <p:nvSpPr>
          <p:cNvPr id="27" name="Shape 25"/>
          <p:cNvSpPr/>
          <p:nvPr/>
        </p:nvSpPr>
        <p:spPr>
          <a:xfrm>
            <a:off x="281635" y="6172657"/>
            <a:ext cx="12238330" cy="409651"/>
          </a:xfrm>
          <a:prstGeom prst="rect">
            <a:avLst/>
          </a:prstGeom>
          <a:solidFill>
            <a:srgbClr val="6C3483"/>
          </a:solidFill>
          <a:ln/>
        </p:spPr>
        <p:txBody>
          <a:bodyPr/>
          <a:lstStyle/>
          <a:p>
            <a:endParaRPr lang="en-US" sz="2519"/>
          </a:p>
        </p:txBody>
      </p:sp>
      <p:sp>
        <p:nvSpPr>
          <p:cNvPr id="28" name="Text 26"/>
          <p:cNvSpPr/>
          <p:nvPr/>
        </p:nvSpPr>
        <p:spPr>
          <a:xfrm>
            <a:off x="448056" y="6185459"/>
            <a:ext cx="11777472" cy="384048"/>
          </a:xfrm>
          <a:prstGeom prst="rect">
            <a:avLst/>
          </a:prstGeom>
          <a:noFill/>
          <a:ln/>
        </p:spPr>
        <p:txBody>
          <a:bodyPr wrap="square" lIns="0" tIns="0" rIns="0" bIns="0" rtlCol="0" anchor="ctr"/>
          <a:lstStyle/>
          <a:p>
            <a:r>
              <a:rPr lang="en-US" sz="1470" b="1" dirty="0">
                <a:solidFill>
                  <a:srgbClr val="FFFFFF"/>
                </a:solidFill>
              </a:rPr>
              <a:t>Q4  What is the time background and surrounding land-use profile?</a:t>
            </a:r>
            <a:endParaRPr lang="en-US" sz="1470" dirty="0"/>
          </a:p>
        </p:txBody>
      </p:sp>
      <p:sp>
        <p:nvSpPr>
          <p:cNvPr id="29" name="Text 27"/>
          <p:cNvSpPr/>
          <p:nvPr/>
        </p:nvSpPr>
        <p:spPr>
          <a:xfrm>
            <a:off x="448056" y="6633515"/>
            <a:ext cx="8449056" cy="832104"/>
          </a:xfrm>
          <a:prstGeom prst="rect">
            <a:avLst/>
          </a:prstGeom>
          <a:noFill/>
          <a:ln/>
        </p:spPr>
        <p:txBody>
          <a:bodyPr wrap="square" lIns="0" tIns="0" rIns="0" bIns="0" rtlCol="0" anchor="ctr"/>
          <a:lstStyle/>
          <a:p>
            <a:r>
              <a:rPr lang="en-US" sz="1260" dirty="0">
                <a:solidFill>
                  <a:srgbClr val="1C2833"/>
                </a:solidFill>
              </a:rPr>
              <a:t>Derives day_type (holiday / weekend / weekday) and time_of_day from outage_start_utc. Calls get_area_profile(lat, lon) to get OSM land-use data. Passed to KPI Agent for traffic forecast calibration.</a:t>
            </a:r>
            <a:endParaRPr lang="en-US" sz="1260" dirty="0"/>
          </a:p>
        </p:txBody>
      </p:sp>
      <p:sp>
        <p:nvSpPr>
          <p:cNvPr id="30" name="Shape 28"/>
          <p:cNvSpPr/>
          <p:nvPr/>
        </p:nvSpPr>
        <p:spPr>
          <a:xfrm>
            <a:off x="9063533" y="6633515"/>
            <a:ext cx="3328416" cy="793699"/>
          </a:xfrm>
          <a:prstGeom prst="rect">
            <a:avLst/>
          </a:prstGeom>
          <a:solidFill>
            <a:srgbClr val="F0F4FF"/>
          </a:solidFill>
          <a:ln w="7620">
            <a:solidFill>
              <a:srgbClr val="6C3483"/>
            </a:solidFill>
            <a:prstDash val="solid"/>
          </a:ln>
          <a:effectLst>
            <a:outerShdw blurRad="50800" dist="12700" dir="8100000" algn="bl" rotWithShape="0">
              <a:srgbClr val="000000">
                <a:alpha val="8000"/>
              </a:srgbClr>
            </a:outerShdw>
          </a:effectLst>
        </p:spPr>
        <p:txBody>
          <a:bodyPr/>
          <a:lstStyle/>
          <a:p>
            <a:endParaRPr lang="en-US" sz="2519"/>
          </a:p>
        </p:txBody>
      </p:sp>
      <p:sp>
        <p:nvSpPr>
          <p:cNvPr id="31" name="Text 29"/>
          <p:cNvSpPr/>
          <p:nvPr/>
        </p:nvSpPr>
        <p:spPr>
          <a:xfrm>
            <a:off x="9140342" y="6659118"/>
            <a:ext cx="3136392" cy="256032"/>
          </a:xfrm>
          <a:prstGeom prst="rect">
            <a:avLst/>
          </a:prstGeom>
          <a:noFill/>
          <a:ln/>
        </p:spPr>
        <p:txBody>
          <a:bodyPr wrap="square" lIns="0" tIns="0" rIns="0" bIns="0" rtlCol="0" anchor="ctr"/>
          <a:lstStyle/>
          <a:p>
            <a:r>
              <a:rPr lang="en-US" sz="1050" b="1" dirty="0">
                <a:solidFill>
                  <a:srgbClr val="6C3483"/>
                </a:solidFill>
              </a:rPr>
              <a:t>Output →</a:t>
            </a:r>
            <a:endParaRPr lang="en-US" sz="1050" dirty="0"/>
          </a:p>
        </p:txBody>
      </p:sp>
      <p:sp>
        <p:nvSpPr>
          <p:cNvPr id="32" name="Text 30"/>
          <p:cNvSpPr/>
          <p:nvPr/>
        </p:nvSpPr>
        <p:spPr>
          <a:xfrm>
            <a:off x="9140342" y="6889547"/>
            <a:ext cx="3136392" cy="486461"/>
          </a:xfrm>
          <a:prstGeom prst="rect">
            <a:avLst/>
          </a:prstGeom>
          <a:noFill/>
          <a:ln/>
        </p:spPr>
        <p:txBody>
          <a:bodyPr wrap="square" lIns="0" tIns="0" rIns="0" bIns="0" rtlCol="0" anchor="ctr"/>
          <a:lstStyle/>
          <a:p>
            <a:r>
              <a:rPr lang="en-US" sz="1120" dirty="0">
                <a:solidFill>
                  <a:srgbClr val="1C2833"/>
                </a:solidFill>
              </a:rPr>
              <a:t>day_type: weekday  ·  dominant_landuse: residential</a:t>
            </a:r>
            <a:endParaRPr lang="en-US" sz="1120" dirty="0"/>
          </a:p>
        </p:txBody>
      </p:sp>
      <p:sp>
        <p:nvSpPr>
          <p:cNvPr id="33" name="Text 31"/>
          <p:cNvSpPr/>
          <p:nvPr/>
        </p:nvSpPr>
        <p:spPr>
          <a:xfrm>
            <a:off x="320040" y="7555230"/>
            <a:ext cx="12161520" cy="256032"/>
          </a:xfrm>
          <a:prstGeom prst="rect">
            <a:avLst/>
          </a:prstGeom>
          <a:noFill/>
          <a:ln/>
        </p:spPr>
        <p:txBody>
          <a:bodyPr wrap="square" lIns="0" tIns="0" rIns="0" bIns="0" rtlCol="0" anchor="ctr"/>
          <a:lstStyle/>
          <a:p>
            <a:pPr algn="ctr"/>
            <a:r>
              <a:rPr lang="en-US" sz="1190" i="1" dirty="0">
                <a:solidFill>
                  <a:srgbClr val="566573"/>
                </a:solidFill>
              </a:rPr>
              <a:t>Planner output → shared_context (all agents read) + per_agent_context (each agent's priority_focus, flag, constraint)</a:t>
            </a:r>
            <a:endParaRPr lang="en-US" sz="119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793699"/>
          </a:xfrm>
          <a:prstGeom prst="rect">
            <a:avLst/>
          </a:prstGeom>
          <a:solidFill>
            <a:srgbClr val="1A5F6D"/>
          </a:solidFill>
          <a:ln/>
        </p:spPr>
        <p:txBody>
          <a:bodyPr/>
          <a:lstStyle/>
          <a:p>
            <a:endParaRPr lang="en-US" sz="2519"/>
          </a:p>
        </p:txBody>
      </p:sp>
      <p:sp>
        <p:nvSpPr>
          <p:cNvPr id="3" name="Text 1"/>
          <p:cNvSpPr/>
          <p:nvPr/>
        </p:nvSpPr>
        <p:spPr>
          <a:xfrm>
            <a:off x="384048" y="514350"/>
            <a:ext cx="12033504" cy="793699"/>
          </a:xfrm>
          <a:prstGeom prst="rect">
            <a:avLst/>
          </a:prstGeom>
          <a:noFill/>
          <a:ln/>
        </p:spPr>
        <p:txBody>
          <a:bodyPr wrap="square" lIns="0" tIns="0" rIns="0" bIns="0" rtlCol="0" anchor="ctr"/>
          <a:lstStyle/>
          <a:p>
            <a:r>
              <a:rPr lang="en-US" sz="2940" b="1" dirty="0">
                <a:solidFill>
                  <a:srgbClr val="FFFFFF"/>
                </a:solidFill>
              </a:rPr>
              <a:t>Skill Design — Planner Flags Control Which Skills Load</a:t>
            </a:r>
            <a:endParaRPr lang="en-US" sz="2940" dirty="0"/>
          </a:p>
        </p:txBody>
      </p:sp>
      <p:sp>
        <p:nvSpPr>
          <p:cNvPr id="4" name="Text 2"/>
          <p:cNvSpPr/>
          <p:nvPr/>
        </p:nvSpPr>
        <p:spPr>
          <a:xfrm>
            <a:off x="320040" y="1410462"/>
            <a:ext cx="12161520" cy="358445"/>
          </a:xfrm>
          <a:prstGeom prst="rect">
            <a:avLst/>
          </a:prstGeom>
          <a:noFill/>
          <a:ln/>
        </p:spPr>
        <p:txBody>
          <a:bodyPr wrap="square" lIns="0" tIns="0" rIns="0" bIns="0" rtlCol="0" anchor="ctr"/>
          <a:lstStyle/>
          <a:p>
            <a:r>
              <a:rPr lang="en-US" sz="1330" i="1" dirty="0">
                <a:solidFill>
                  <a:srgbClr val="566573"/>
                </a:solidFill>
              </a:rPr>
              <a:t>Each agent has a base skill that always runs, plus optional extension skills triggered by Planner flags. Agents only do extra analysis when the outage actually calls for it.</a:t>
            </a:r>
            <a:endParaRPr lang="en-US" sz="1330" dirty="0"/>
          </a:p>
        </p:txBody>
      </p:sp>
      <p:sp>
        <p:nvSpPr>
          <p:cNvPr id="5" name="Shape 3"/>
          <p:cNvSpPr/>
          <p:nvPr/>
        </p:nvSpPr>
        <p:spPr>
          <a:xfrm>
            <a:off x="281635" y="1871320"/>
            <a:ext cx="2112264" cy="1561795"/>
          </a:xfrm>
          <a:prstGeom prst="rect">
            <a:avLst/>
          </a:prstGeom>
          <a:solidFill>
            <a:srgbClr val="1A7A7A"/>
          </a:solidFill>
          <a:ln/>
        </p:spPr>
        <p:txBody>
          <a:bodyPr/>
          <a:lstStyle/>
          <a:p>
            <a:endParaRPr lang="en-US" sz="2519"/>
          </a:p>
        </p:txBody>
      </p:sp>
      <p:sp>
        <p:nvSpPr>
          <p:cNvPr id="6" name="Text 4"/>
          <p:cNvSpPr/>
          <p:nvPr/>
        </p:nvSpPr>
        <p:spPr>
          <a:xfrm>
            <a:off x="320040" y="1871320"/>
            <a:ext cx="2035454" cy="1561795"/>
          </a:xfrm>
          <a:prstGeom prst="rect">
            <a:avLst/>
          </a:prstGeom>
          <a:noFill/>
          <a:ln/>
        </p:spPr>
        <p:txBody>
          <a:bodyPr wrap="square" lIns="0" tIns="0" rIns="0" bIns="0" rtlCol="0" anchor="ctr"/>
          <a:lstStyle/>
          <a:p>
            <a:pPr algn="ctr"/>
            <a:r>
              <a:rPr lang="en-US" sz="1330" b="1" dirty="0">
                <a:solidFill>
                  <a:srgbClr val="FFFFFF"/>
                </a:solidFill>
              </a:rPr>
              <a:t>Coverage Agent</a:t>
            </a:r>
            <a:endParaRPr lang="en-US" sz="1330" dirty="0"/>
          </a:p>
        </p:txBody>
      </p:sp>
      <p:sp>
        <p:nvSpPr>
          <p:cNvPr id="7" name="Shape 5"/>
          <p:cNvSpPr/>
          <p:nvPr/>
        </p:nvSpPr>
        <p:spPr>
          <a:xfrm>
            <a:off x="2457907" y="1871320"/>
            <a:ext cx="4710989" cy="1561795"/>
          </a:xfrm>
          <a:prstGeom prst="rect">
            <a:avLst/>
          </a:prstGeom>
          <a:solidFill>
            <a:srgbClr val="F8FFFE"/>
          </a:solidFill>
          <a:ln w="7620">
            <a:solidFill>
              <a:srgbClr val="ABEBC6"/>
            </a:solidFill>
            <a:prstDash val="solid"/>
          </a:ln>
          <a:effectLst>
            <a:outerShdw blurRad="50800" dist="12700" dir="8100000" algn="bl" rotWithShape="0">
              <a:srgbClr val="000000">
                <a:alpha val="8000"/>
              </a:srgbClr>
            </a:outerShdw>
          </a:effectLst>
        </p:spPr>
        <p:txBody>
          <a:bodyPr/>
          <a:lstStyle/>
          <a:p>
            <a:endParaRPr lang="en-US" sz="2519"/>
          </a:p>
        </p:txBody>
      </p:sp>
      <p:sp>
        <p:nvSpPr>
          <p:cNvPr id="8" name="Text 6"/>
          <p:cNvSpPr/>
          <p:nvPr/>
        </p:nvSpPr>
        <p:spPr>
          <a:xfrm>
            <a:off x="2624328" y="1935328"/>
            <a:ext cx="4378147" cy="256032"/>
          </a:xfrm>
          <a:prstGeom prst="rect">
            <a:avLst/>
          </a:prstGeom>
          <a:noFill/>
          <a:ln/>
        </p:spPr>
        <p:txBody>
          <a:bodyPr wrap="square" lIns="0" tIns="0" rIns="0" bIns="0" rtlCol="0" anchor="ctr"/>
          <a:lstStyle/>
          <a:p>
            <a:r>
              <a:rPr lang="en-US" sz="1190" b="1" dirty="0">
                <a:solidFill>
                  <a:srgbClr val="1A7A7A"/>
                </a:solidFill>
              </a:rPr>
              <a:t>BASE (always loads)</a:t>
            </a:r>
            <a:endParaRPr lang="en-US" sz="1190" dirty="0"/>
          </a:p>
        </p:txBody>
      </p:sp>
      <p:sp>
        <p:nvSpPr>
          <p:cNvPr id="9" name="Text 7"/>
          <p:cNvSpPr/>
          <p:nvPr/>
        </p:nvSpPr>
        <p:spPr>
          <a:xfrm>
            <a:off x="2624328" y="2216963"/>
            <a:ext cx="4378147" cy="1139342"/>
          </a:xfrm>
          <a:prstGeom prst="rect">
            <a:avLst/>
          </a:prstGeom>
          <a:noFill/>
          <a:ln/>
        </p:spPr>
        <p:txBody>
          <a:bodyPr wrap="square" lIns="0" tIns="0" rIns="0" bIns="0" rtlCol="0" anchor="ctr"/>
          <a:lstStyle/>
          <a:p>
            <a:r>
              <a:rPr lang="en-US" sz="1190" dirty="0">
                <a:solidFill>
                  <a:srgbClr val="1C2833"/>
                </a:solidFill>
              </a:rPr>
              <a:t>coverage_analysis_base.md — always runs</a:t>
            </a:r>
            <a:endParaRPr lang="en-US" sz="1190" dirty="0"/>
          </a:p>
          <a:p>
            <a:r>
              <a:rPr lang="en-US" sz="1190" dirty="0">
                <a:solidFill>
                  <a:srgbClr val="1C2833"/>
                </a:solidFill>
              </a:rPr>
              <a:t>Evaluates whether neighbors can provide backup signal for the affected area. Reads preprocessing RF stats and RSRP images.</a:t>
            </a:r>
            <a:endParaRPr lang="en-US" sz="1190" dirty="0"/>
          </a:p>
        </p:txBody>
      </p:sp>
      <p:sp>
        <p:nvSpPr>
          <p:cNvPr id="10" name="Shape 8"/>
          <p:cNvSpPr/>
          <p:nvPr/>
        </p:nvSpPr>
        <p:spPr>
          <a:xfrm>
            <a:off x="7296912" y="1871320"/>
            <a:ext cx="5248656" cy="1459382"/>
          </a:xfrm>
          <a:prstGeom prst="rect">
            <a:avLst/>
          </a:prstGeom>
          <a:solidFill>
            <a:srgbClr val="FFF8F0"/>
          </a:solidFill>
          <a:ln w="7620">
            <a:solidFill>
              <a:srgbClr val="F0B27A"/>
            </a:solidFill>
            <a:prstDash val="solid"/>
          </a:ln>
          <a:effectLst>
            <a:outerShdw blurRad="50800" dist="12700" dir="8100000" algn="bl" rotWithShape="0">
              <a:srgbClr val="000000">
                <a:alpha val="8000"/>
              </a:srgbClr>
            </a:outerShdw>
          </a:effectLst>
        </p:spPr>
        <p:txBody>
          <a:bodyPr/>
          <a:lstStyle/>
          <a:p>
            <a:endParaRPr lang="en-US" sz="2519"/>
          </a:p>
        </p:txBody>
      </p:sp>
      <p:sp>
        <p:nvSpPr>
          <p:cNvPr id="11" name="Text 9"/>
          <p:cNvSpPr/>
          <p:nvPr/>
        </p:nvSpPr>
        <p:spPr>
          <a:xfrm>
            <a:off x="7450531" y="1935327"/>
            <a:ext cx="4967021" cy="332842"/>
          </a:xfrm>
          <a:prstGeom prst="rect">
            <a:avLst/>
          </a:prstGeom>
          <a:noFill/>
          <a:ln/>
        </p:spPr>
        <p:txBody>
          <a:bodyPr wrap="square" lIns="0" tIns="0" rIns="0" bIns="0" rtlCol="0" anchor="ctr"/>
          <a:lstStyle/>
          <a:p>
            <a:r>
              <a:rPr lang="en-US" sz="1190" b="1" dirty="0">
                <a:solidFill>
                  <a:srgbClr val="CA6F1E"/>
                </a:solidFill>
              </a:rPr>
              <a:t>IF  FULL_SITE_FAILURE  or  PARTIAL_SECTOR_FAILURE</a:t>
            </a:r>
            <a:endParaRPr lang="en-US" sz="1190" dirty="0"/>
          </a:p>
        </p:txBody>
      </p:sp>
      <p:sp>
        <p:nvSpPr>
          <p:cNvPr id="12" name="Text 10"/>
          <p:cNvSpPr/>
          <p:nvPr/>
        </p:nvSpPr>
        <p:spPr>
          <a:xfrm>
            <a:off x="7450531" y="2280971"/>
            <a:ext cx="4967021" cy="256032"/>
          </a:xfrm>
          <a:prstGeom prst="rect">
            <a:avLst/>
          </a:prstGeom>
          <a:noFill/>
          <a:ln/>
        </p:spPr>
        <p:txBody>
          <a:bodyPr wrap="square" lIns="0" tIns="0" rIns="0" bIns="0" rtlCol="0" anchor="ctr"/>
          <a:lstStyle/>
          <a:p>
            <a:r>
              <a:rPr lang="en-US" sz="1190" b="1" dirty="0">
                <a:solidFill>
                  <a:srgbClr val="1C2833"/>
                </a:solidFill>
              </a:rPr>
              <a:t>→ loads  coverage_directional_focus.md</a:t>
            </a:r>
            <a:endParaRPr lang="en-US" sz="1190" dirty="0"/>
          </a:p>
        </p:txBody>
      </p:sp>
      <p:sp>
        <p:nvSpPr>
          <p:cNvPr id="13" name="Text 11"/>
          <p:cNvSpPr/>
          <p:nvPr/>
        </p:nvSpPr>
        <p:spPr>
          <a:xfrm>
            <a:off x="7450531" y="2562606"/>
            <a:ext cx="4915814" cy="716890"/>
          </a:xfrm>
          <a:prstGeom prst="rect">
            <a:avLst/>
          </a:prstGeom>
          <a:noFill/>
          <a:ln/>
        </p:spPr>
        <p:txBody>
          <a:bodyPr wrap="square" lIns="0" tIns="0" rIns="0" bIns="0" rtlCol="0" anchor="ctr"/>
          <a:lstStyle/>
          <a:p>
            <a:r>
              <a:rPr lang="en-US" sz="1190" dirty="0">
                <a:solidFill>
                  <a:srgbClr val="566573"/>
                </a:solidFill>
              </a:rPr>
              <a:t>Queries pixel coordinates per sector; computes centroid and bounding box so Geo Agent gets a precisely-centered map for each affected direction</a:t>
            </a:r>
            <a:endParaRPr lang="en-US" sz="1190" dirty="0"/>
          </a:p>
        </p:txBody>
      </p:sp>
      <p:sp>
        <p:nvSpPr>
          <p:cNvPr id="14" name="Shape 12"/>
          <p:cNvSpPr/>
          <p:nvPr/>
        </p:nvSpPr>
        <p:spPr>
          <a:xfrm>
            <a:off x="281635" y="3561131"/>
            <a:ext cx="2112264" cy="2406701"/>
          </a:xfrm>
          <a:prstGeom prst="rect">
            <a:avLst/>
          </a:prstGeom>
          <a:solidFill>
            <a:srgbClr val="2471A3"/>
          </a:solidFill>
          <a:ln/>
        </p:spPr>
        <p:txBody>
          <a:bodyPr/>
          <a:lstStyle/>
          <a:p>
            <a:endParaRPr lang="en-US" sz="2519"/>
          </a:p>
        </p:txBody>
      </p:sp>
      <p:sp>
        <p:nvSpPr>
          <p:cNvPr id="15" name="Text 13"/>
          <p:cNvSpPr/>
          <p:nvPr/>
        </p:nvSpPr>
        <p:spPr>
          <a:xfrm>
            <a:off x="320040" y="3561131"/>
            <a:ext cx="2035454" cy="2406701"/>
          </a:xfrm>
          <a:prstGeom prst="rect">
            <a:avLst/>
          </a:prstGeom>
          <a:noFill/>
          <a:ln/>
        </p:spPr>
        <p:txBody>
          <a:bodyPr wrap="square" lIns="0" tIns="0" rIns="0" bIns="0" rtlCol="0" anchor="ctr"/>
          <a:lstStyle/>
          <a:p>
            <a:pPr algn="ctr"/>
            <a:r>
              <a:rPr lang="en-US" sz="1330" b="1" dirty="0">
                <a:solidFill>
                  <a:srgbClr val="FFFFFF"/>
                </a:solidFill>
              </a:rPr>
              <a:t>KPI Agent</a:t>
            </a:r>
            <a:endParaRPr lang="en-US" sz="1330" dirty="0"/>
          </a:p>
        </p:txBody>
      </p:sp>
      <p:sp>
        <p:nvSpPr>
          <p:cNvPr id="16" name="Shape 14"/>
          <p:cNvSpPr/>
          <p:nvPr/>
        </p:nvSpPr>
        <p:spPr>
          <a:xfrm>
            <a:off x="2457907" y="3561131"/>
            <a:ext cx="4710989" cy="2406701"/>
          </a:xfrm>
          <a:prstGeom prst="rect">
            <a:avLst/>
          </a:prstGeom>
          <a:solidFill>
            <a:srgbClr val="F8FFFE"/>
          </a:solidFill>
          <a:ln w="7620">
            <a:solidFill>
              <a:srgbClr val="ABEBC6"/>
            </a:solidFill>
            <a:prstDash val="solid"/>
          </a:ln>
          <a:effectLst>
            <a:outerShdw blurRad="50800" dist="12700" dir="8100000" algn="bl" rotWithShape="0">
              <a:srgbClr val="000000">
                <a:alpha val="8000"/>
              </a:srgbClr>
            </a:outerShdw>
          </a:effectLst>
        </p:spPr>
        <p:txBody>
          <a:bodyPr/>
          <a:lstStyle/>
          <a:p>
            <a:endParaRPr lang="en-US" sz="2519"/>
          </a:p>
        </p:txBody>
      </p:sp>
      <p:sp>
        <p:nvSpPr>
          <p:cNvPr id="17" name="Text 15"/>
          <p:cNvSpPr/>
          <p:nvPr/>
        </p:nvSpPr>
        <p:spPr>
          <a:xfrm>
            <a:off x="2624328" y="3625139"/>
            <a:ext cx="4378147" cy="256032"/>
          </a:xfrm>
          <a:prstGeom prst="rect">
            <a:avLst/>
          </a:prstGeom>
          <a:noFill/>
          <a:ln/>
        </p:spPr>
        <p:txBody>
          <a:bodyPr wrap="square" lIns="0" tIns="0" rIns="0" bIns="0" rtlCol="0" anchor="ctr"/>
          <a:lstStyle/>
          <a:p>
            <a:r>
              <a:rPr lang="en-US" sz="1190" b="1" dirty="0">
                <a:solidFill>
                  <a:srgbClr val="1A7A7A"/>
                </a:solidFill>
              </a:rPr>
              <a:t>BASE (always loads)</a:t>
            </a:r>
            <a:endParaRPr lang="en-US" sz="1190" dirty="0"/>
          </a:p>
        </p:txBody>
      </p:sp>
      <p:sp>
        <p:nvSpPr>
          <p:cNvPr id="18" name="Text 16"/>
          <p:cNvSpPr/>
          <p:nvPr/>
        </p:nvSpPr>
        <p:spPr>
          <a:xfrm>
            <a:off x="2624328" y="3906774"/>
            <a:ext cx="4378147" cy="1984248"/>
          </a:xfrm>
          <a:prstGeom prst="rect">
            <a:avLst/>
          </a:prstGeom>
          <a:noFill/>
          <a:ln/>
        </p:spPr>
        <p:txBody>
          <a:bodyPr wrap="square" lIns="0" tIns="0" rIns="0" bIns="0" rtlCol="0" anchor="ctr"/>
          <a:lstStyle/>
          <a:p>
            <a:r>
              <a:rPr lang="en-US" sz="1190" dirty="0">
                <a:solidFill>
                  <a:srgbClr val="1C2833"/>
                </a:solidFill>
              </a:rPr>
              <a:t>kpi_analysis_base.md — always runs</a:t>
            </a:r>
            <a:endParaRPr lang="en-US" sz="1190" dirty="0"/>
          </a:p>
          <a:p>
            <a:r>
              <a:rPr lang="en-US" sz="1190" dirty="0">
                <a:solidFill>
                  <a:srgbClr val="1C2833"/>
                </a:solidFill>
              </a:rPr>
              <a:t>Forecasts traffic-layer pressure using historical KPI only. Selects historical analogs, applies absorption fractions, compares to p90.</a:t>
            </a:r>
            <a:endParaRPr lang="en-US" sz="1190" dirty="0"/>
          </a:p>
        </p:txBody>
      </p:sp>
      <p:sp>
        <p:nvSpPr>
          <p:cNvPr id="19" name="Shape 17"/>
          <p:cNvSpPr/>
          <p:nvPr/>
        </p:nvSpPr>
        <p:spPr>
          <a:xfrm>
            <a:off x="7296912" y="3561131"/>
            <a:ext cx="5248656" cy="1126541"/>
          </a:xfrm>
          <a:prstGeom prst="rect">
            <a:avLst/>
          </a:prstGeom>
          <a:solidFill>
            <a:srgbClr val="FFF8F0"/>
          </a:solidFill>
          <a:ln w="7620">
            <a:solidFill>
              <a:srgbClr val="F0B27A"/>
            </a:solidFill>
            <a:prstDash val="solid"/>
          </a:ln>
          <a:effectLst>
            <a:outerShdw blurRad="50800" dist="12700" dir="8100000" algn="bl" rotWithShape="0">
              <a:srgbClr val="000000">
                <a:alpha val="8000"/>
              </a:srgbClr>
            </a:outerShdw>
          </a:effectLst>
        </p:spPr>
        <p:txBody>
          <a:bodyPr/>
          <a:lstStyle/>
          <a:p>
            <a:endParaRPr lang="en-US" sz="2519"/>
          </a:p>
        </p:txBody>
      </p:sp>
      <p:sp>
        <p:nvSpPr>
          <p:cNvPr id="20" name="Text 18"/>
          <p:cNvSpPr/>
          <p:nvPr/>
        </p:nvSpPr>
        <p:spPr>
          <a:xfrm>
            <a:off x="7450531" y="3625139"/>
            <a:ext cx="4967021" cy="332842"/>
          </a:xfrm>
          <a:prstGeom prst="rect">
            <a:avLst/>
          </a:prstGeom>
          <a:noFill/>
          <a:ln/>
        </p:spPr>
        <p:txBody>
          <a:bodyPr wrap="square" lIns="0" tIns="0" rIns="0" bIns="0" rtlCol="0" anchor="ctr"/>
          <a:lstStyle/>
          <a:p>
            <a:r>
              <a:rPr lang="en-US" sz="1190" b="1" dirty="0">
                <a:solidFill>
                  <a:srgbClr val="CA6F1E"/>
                </a:solidFill>
              </a:rPr>
              <a:t>IF  peak_overlap = true  AND  duration ≤ 6h</a:t>
            </a:r>
            <a:endParaRPr lang="en-US" sz="1190" dirty="0"/>
          </a:p>
        </p:txBody>
      </p:sp>
      <p:sp>
        <p:nvSpPr>
          <p:cNvPr id="21" name="Text 19"/>
          <p:cNvSpPr/>
          <p:nvPr/>
        </p:nvSpPr>
        <p:spPr>
          <a:xfrm>
            <a:off x="7450531" y="3970782"/>
            <a:ext cx="4967021" cy="256032"/>
          </a:xfrm>
          <a:prstGeom prst="rect">
            <a:avLst/>
          </a:prstGeom>
          <a:noFill/>
          <a:ln/>
        </p:spPr>
        <p:txBody>
          <a:bodyPr wrap="square" lIns="0" tIns="0" rIns="0" bIns="0" rtlCol="0" anchor="ctr"/>
          <a:lstStyle/>
          <a:p>
            <a:r>
              <a:rPr lang="en-US" sz="1190" b="1" dirty="0">
                <a:solidFill>
                  <a:srgbClr val="1C2833"/>
                </a:solidFill>
              </a:rPr>
              <a:t>→ loads  kpi_peak_hour_analysis.md</a:t>
            </a:r>
            <a:endParaRPr lang="en-US" sz="1190" dirty="0"/>
          </a:p>
        </p:txBody>
      </p:sp>
      <p:sp>
        <p:nvSpPr>
          <p:cNvPr id="22" name="Text 20"/>
          <p:cNvSpPr/>
          <p:nvPr/>
        </p:nvSpPr>
        <p:spPr>
          <a:xfrm>
            <a:off x="7450531" y="4252417"/>
            <a:ext cx="4915814" cy="384048"/>
          </a:xfrm>
          <a:prstGeom prst="rect">
            <a:avLst/>
          </a:prstGeom>
          <a:noFill/>
          <a:ln/>
        </p:spPr>
        <p:txBody>
          <a:bodyPr wrap="square" lIns="0" tIns="0" rIns="0" bIns="0" rtlCol="0" anchor="ctr"/>
          <a:lstStyle/>
          <a:p>
            <a:r>
              <a:rPr lang="en-US" sz="1190" dirty="0">
                <a:solidFill>
                  <a:srgbClr val="566573"/>
                </a:solidFill>
              </a:rPr>
              <a:t>Re-evaluates pressure using only peak-hour historical data — prevents full-window average from masking worst-case short burst</a:t>
            </a:r>
            <a:endParaRPr lang="en-US" sz="1190" dirty="0"/>
          </a:p>
        </p:txBody>
      </p:sp>
      <p:sp>
        <p:nvSpPr>
          <p:cNvPr id="23" name="Shape 21"/>
          <p:cNvSpPr/>
          <p:nvPr/>
        </p:nvSpPr>
        <p:spPr>
          <a:xfrm>
            <a:off x="7296912" y="4738878"/>
            <a:ext cx="5248656" cy="1126541"/>
          </a:xfrm>
          <a:prstGeom prst="rect">
            <a:avLst/>
          </a:prstGeom>
          <a:solidFill>
            <a:srgbClr val="FFF8F0"/>
          </a:solidFill>
          <a:ln w="7620">
            <a:solidFill>
              <a:srgbClr val="F0B27A"/>
            </a:solidFill>
            <a:prstDash val="solid"/>
          </a:ln>
          <a:effectLst>
            <a:outerShdw blurRad="50800" dist="12700" dir="8100000" algn="bl" rotWithShape="0">
              <a:srgbClr val="000000">
                <a:alpha val="8000"/>
              </a:srgbClr>
            </a:outerShdw>
          </a:effectLst>
        </p:spPr>
        <p:txBody>
          <a:bodyPr/>
          <a:lstStyle/>
          <a:p>
            <a:endParaRPr lang="en-US" sz="2519"/>
          </a:p>
        </p:txBody>
      </p:sp>
      <p:sp>
        <p:nvSpPr>
          <p:cNvPr id="24" name="Text 22"/>
          <p:cNvSpPr/>
          <p:nvPr/>
        </p:nvSpPr>
        <p:spPr>
          <a:xfrm>
            <a:off x="7450531" y="4802886"/>
            <a:ext cx="4967021" cy="332842"/>
          </a:xfrm>
          <a:prstGeom prst="rect">
            <a:avLst/>
          </a:prstGeom>
          <a:noFill/>
          <a:ln/>
        </p:spPr>
        <p:txBody>
          <a:bodyPr wrap="square" lIns="0" tIns="0" rIns="0" bIns="0" rtlCol="0" anchor="ctr"/>
          <a:lstStyle/>
          <a:p>
            <a:r>
              <a:rPr lang="en-US" sz="1190" b="1" dirty="0">
                <a:solidFill>
                  <a:srgbClr val="CA6F1E"/>
                </a:solidFill>
              </a:rPr>
              <a:t>IF  duration &gt; 6 hours</a:t>
            </a:r>
            <a:endParaRPr lang="en-US" sz="1190" dirty="0"/>
          </a:p>
        </p:txBody>
      </p:sp>
      <p:sp>
        <p:nvSpPr>
          <p:cNvPr id="25" name="Text 23"/>
          <p:cNvSpPr/>
          <p:nvPr/>
        </p:nvSpPr>
        <p:spPr>
          <a:xfrm>
            <a:off x="7450531" y="5148529"/>
            <a:ext cx="4967021" cy="256032"/>
          </a:xfrm>
          <a:prstGeom prst="rect">
            <a:avLst/>
          </a:prstGeom>
          <a:noFill/>
          <a:ln/>
        </p:spPr>
        <p:txBody>
          <a:bodyPr wrap="square" lIns="0" tIns="0" rIns="0" bIns="0" rtlCol="0" anchor="ctr"/>
          <a:lstStyle/>
          <a:p>
            <a:r>
              <a:rPr lang="en-US" sz="1190" b="1" dirty="0">
                <a:solidFill>
                  <a:srgbClr val="1C2833"/>
                </a:solidFill>
              </a:rPr>
              <a:t>→ loads  kpi_sustained_pressure.md</a:t>
            </a:r>
            <a:endParaRPr lang="en-US" sz="1190" dirty="0"/>
          </a:p>
        </p:txBody>
      </p:sp>
      <p:sp>
        <p:nvSpPr>
          <p:cNvPr id="26" name="Text 24"/>
          <p:cNvSpPr/>
          <p:nvPr/>
        </p:nvSpPr>
        <p:spPr>
          <a:xfrm>
            <a:off x="7450531" y="5430164"/>
            <a:ext cx="4915814" cy="384048"/>
          </a:xfrm>
          <a:prstGeom prst="rect">
            <a:avLst/>
          </a:prstGeom>
          <a:noFill/>
          <a:ln/>
        </p:spPr>
        <p:txBody>
          <a:bodyPr wrap="square" lIns="0" tIns="0" rIns="0" bIns="0" rtlCol="0" anchor="ctr"/>
          <a:lstStyle/>
          <a:p>
            <a:r>
              <a:rPr lang="en-US" sz="1190" dirty="0">
                <a:solidFill>
                  <a:srgbClr val="566573"/>
                </a:solidFill>
              </a:rPr>
              <a:t>Hour-by-hour pressure trajectory — detects whether stress persists, concentrates at peak, or degrades over time</a:t>
            </a:r>
            <a:endParaRPr lang="en-US" sz="1190" dirty="0"/>
          </a:p>
        </p:txBody>
      </p:sp>
      <p:sp>
        <p:nvSpPr>
          <p:cNvPr id="27" name="Shape 25"/>
          <p:cNvSpPr/>
          <p:nvPr/>
        </p:nvSpPr>
        <p:spPr>
          <a:xfrm>
            <a:off x="281635" y="6095848"/>
            <a:ext cx="2112264" cy="1049731"/>
          </a:xfrm>
          <a:prstGeom prst="rect">
            <a:avLst/>
          </a:prstGeom>
          <a:solidFill>
            <a:srgbClr val="566573"/>
          </a:solidFill>
          <a:ln/>
        </p:spPr>
        <p:txBody>
          <a:bodyPr/>
          <a:lstStyle/>
          <a:p>
            <a:endParaRPr lang="en-US" sz="2519"/>
          </a:p>
        </p:txBody>
      </p:sp>
      <p:sp>
        <p:nvSpPr>
          <p:cNvPr id="28" name="Text 26"/>
          <p:cNvSpPr/>
          <p:nvPr/>
        </p:nvSpPr>
        <p:spPr>
          <a:xfrm>
            <a:off x="320040" y="6095848"/>
            <a:ext cx="2035454" cy="1049731"/>
          </a:xfrm>
          <a:prstGeom prst="rect">
            <a:avLst/>
          </a:prstGeom>
          <a:noFill/>
          <a:ln/>
        </p:spPr>
        <p:txBody>
          <a:bodyPr wrap="square" lIns="0" tIns="0" rIns="0" bIns="0" rtlCol="0" anchor="ctr"/>
          <a:lstStyle/>
          <a:p>
            <a:pPr algn="ctr"/>
            <a:r>
              <a:rPr lang="en-US" sz="1330" b="1" dirty="0">
                <a:solidFill>
                  <a:srgbClr val="FFFFFF"/>
                </a:solidFill>
              </a:rPr>
              <a:t>attribute / Geo / final</a:t>
            </a:r>
            <a:r>
              <a:rPr lang="zh-CN" altLang="en-US" sz="1330" b="1" dirty="0">
                <a:solidFill>
                  <a:srgbClr val="FFFFFF"/>
                </a:solidFill>
              </a:rPr>
              <a:t> </a:t>
            </a:r>
            <a:r>
              <a:rPr lang="en-US" sz="1330" b="1" dirty="0">
                <a:solidFill>
                  <a:srgbClr val="FFFFFF"/>
                </a:solidFill>
              </a:rPr>
              <a:t>Assessment</a:t>
            </a:r>
            <a:endParaRPr lang="en-US" sz="1330" dirty="0"/>
          </a:p>
        </p:txBody>
      </p:sp>
      <p:sp>
        <p:nvSpPr>
          <p:cNvPr id="29" name="Shape 27"/>
          <p:cNvSpPr/>
          <p:nvPr/>
        </p:nvSpPr>
        <p:spPr>
          <a:xfrm>
            <a:off x="2457907" y="6095848"/>
            <a:ext cx="4710989" cy="1049731"/>
          </a:xfrm>
          <a:prstGeom prst="rect">
            <a:avLst/>
          </a:prstGeom>
          <a:solidFill>
            <a:srgbClr val="F8FFFE"/>
          </a:solidFill>
          <a:ln w="7620">
            <a:solidFill>
              <a:srgbClr val="ABEBC6"/>
            </a:solidFill>
            <a:prstDash val="solid"/>
          </a:ln>
          <a:effectLst>
            <a:outerShdw blurRad="50800" dist="12700" dir="8100000" algn="bl" rotWithShape="0">
              <a:srgbClr val="000000">
                <a:alpha val="8000"/>
              </a:srgbClr>
            </a:outerShdw>
          </a:effectLst>
        </p:spPr>
        <p:txBody>
          <a:bodyPr/>
          <a:lstStyle/>
          <a:p>
            <a:endParaRPr lang="en-US" sz="2519"/>
          </a:p>
        </p:txBody>
      </p:sp>
      <p:sp>
        <p:nvSpPr>
          <p:cNvPr id="30" name="Text 28"/>
          <p:cNvSpPr/>
          <p:nvPr/>
        </p:nvSpPr>
        <p:spPr>
          <a:xfrm>
            <a:off x="2624328" y="6159856"/>
            <a:ext cx="4378147" cy="256032"/>
          </a:xfrm>
          <a:prstGeom prst="rect">
            <a:avLst/>
          </a:prstGeom>
          <a:noFill/>
          <a:ln/>
        </p:spPr>
        <p:txBody>
          <a:bodyPr wrap="square" lIns="0" tIns="0" rIns="0" bIns="0" rtlCol="0" anchor="ctr"/>
          <a:lstStyle/>
          <a:p>
            <a:r>
              <a:rPr lang="en-US" sz="1190" b="1" dirty="0">
                <a:solidFill>
                  <a:srgbClr val="1A7A7A"/>
                </a:solidFill>
              </a:rPr>
              <a:t>BASE (always loads)</a:t>
            </a:r>
            <a:endParaRPr lang="en-US" sz="1190" dirty="0"/>
          </a:p>
        </p:txBody>
      </p:sp>
      <p:sp>
        <p:nvSpPr>
          <p:cNvPr id="31" name="Text 29"/>
          <p:cNvSpPr/>
          <p:nvPr/>
        </p:nvSpPr>
        <p:spPr>
          <a:xfrm>
            <a:off x="2624328" y="6441491"/>
            <a:ext cx="4378147" cy="627278"/>
          </a:xfrm>
          <a:prstGeom prst="rect">
            <a:avLst/>
          </a:prstGeom>
          <a:noFill/>
          <a:ln/>
        </p:spPr>
        <p:txBody>
          <a:bodyPr wrap="square" lIns="0" tIns="0" rIns="0" bIns="0" rtlCol="0" anchor="ctr"/>
          <a:lstStyle/>
          <a:p>
            <a:r>
              <a:rPr lang="en-US" sz="1190" dirty="0">
                <a:solidFill>
                  <a:srgbClr val="1C2833"/>
                </a:solidFill>
              </a:rPr>
              <a:t>config_analysis_base.md  ·  geo_analysis_base.md  ·  assessment_agent.md — single skill each, no extensions.</a:t>
            </a:r>
            <a:endParaRPr lang="en-US" sz="1190" dirty="0"/>
          </a:p>
          <a:p>
            <a:r>
              <a:rPr lang="en-US" sz="1190" dirty="0">
                <a:solidFill>
                  <a:srgbClr val="1C2833"/>
                </a:solidFill>
              </a:rPr>
              <a:t>Config reads hardware attributes; Geo reads real OSM map tiles; Assessment synthesizes all specialist outputs.</a:t>
            </a:r>
            <a:endParaRPr lang="en-US" sz="1190" dirty="0"/>
          </a:p>
        </p:txBody>
      </p:sp>
      <p:sp>
        <p:nvSpPr>
          <p:cNvPr id="32" name="Shape 30"/>
          <p:cNvSpPr/>
          <p:nvPr/>
        </p:nvSpPr>
        <p:spPr>
          <a:xfrm>
            <a:off x="7296912" y="6095848"/>
            <a:ext cx="5248656" cy="1049731"/>
          </a:xfrm>
          <a:prstGeom prst="rect">
            <a:avLst/>
          </a:prstGeom>
          <a:solidFill>
            <a:srgbClr val="F5F5F5"/>
          </a:solidFill>
          <a:ln w="7620">
            <a:solidFill>
              <a:srgbClr val="BFC9CA"/>
            </a:solidFill>
            <a:prstDash val="solid"/>
          </a:ln>
          <a:effectLst>
            <a:outerShdw blurRad="50800" dist="12700" dir="8100000" algn="bl" rotWithShape="0">
              <a:srgbClr val="000000">
                <a:alpha val="8000"/>
              </a:srgbClr>
            </a:outerShdw>
          </a:effectLst>
        </p:spPr>
        <p:txBody>
          <a:bodyPr/>
          <a:lstStyle/>
          <a:p>
            <a:endParaRPr lang="en-US" sz="2519"/>
          </a:p>
        </p:txBody>
      </p:sp>
      <p:sp>
        <p:nvSpPr>
          <p:cNvPr id="33" name="Text 31"/>
          <p:cNvSpPr/>
          <p:nvPr/>
        </p:nvSpPr>
        <p:spPr>
          <a:xfrm>
            <a:off x="7424928" y="6095848"/>
            <a:ext cx="4992624" cy="1049731"/>
          </a:xfrm>
          <a:prstGeom prst="rect">
            <a:avLst/>
          </a:prstGeom>
          <a:noFill/>
          <a:ln/>
        </p:spPr>
        <p:txBody>
          <a:bodyPr wrap="square" lIns="0" tIns="0" rIns="0" bIns="0" rtlCol="0" anchor="ctr"/>
          <a:lstStyle/>
          <a:p>
            <a:pPr algn="ctr"/>
            <a:r>
              <a:rPr lang="en-US" sz="1260" i="1" dirty="0">
                <a:solidFill>
                  <a:srgbClr val="BFC9CA"/>
                </a:solidFill>
              </a:rPr>
              <a:t>No conditional extensions</a:t>
            </a:r>
            <a:endParaRPr lang="en-US" sz="12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793699"/>
          </a:xfrm>
          <a:prstGeom prst="rect">
            <a:avLst/>
          </a:prstGeom>
          <a:solidFill>
            <a:srgbClr val="1A5F6D"/>
          </a:solidFill>
          <a:ln/>
        </p:spPr>
        <p:txBody>
          <a:bodyPr/>
          <a:lstStyle/>
          <a:p>
            <a:endParaRPr lang="en-US" sz="2519"/>
          </a:p>
        </p:txBody>
      </p:sp>
      <p:sp>
        <p:nvSpPr>
          <p:cNvPr id="3" name="Text 1"/>
          <p:cNvSpPr/>
          <p:nvPr/>
        </p:nvSpPr>
        <p:spPr>
          <a:xfrm>
            <a:off x="384048" y="514350"/>
            <a:ext cx="12033504" cy="793699"/>
          </a:xfrm>
          <a:prstGeom prst="rect">
            <a:avLst/>
          </a:prstGeom>
          <a:noFill/>
          <a:ln/>
        </p:spPr>
        <p:txBody>
          <a:bodyPr wrap="square" lIns="0" tIns="0" rIns="0" bIns="0" rtlCol="0" anchor="ctr"/>
          <a:lstStyle/>
          <a:p>
            <a:r>
              <a:rPr lang="en-US" sz="2940" b="1" dirty="0">
                <a:solidFill>
                  <a:srgbClr val="FFFFFF"/>
                </a:solidFill>
              </a:rPr>
              <a:t>Five Specialist Agents — Each Answers One Question</a:t>
            </a:r>
            <a:endParaRPr lang="en-US" sz="2940" dirty="0"/>
          </a:p>
        </p:txBody>
      </p:sp>
      <p:sp>
        <p:nvSpPr>
          <p:cNvPr id="4" name="Shape 2"/>
          <p:cNvSpPr/>
          <p:nvPr/>
        </p:nvSpPr>
        <p:spPr>
          <a:xfrm>
            <a:off x="153619" y="1436065"/>
            <a:ext cx="2381098" cy="6298387"/>
          </a:xfrm>
          <a:prstGeom prst="rect">
            <a:avLst/>
          </a:prstGeom>
          <a:solidFill>
            <a:srgbClr val="FAFAFA"/>
          </a:solidFill>
          <a:ln w="6350">
            <a:solidFill>
              <a:srgbClr val="DEE2E6"/>
            </a:solidFill>
            <a:prstDash val="solid"/>
          </a:ln>
        </p:spPr>
        <p:txBody>
          <a:bodyPr/>
          <a:lstStyle/>
          <a:p>
            <a:endParaRPr lang="en-US" sz="2519"/>
          </a:p>
        </p:txBody>
      </p:sp>
      <p:sp>
        <p:nvSpPr>
          <p:cNvPr id="5" name="Shape 3"/>
          <p:cNvSpPr/>
          <p:nvPr/>
        </p:nvSpPr>
        <p:spPr>
          <a:xfrm>
            <a:off x="153619" y="1436065"/>
            <a:ext cx="2381098" cy="870509"/>
          </a:xfrm>
          <a:prstGeom prst="rect">
            <a:avLst/>
          </a:prstGeom>
          <a:solidFill>
            <a:srgbClr val="1A7A7A"/>
          </a:solidFill>
          <a:ln/>
        </p:spPr>
        <p:txBody>
          <a:bodyPr/>
          <a:lstStyle/>
          <a:p>
            <a:endParaRPr lang="en-US" sz="2519"/>
          </a:p>
        </p:txBody>
      </p:sp>
      <p:sp>
        <p:nvSpPr>
          <p:cNvPr id="6" name="Text 4"/>
          <p:cNvSpPr/>
          <p:nvPr/>
        </p:nvSpPr>
        <p:spPr>
          <a:xfrm>
            <a:off x="217627" y="1461668"/>
            <a:ext cx="2253082" cy="486461"/>
          </a:xfrm>
          <a:prstGeom prst="rect">
            <a:avLst/>
          </a:prstGeom>
          <a:noFill/>
          <a:ln/>
        </p:spPr>
        <p:txBody>
          <a:bodyPr wrap="square" lIns="0" tIns="0" rIns="0" bIns="0" rtlCol="0" anchor="ctr"/>
          <a:lstStyle/>
          <a:p>
            <a:pPr algn="ctr"/>
            <a:r>
              <a:rPr lang="en-US" sz="1820" b="1" dirty="0">
                <a:solidFill>
                  <a:srgbClr val="FFFFFF"/>
                </a:solidFill>
              </a:rPr>
              <a:t>Coverage</a:t>
            </a:r>
            <a:endParaRPr lang="en-US" sz="1820" dirty="0"/>
          </a:p>
        </p:txBody>
      </p:sp>
      <p:sp>
        <p:nvSpPr>
          <p:cNvPr id="7" name="Text 5"/>
          <p:cNvSpPr/>
          <p:nvPr/>
        </p:nvSpPr>
        <p:spPr>
          <a:xfrm>
            <a:off x="217627" y="1948129"/>
            <a:ext cx="2253082" cy="332842"/>
          </a:xfrm>
          <a:prstGeom prst="rect">
            <a:avLst/>
          </a:prstGeom>
          <a:noFill/>
          <a:ln/>
        </p:spPr>
        <p:txBody>
          <a:bodyPr wrap="square" lIns="0" tIns="0" rIns="0" bIns="0" rtlCol="0" anchor="ctr"/>
          <a:lstStyle/>
          <a:p>
            <a:pPr algn="ctr"/>
            <a:r>
              <a:rPr lang="en-US" sz="1190" dirty="0">
                <a:solidFill>
                  <a:srgbClr val="DDDDDD"/>
                </a:solidFill>
              </a:rPr>
              <a:t>Signal Layer</a:t>
            </a:r>
            <a:endParaRPr lang="en-US" sz="1190" dirty="0"/>
          </a:p>
        </p:txBody>
      </p:sp>
      <p:sp>
        <p:nvSpPr>
          <p:cNvPr id="8" name="Shape 6"/>
          <p:cNvSpPr/>
          <p:nvPr/>
        </p:nvSpPr>
        <p:spPr>
          <a:xfrm>
            <a:off x="153619" y="2357780"/>
            <a:ext cx="2381098" cy="768096"/>
          </a:xfrm>
          <a:prstGeom prst="rect">
            <a:avLst/>
          </a:prstGeom>
          <a:solidFill>
            <a:srgbClr val="FAFAFA"/>
          </a:solidFill>
          <a:ln w="7620">
            <a:solidFill>
              <a:srgbClr val="1A7A7A"/>
            </a:solidFill>
            <a:prstDash val="solid"/>
          </a:ln>
          <a:effectLst>
            <a:outerShdw blurRad="50800" dist="12700" dir="8100000" algn="bl" rotWithShape="0">
              <a:srgbClr val="000000">
                <a:alpha val="8000"/>
              </a:srgbClr>
            </a:outerShdw>
          </a:effectLst>
        </p:spPr>
        <p:txBody>
          <a:bodyPr/>
          <a:lstStyle/>
          <a:p>
            <a:endParaRPr lang="en-US" sz="2519"/>
          </a:p>
        </p:txBody>
      </p:sp>
      <p:sp>
        <p:nvSpPr>
          <p:cNvPr id="9" name="Text 7"/>
          <p:cNvSpPr/>
          <p:nvPr/>
        </p:nvSpPr>
        <p:spPr>
          <a:xfrm>
            <a:off x="256032" y="2408987"/>
            <a:ext cx="2176272" cy="665683"/>
          </a:xfrm>
          <a:prstGeom prst="rect">
            <a:avLst/>
          </a:prstGeom>
          <a:noFill/>
          <a:ln/>
        </p:spPr>
        <p:txBody>
          <a:bodyPr wrap="square" lIns="0" tIns="0" rIns="0" bIns="0" rtlCol="0" anchor="ctr"/>
          <a:lstStyle/>
          <a:p>
            <a:r>
              <a:rPr lang="en-US" sz="1260" b="1" i="1" dirty="0">
                <a:solidFill>
                  <a:srgbClr val="1A7A7A"/>
                </a:solidFill>
              </a:rPr>
              <a:t>Can users still get backup signal?</a:t>
            </a:r>
            <a:r>
              <a:rPr lang="zh-CN" altLang="en-US" sz="1260" b="1" i="1" dirty="0">
                <a:solidFill>
                  <a:srgbClr val="1A7A7A"/>
                </a:solidFill>
              </a:rPr>
              <a:t> </a:t>
            </a:r>
            <a:endParaRPr lang="en-US" sz="1260" dirty="0"/>
          </a:p>
        </p:txBody>
      </p:sp>
      <p:sp>
        <p:nvSpPr>
          <p:cNvPr id="10" name="Text 8"/>
          <p:cNvSpPr/>
          <p:nvPr/>
        </p:nvSpPr>
        <p:spPr>
          <a:xfrm>
            <a:off x="256032" y="3202686"/>
            <a:ext cx="2176272" cy="281635"/>
          </a:xfrm>
          <a:prstGeom prst="rect">
            <a:avLst/>
          </a:prstGeom>
          <a:noFill/>
          <a:ln/>
        </p:spPr>
        <p:txBody>
          <a:bodyPr wrap="square" lIns="0" tIns="0" rIns="0" bIns="0" rtlCol="0" anchor="ctr"/>
          <a:lstStyle/>
          <a:p>
            <a:r>
              <a:rPr lang="en-US" sz="1190" b="1" dirty="0">
                <a:solidFill>
                  <a:srgbClr val="1C2833"/>
                </a:solidFill>
              </a:rPr>
              <a:t>How:</a:t>
            </a:r>
            <a:endParaRPr lang="en-US" sz="1190" dirty="0"/>
          </a:p>
        </p:txBody>
      </p:sp>
      <p:sp>
        <p:nvSpPr>
          <p:cNvPr id="11" name="Shape 9"/>
          <p:cNvSpPr/>
          <p:nvPr/>
        </p:nvSpPr>
        <p:spPr>
          <a:xfrm>
            <a:off x="281635" y="3535527"/>
            <a:ext cx="76810" cy="76810"/>
          </a:xfrm>
          <a:prstGeom prst="rect">
            <a:avLst/>
          </a:prstGeom>
          <a:solidFill>
            <a:srgbClr val="1A7A7A"/>
          </a:solidFill>
          <a:ln/>
        </p:spPr>
        <p:txBody>
          <a:bodyPr/>
          <a:lstStyle/>
          <a:p>
            <a:endParaRPr lang="en-US" sz="2519"/>
          </a:p>
        </p:txBody>
      </p:sp>
      <p:sp>
        <p:nvSpPr>
          <p:cNvPr id="12" name="Text 10"/>
          <p:cNvSpPr/>
          <p:nvPr/>
        </p:nvSpPr>
        <p:spPr>
          <a:xfrm>
            <a:off x="409651" y="3341985"/>
            <a:ext cx="2073859" cy="870509"/>
          </a:xfrm>
          <a:prstGeom prst="rect">
            <a:avLst/>
          </a:prstGeom>
          <a:noFill/>
          <a:ln/>
        </p:spPr>
        <p:txBody>
          <a:bodyPr wrap="square" lIns="0" tIns="0" rIns="0" bIns="0" rtlCol="0" anchor="ctr"/>
          <a:lstStyle/>
          <a:p>
            <a:r>
              <a:rPr lang="en-US" sz="1190" dirty="0">
                <a:solidFill>
                  <a:srgbClr val="1C2833"/>
                </a:solidFill>
              </a:rPr>
              <a:t>Read preprocessing outputs: RSRP statistics, coverage hole fraction, absorption</a:t>
            </a:r>
            <a:r>
              <a:rPr lang="zh-CN" altLang="en-US" sz="1190" dirty="0">
                <a:solidFill>
                  <a:srgbClr val="1C2833"/>
                </a:solidFill>
              </a:rPr>
              <a:t> </a:t>
            </a:r>
            <a:r>
              <a:rPr lang="en-US" sz="1190" dirty="0">
                <a:solidFill>
                  <a:srgbClr val="1C2833"/>
                </a:solidFill>
              </a:rPr>
              <a:t>fractions</a:t>
            </a:r>
            <a:r>
              <a:rPr lang="en-US" altLang="zh-CN" sz="1190" dirty="0">
                <a:solidFill>
                  <a:srgbClr val="1C2833"/>
                </a:solidFill>
              </a:rPr>
              <a:t>,…</a:t>
            </a:r>
            <a:endParaRPr lang="en-US" sz="1190" dirty="0"/>
          </a:p>
        </p:txBody>
      </p:sp>
      <p:sp>
        <p:nvSpPr>
          <p:cNvPr id="13" name="Shape 11"/>
          <p:cNvSpPr/>
          <p:nvPr/>
        </p:nvSpPr>
        <p:spPr>
          <a:xfrm>
            <a:off x="281635" y="4151957"/>
            <a:ext cx="76810" cy="76810"/>
          </a:xfrm>
          <a:prstGeom prst="rect">
            <a:avLst/>
          </a:prstGeom>
          <a:solidFill>
            <a:srgbClr val="1A7A7A"/>
          </a:solidFill>
          <a:ln/>
        </p:spPr>
        <p:txBody>
          <a:bodyPr/>
          <a:lstStyle/>
          <a:p>
            <a:endParaRPr lang="en-US" sz="2519"/>
          </a:p>
        </p:txBody>
      </p:sp>
      <p:sp>
        <p:nvSpPr>
          <p:cNvPr id="14" name="Text 12"/>
          <p:cNvSpPr/>
          <p:nvPr/>
        </p:nvSpPr>
        <p:spPr>
          <a:xfrm>
            <a:off x="384048" y="4058874"/>
            <a:ext cx="2086661" cy="870509"/>
          </a:xfrm>
          <a:prstGeom prst="rect">
            <a:avLst/>
          </a:prstGeom>
          <a:noFill/>
          <a:ln/>
        </p:spPr>
        <p:txBody>
          <a:bodyPr wrap="square" lIns="0" tIns="0" rIns="0" bIns="0" rtlCol="0" anchor="ctr"/>
          <a:lstStyle/>
          <a:p>
            <a:r>
              <a:rPr lang="en-US" sz="1190" dirty="0">
                <a:solidFill>
                  <a:srgbClr val="1C2833"/>
                </a:solidFill>
              </a:rPr>
              <a:t>Inspect RSRP/SINR images to describe spatial signal patterns relative to the</a:t>
            </a:r>
            <a:r>
              <a:rPr lang="zh-CN" altLang="en-US" sz="1190" dirty="0">
                <a:solidFill>
                  <a:srgbClr val="1C2833"/>
                </a:solidFill>
              </a:rPr>
              <a:t> </a:t>
            </a:r>
            <a:r>
              <a:rPr lang="en-US" sz="1190" dirty="0">
                <a:solidFill>
                  <a:srgbClr val="1C2833"/>
                </a:solidFill>
              </a:rPr>
              <a:t>target coverage boundary.</a:t>
            </a:r>
            <a:endParaRPr lang="en-US" sz="1190" dirty="0"/>
          </a:p>
        </p:txBody>
      </p:sp>
      <p:sp>
        <p:nvSpPr>
          <p:cNvPr id="15" name="Shape 13"/>
          <p:cNvSpPr/>
          <p:nvPr/>
        </p:nvSpPr>
        <p:spPr>
          <a:xfrm>
            <a:off x="281635" y="5073672"/>
            <a:ext cx="76810" cy="76810"/>
          </a:xfrm>
          <a:prstGeom prst="rect">
            <a:avLst/>
          </a:prstGeom>
          <a:solidFill>
            <a:srgbClr val="1A7A7A"/>
          </a:solidFill>
          <a:ln/>
        </p:spPr>
        <p:txBody>
          <a:bodyPr/>
          <a:lstStyle/>
          <a:p>
            <a:endParaRPr lang="en-US" sz="2519"/>
          </a:p>
        </p:txBody>
      </p:sp>
      <p:sp>
        <p:nvSpPr>
          <p:cNvPr id="16" name="Text 14"/>
          <p:cNvSpPr/>
          <p:nvPr/>
        </p:nvSpPr>
        <p:spPr>
          <a:xfrm>
            <a:off x="422453" y="5048504"/>
            <a:ext cx="1997050" cy="307238"/>
          </a:xfrm>
          <a:prstGeom prst="rect">
            <a:avLst/>
          </a:prstGeom>
          <a:noFill/>
          <a:ln/>
        </p:spPr>
        <p:txBody>
          <a:bodyPr wrap="square" lIns="0" tIns="0" rIns="0" bIns="0" rtlCol="0" anchor="ctr"/>
          <a:lstStyle/>
          <a:p>
            <a:r>
              <a:rPr lang="en-US" sz="1190" dirty="0"/>
              <a:t>Evaluate backup signal quality</a:t>
            </a:r>
            <a:r>
              <a:rPr lang="zh-CN" altLang="en-US" sz="1190" dirty="0"/>
              <a:t> </a:t>
            </a:r>
            <a:r>
              <a:rPr lang="en-US" altLang="zh-CN" sz="1190" dirty="0"/>
              <a:t>with</a:t>
            </a:r>
            <a:r>
              <a:rPr lang="zh-CN" altLang="en-US" sz="1190" dirty="0"/>
              <a:t> </a:t>
            </a:r>
            <a:r>
              <a:rPr lang="en-US" altLang="zh-CN" sz="1190" dirty="0"/>
              <a:t>the</a:t>
            </a:r>
            <a:r>
              <a:rPr lang="zh-CN" altLang="en-US" sz="1190" dirty="0"/>
              <a:t> </a:t>
            </a:r>
            <a:r>
              <a:rPr lang="en-US" altLang="zh-CN" sz="1190" dirty="0"/>
              <a:t>statistics</a:t>
            </a:r>
            <a:endParaRPr lang="en-US" sz="1190" dirty="0"/>
          </a:p>
        </p:txBody>
      </p:sp>
      <p:sp>
        <p:nvSpPr>
          <p:cNvPr id="17" name="Shape 15"/>
          <p:cNvSpPr/>
          <p:nvPr/>
        </p:nvSpPr>
        <p:spPr>
          <a:xfrm>
            <a:off x="256032" y="6454292"/>
            <a:ext cx="2176272" cy="1152144"/>
          </a:xfrm>
          <a:prstGeom prst="rect">
            <a:avLst/>
          </a:prstGeom>
          <a:solidFill>
            <a:srgbClr val="FFF8F0"/>
          </a:solidFill>
          <a:ln w="6350">
            <a:solidFill>
              <a:srgbClr val="1A7A7A"/>
            </a:solidFill>
            <a:prstDash val="solid"/>
          </a:ln>
        </p:spPr>
        <p:txBody>
          <a:bodyPr/>
          <a:lstStyle/>
          <a:p>
            <a:endParaRPr lang="en-US" sz="2519"/>
          </a:p>
        </p:txBody>
      </p:sp>
      <p:sp>
        <p:nvSpPr>
          <p:cNvPr id="18" name="Text 16"/>
          <p:cNvSpPr/>
          <p:nvPr/>
        </p:nvSpPr>
        <p:spPr>
          <a:xfrm>
            <a:off x="332842" y="6505499"/>
            <a:ext cx="2022653" cy="256032"/>
          </a:xfrm>
          <a:prstGeom prst="rect">
            <a:avLst/>
          </a:prstGeom>
          <a:noFill/>
          <a:ln/>
        </p:spPr>
        <p:txBody>
          <a:bodyPr wrap="square" lIns="0" tIns="0" rIns="0" bIns="0" rtlCol="0" anchor="ctr"/>
          <a:lstStyle/>
          <a:p>
            <a:r>
              <a:rPr lang="en-US" sz="1120" b="1" dirty="0">
                <a:solidFill>
                  <a:srgbClr val="1A7A7A"/>
                </a:solidFill>
              </a:rPr>
              <a:t>Why LLM:</a:t>
            </a:r>
            <a:endParaRPr lang="en-US" sz="1120" dirty="0"/>
          </a:p>
        </p:txBody>
      </p:sp>
      <p:sp>
        <p:nvSpPr>
          <p:cNvPr id="19" name="Text 17"/>
          <p:cNvSpPr/>
          <p:nvPr/>
        </p:nvSpPr>
        <p:spPr>
          <a:xfrm>
            <a:off x="332842" y="6787134"/>
            <a:ext cx="2022653" cy="768096"/>
          </a:xfrm>
          <a:prstGeom prst="rect">
            <a:avLst/>
          </a:prstGeom>
          <a:noFill/>
          <a:ln/>
        </p:spPr>
        <p:txBody>
          <a:bodyPr wrap="square" lIns="0" tIns="0" rIns="0" bIns="0" rtlCol="0" anchor="ctr"/>
          <a:lstStyle/>
          <a:p>
            <a:r>
              <a:rPr lang="en-US" sz="1120" dirty="0">
                <a:solidFill>
                  <a:srgbClr val="566573"/>
                </a:solidFill>
              </a:rPr>
              <a:t>Visual RSRP map interpretation and spatial signal pattern description cannot be hard-coded</a:t>
            </a:r>
            <a:endParaRPr lang="en-US" sz="1120" dirty="0"/>
          </a:p>
        </p:txBody>
      </p:sp>
      <p:sp>
        <p:nvSpPr>
          <p:cNvPr id="20" name="Shape 18"/>
          <p:cNvSpPr/>
          <p:nvPr/>
        </p:nvSpPr>
        <p:spPr>
          <a:xfrm>
            <a:off x="2598725" y="1436065"/>
            <a:ext cx="2381098" cy="6298387"/>
          </a:xfrm>
          <a:prstGeom prst="rect">
            <a:avLst/>
          </a:prstGeom>
          <a:solidFill>
            <a:srgbClr val="FAFAFA"/>
          </a:solidFill>
          <a:ln w="6350">
            <a:solidFill>
              <a:srgbClr val="DEE2E6"/>
            </a:solidFill>
            <a:prstDash val="solid"/>
          </a:ln>
        </p:spPr>
        <p:txBody>
          <a:bodyPr/>
          <a:lstStyle/>
          <a:p>
            <a:endParaRPr lang="en-US" sz="2519"/>
          </a:p>
        </p:txBody>
      </p:sp>
      <p:sp>
        <p:nvSpPr>
          <p:cNvPr id="21" name="Shape 19"/>
          <p:cNvSpPr/>
          <p:nvPr/>
        </p:nvSpPr>
        <p:spPr>
          <a:xfrm>
            <a:off x="2598725" y="1436065"/>
            <a:ext cx="2381098" cy="870509"/>
          </a:xfrm>
          <a:prstGeom prst="rect">
            <a:avLst/>
          </a:prstGeom>
          <a:solidFill>
            <a:srgbClr val="2471A3"/>
          </a:solidFill>
          <a:ln/>
        </p:spPr>
        <p:txBody>
          <a:bodyPr/>
          <a:lstStyle/>
          <a:p>
            <a:endParaRPr lang="en-US" sz="2519"/>
          </a:p>
        </p:txBody>
      </p:sp>
      <p:sp>
        <p:nvSpPr>
          <p:cNvPr id="22" name="Text 20"/>
          <p:cNvSpPr/>
          <p:nvPr/>
        </p:nvSpPr>
        <p:spPr>
          <a:xfrm>
            <a:off x="2662733" y="1461668"/>
            <a:ext cx="2253082" cy="486461"/>
          </a:xfrm>
          <a:prstGeom prst="rect">
            <a:avLst/>
          </a:prstGeom>
          <a:noFill/>
          <a:ln/>
        </p:spPr>
        <p:txBody>
          <a:bodyPr wrap="square" lIns="0" tIns="0" rIns="0" bIns="0" rtlCol="0" anchor="ctr"/>
          <a:lstStyle/>
          <a:p>
            <a:pPr algn="ctr"/>
            <a:r>
              <a:rPr lang="en-US" sz="1820" b="1" dirty="0">
                <a:solidFill>
                  <a:srgbClr val="FFFFFF"/>
                </a:solidFill>
              </a:rPr>
              <a:t>KPI</a:t>
            </a:r>
            <a:endParaRPr lang="en-US" sz="1820" dirty="0"/>
          </a:p>
        </p:txBody>
      </p:sp>
      <p:sp>
        <p:nvSpPr>
          <p:cNvPr id="23" name="Text 21"/>
          <p:cNvSpPr/>
          <p:nvPr/>
        </p:nvSpPr>
        <p:spPr>
          <a:xfrm>
            <a:off x="2662733" y="1948129"/>
            <a:ext cx="2253082" cy="332842"/>
          </a:xfrm>
          <a:prstGeom prst="rect">
            <a:avLst/>
          </a:prstGeom>
          <a:noFill/>
          <a:ln/>
        </p:spPr>
        <p:txBody>
          <a:bodyPr wrap="square" lIns="0" tIns="0" rIns="0" bIns="0" rtlCol="0" anchor="ctr"/>
          <a:lstStyle/>
          <a:p>
            <a:pPr algn="ctr"/>
            <a:r>
              <a:rPr lang="en-US" sz="1190" dirty="0">
                <a:solidFill>
                  <a:srgbClr val="DDDDDD"/>
                </a:solidFill>
              </a:rPr>
              <a:t>Traffic Layer</a:t>
            </a:r>
            <a:endParaRPr lang="en-US" sz="1190" dirty="0"/>
          </a:p>
        </p:txBody>
      </p:sp>
      <p:sp>
        <p:nvSpPr>
          <p:cNvPr id="24" name="Shape 22"/>
          <p:cNvSpPr/>
          <p:nvPr/>
        </p:nvSpPr>
        <p:spPr>
          <a:xfrm>
            <a:off x="2598725" y="2357780"/>
            <a:ext cx="2381098" cy="768096"/>
          </a:xfrm>
          <a:prstGeom prst="rect">
            <a:avLst/>
          </a:prstGeom>
          <a:solidFill>
            <a:srgbClr val="FAFAFA"/>
          </a:solidFill>
          <a:ln w="7620">
            <a:solidFill>
              <a:srgbClr val="2471A3"/>
            </a:solidFill>
            <a:prstDash val="solid"/>
          </a:ln>
          <a:effectLst>
            <a:outerShdw blurRad="50800" dist="12700" dir="8100000" algn="bl" rotWithShape="0">
              <a:srgbClr val="000000">
                <a:alpha val="8000"/>
              </a:srgbClr>
            </a:outerShdw>
          </a:effectLst>
        </p:spPr>
        <p:txBody>
          <a:bodyPr/>
          <a:lstStyle/>
          <a:p>
            <a:endParaRPr lang="en-US" sz="2519"/>
          </a:p>
        </p:txBody>
      </p:sp>
      <p:sp>
        <p:nvSpPr>
          <p:cNvPr id="25" name="Text 23"/>
          <p:cNvSpPr/>
          <p:nvPr/>
        </p:nvSpPr>
        <p:spPr>
          <a:xfrm>
            <a:off x="2701138" y="2408987"/>
            <a:ext cx="2176272" cy="665683"/>
          </a:xfrm>
          <a:prstGeom prst="rect">
            <a:avLst/>
          </a:prstGeom>
          <a:noFill/>
          <a:ln/>
        </p:spPr>
        <p:txBody>
          <a:bodyPr wrap="square" lIns="0" tIns="0" rIns="0" bIns="0" rtlCol="0" anchor="ctr"/>
          <a:lstStyle/>
          <a:p>
            <a:r>
              <a:rPr lang="en-US" sz="1260" b="1" i="1" dirty="0">
                <a:solidFill>
                  <a:srgbClr val="2471A3"/>
                </a:solidFill>
              </a:rPr>
              <a:t>Can neighbors carry the displaced traffic?</a:t>
            </a:r>
            <a:endParaRPr lang="en-US" sz="1260" dirty="0"/>
          </a:p>
        </p:txBody>
      </p:sp>
      <p:sp>
        <p:nvSpPr>
          <p:cNvPr id="26" name="Text 24"/>
          <p:cNvSpPr/>
          <p:nvPr/>
        </p:nvSpPr>
        <p:spPr>
          <a:xfrm>
            <a:off x="2701138" y="3202686"/>
            <a:ext cx="2176272" cy="281635"/>
          </a:xfrm>
          <a:prstGeom prst="rect">
            <a:avLst/>
          </a:prstGeom>
          <a:noFill/>
          <a:ln/>
        </p:spPr>
        <p:txBody>
          <a:bodyPr wrap="square" lIns="0" tIns="0" rIns="0" bIns="0" rtlCol="0" anchor="ctr"/>
          <a:lstStyle/>
          <a:p>
            <a:r>
              <a:rPr lang="en-US" sz="1190" b="1" dirty="0">
                <a:solidFill>
                  <a:srgbClr val="1C2833"/>
                </a:solidFill>
              </a:rPr>
              <a:t>How:</a:t>
            </a:r>
            <a:endParaRPr lang="en-US" sz="1190" dirty="0"/>
          </a:p>
        </p:txBody>
      </p:sp>
      <p:sp>
        <p:nvSpPr>
          <p:cNvPr id="27" name="Shape 25"/>
          <p:cNvSpPr/>
          <p:nvPr/>
        </p:nvSpPr>
        <p:spPr>
          <a:xfrm>
            <a:off x="2726741" y="3535527"/>
            <a:ext cx="76810" cy="76810"/>
          </a:xfrm>
          <a:prstGeom prst="rect">
            <a:avLst/>
          </a:prstGeom>
          <a:solidFill>
            <a:srgbClr val="2471A3"/>
          </a:solidFill>
          <a:ln/>
        </p:spPr>
        <p:txBody>
          <a:bodyPr/>
          <a:lstStyle/>
          <a:p>
            <a:endParaRPr lang="en-US" sz="2519"/>
          </a:p>
        </p:txBody>
      </p:sp>
      <p:sp>
        <p:nvSpPr>
          <p:cNvPr id="28" name="Text 26"/>
          <p:cNvSpPr/>
          <p:nvPr/>
        </p:nvSpPr>
        <p:spPr>
          <a:xfrm>
            <a:off x="2841955" y="3522075"/>
            <a:ext cx="2189074" cy="896112"/>
          </a:xfrm>
          <a:prstGeom prst="rect">
            <a:avLst/>
          </a:prstGeom>
          <a:noFill/>
          <a:ln/>
        </p:spPr>
        <p:txBody>
          <a:bodyPr wrap="square" lIns="0" tIns="0" rIns="0" bIns="0" rtlCol="0" anchor="ctr"/>
          <a:lstStyle/>
          <a:p>
            <a:r>
              <a:rPr lang="en-US" sz="1190" dirty="0">
                <a:solidFill>
                  <a:srgbClr val="1C2833"/>
                </a:solidFill>
              </a:rPr>
              <a:t>Historical-only forecast, Build historical forecast candidates: same-hour mean, p75, p90, same-</a:t>
            </a:r>
            <a:r>
              <a:rPr lang="en-US" sz="1190" dirty="0" err="1">
                <a:solidFill>
                  <a:srgbClr val="1C2833"/>
                </a:solidFill>
              </a:rPr>
              <a:t>daytype</a:t>
            </a:r>
            <a:r>
              <a:rPr lang="en-US" sz="1190" dirty="0">
                <a:solidFill>
                  <a:srgbClr val="1C2833"/>
                </a:solidFill>
              </a:rPr>
              <a:t> mean, recent trend, and peak-hour candidate</a:t>
            </a:r>
            <a:endParaRPr lang="en-US" sz="1190" dirty="0"/>
          </a:p>
        </p:txBody>
      </p:sp>
      <p:sp>
        <p:nvSpPr>
          <p:cNvPr id="29" name="Shape 27"/>
          <p:cNvSpPr/>
          <p:nvPr/>
        </p:nvSpPr>
        <p:spPr>
          <a:xfrm>
            <a:off x="2726741" y="4777283"/>
            <a:ext cx="76810" cy="76810"/>
          </a:xfrm>
          <a:prstGeom prst="rect">
            <a:avLst/>
          </a:prstGeom>
          <a:solidFill>
            <a:srgbClr val="2471A3"/>
          </a:solidFill>
          <a:ln/>
        </p:spPr>
        <p:txBody>
          <a:bodyPr/>
          <a:lstStyle/>
          <a:p>
            <a:endParaRPr lang="en-US" sz="2519"/>
          </a:p>
        </p:txBody>
      </p:sp>
      <p:sp>
        <p:nvSpPr>
          <p:cNvPr id="30" name="Text 28"/>
          <p:cNvSpPr/>
          <p:nvPr/>
        </p:nvSpPr>
        <p:spPr>
          <a:xfrm>
            <a:off x="2880360" y="4585259"/>
            <a:ext cx="2137867" cy="870509"/>
          </a:xfrm>
          <a:prstGeom prst="rect">
            <a:avLst/>
          </a:prstGeom>
          <a:noFill/>
          <a:ln/>
        </p:spPr>
        <p:txBody>
          <a:bodyPr wrap="square" lIns="0" tIns="0" rIns="0" bIns="0" rtlCol="0" anchor="ctr"/>
          <a:lstStyle/>
          <a:p>
            <a:r>
              <a:rPr lang="en-US" sz="1190" dirty="0"/>
              <a:t>Apply coverage-derived absorption fractions to estimate neighbor load and classify pressure against p90 references.</a:t>
            </a:r>
          </a:p>
        </p:txBody>
      </p:sp>
      <p:sp>
        <p:nvSpPr>
          <p:cNvPr id="31" name="Shape 29"/>
          <p:cNvSpPr/>
          <p:nvPr/>
        </p:nvSpPr>
        <p:spPr>
          <a:xfrm>
            <a:off x="2726741" y="5600707"/>
            <a:ext cx="64007" cy="76810"/>
          </a:xfrm>
          <a:prstGeom prst="rect">
            <a:avLst/>
          </a:prstGeom>
          <a:solidFill>
            <a:srgbClr val="2471A3"/>
          </a:solidFill>
          <a:ln/>
        </p:spPr>
        <p:txBody>
          <a:bodyPr/>
          <a:lstStyle/>
          <a:p>
            <a:endParaRPr lang="en-US" sz="2519"/>
          </a:p>
        </p:txBody>
      </p:sp>
      <p:sp>
        <p:nvSpPr>
          <p:cNvPr id="32" name="Text 30"/>
          <p:cNvSpPr/>
          <p:nvPr/>
        </p:nvSpPr>
        <p:spPr>
          <a:xfrm>
            <a:off x="2880360" y="5302148"/>
            <a:ext cx="1997050" cy="870509"/>
          </a:xfrm>
          <a:prstGeom prst="rect">
            <a:avLst/>
          </a:prstGeom>
          <a:noFill/>
          <a:ln/>
        </p:spPr>
        <p:txBody>
          <a:bodyPr wrap="square" lIns="0" tIns="0" rIns="0" bIns="0" rtlCol="0" anchor="ctr"/>
          <a:lstStyle/>
          <a:p>
            <a:r>
              <a:rPr lang="en-US" sz="1190" dirty="0">
                <a:solidFill>
                  <a:srgbClr val="1C2833"/>
                </a:solidFill>
              </a:rPr>
              <a:t>Classifies capacity pressure: low / moderate / high / critical</a:t>
            </a:r>
            <a:endParaRPr lang="en-US" sz="1190" dirty="0"/>
          </a:p>
        </p:txBody>
      </p:sp>
      <p:sp>
        <p:nvSpPr>
          <p:cNvPr id="33" name="Shape 31"/>
          <p:cNvSpPr/>
          <p:nvPr/>
        </p:nvSpPr>
        <p:spPr>
          <a:xfrm>
            <a:off x="2701138" y="6454292"/>
            <a:ext cx="2176272" cy="1152144"/>
          </a:xfrm>
          <a:prstGeom prst="rect">
            <a:avLst/>
          </a:prstGeom>
          <a:solidFill>
            <a:srgbClr val="FFF8F0"/>
          </a:solidFill>
          <a:ln w="6350">
            <a:solidFill>
              <a:srgbClr val="2471A3"/>
            </a:solidFill>
            <a:prstDash val="solid"/>
          </a:ln>
        </p:spPr>
        <p:txBody>
          <a:bodyPr/>
          <a:lstStyle/>
          <a:p>
            <a:endParaRPr lang="en-US" sz="2519"/>
          </a:p>
        </p:txBody>
      </p:sp>
      <p:sp>
        <p:nvSpPr>
          <p:cNvPr id="34" name="Text 32"/>
          <p:cNvSpPr/>
          <p:nvPr/>
        </p:nvSpPr>
        <p:spPr>
          <a:xfrm>
            <a:off x="2777947" y="6505499"/>
            <a:ext cx="2022653" cy="256032"/>
          </a:xfrm>
          <a:prstGeom prst="rect">
            <a:avLst/>
          </a:prstGeom>
          <a:noFill/>
          <a:ln/>
        </p:spPr>
        <p:txBody>
          <a:bodyPr wrap="square" lIns="0" tIns="0" rIns="0" bIns="0" rtlCol="0" anchor="ctr"/>
          <a:lstStyle/>
          <a:p>
            <a:r>
              <a:rPr lang="en-US" sz="1120" b="1" dirty="0">
                <a:solidFill>
                  <a:srgbClr val="2471A3"/>
                </a:solidFill>
              </a:rPr>
              <a:t>Why LLM:</a:t>
            </a:r>
            <a:endParaRPr lang="en-US" sz="1120" dirty="0"/>
          </a:p>
        </p:txBody>
      </p:sp>
      <p:sp>
        <p:nvSpPr>
          <p:cNvPr id="35" name="Text 33"/>
          <p:cNvSpPr/>
          <p:nvPr/>
        </p:nvSpPr>
        <p:spPr>
          <a:xfrm>
            <a:off x="2777947" y="6787134"/>
            <a:ext cx="2022653" cy="768096"/>
          </a:xfrm>
          <a:prstGeom prst="rect">
            <a:avLst/>
          </a:prstGeom>
          <a:noFill/>
          <a:ln/>
        </p:spPr>
        <p:txBody>
          <a:bodyPr wrap="square" lIns="0" tIns="0" rIns="0" bIns="0" rtlCol="0" anchor="ctr"/>
          <a:lstStyle/>
          <a:p>
            <a:r>
              <a:rPr lang="en-US" sz="1120" dirty="0">
                <a:solidFill>
                  <a:srgbClr val="566573"/>
                </a:solidFill>
              </a:rPr>
              <a:t>Choosing the right historical analog based on time and land-use context requires contextual judgment</a:t>
            </a:r>
            <a:endParaRPr lang="en-US" sz="1120" dirty="0"/>
          </a:p>
        </p:txBody>
      </p:sp>
      <p:sp>
        <p:nvSpPr>
          <p:cNvPr id="36" name="Shape 34"/>
          <p:cNvSpPr/>
          <p:nvPr/>
        </p:nvSpPr>
        <p:spPr>
          <a:xfrm>
            <a:off x="5043830" y="1436065"/>
            <a:ext cx="2381098" cy="6298387"/>
          </a:xfrm>
          <a:prstGeom prst="rect">
            <a:avLst/>
          </a:prstGeom>
          <a:solidFill>
            <a:srgbClr val="FAFAFA"/>
          </a:solidFill>
          <a:ln w="6350">
            <a:solidFill>
              <a:srgbClr val="DEE2E6"/>
            </a:solidFill>
            <a:prstDash val="solid"/>
          </a:ln>
        </p:spPr>
        <p:txBody>
          <a:bodyPr/>
          <a:lstStyle/>
          <a:p>
            <a:endParaRPr lang="en-US" sz="2519"/>
          </a:p>
        </p:txBody>
      </p:sp>
      <p:sp>
        <p:nvSpPr>
          <p:cNvPr id="37" name="Shape 35"/>
          <p:cNvSpPr/>
          <p:nvPr/>
        </p:nvSpPr>
        <p:spPr>
          <a:xfrm>
            <a:off x="5043830" y="1436065"/>
            <a:ext cx="2381098" cy="870509"/>
          </a:xfrm>
          <a:prstGeom prst="rect">
            <a:avLst/>
          </a:prstGeom>
          <a:solidFill>
            <a:srgbClr val="6C3483"/>
          </a:solidFill>
          <a:ln/>
        </p:spPr>
        <p:txBody>
          <a:bodyPr/>
          <a:lstStyle/>
          <a:p>
            <a:endParaRPr lang="en-US" sz="2519"/>
          </a:p>
        </p:txBody>
      </p:sp>
      <p:sp>
        <p:nvSpPr>
          <p:cNvPr id="38" name="Text 36"/>
          <p:cNvSpPr/>
          <p:nvPr/>
        </p:nvSpPr>
        <p:spPr>
          <a:xfrm>
            <a:off x="5107838" y="1461668"/>
            <a:ext cx="2253082" cy="486461"/>
          </a:xfrm>
          <a:prstGeom prst="rect">
            <a:avLst/>
          </a:prstGeom>
          <a:noFill/>
          <a:ln/>
        </p:spPr>
        <p:txBody>
          <a:bodyPr wrap="square" lIns="0" tIns="0" rIns="0" bIns="0" rtlCol="0" anchor="ctr"/>
          <a:lstStyle/>
          <a:p>
            <a:pPr algn="ctr"/>
            <a:r>
              <a:rPr lang="en-US" altLang="zh-CN" sz="1820" b="1" dirty="0">
                <a:solidFill>
                  <a:srgbClr val="FFFFFF"/>
                </a:solidFill>
              </a:rPr>
              <a:t>attribute</a:t>
            </a:r>
            <a:endParaRPr lang="en-US" sz="1820" dirty="0"/>
          </a:p>
        </p:txBody>
      </p:sp>
      <p:sp>
        <p:nvSpPr>
          <p:cNvPr id="39" name="Text 37"/>
          <p:cNvSpPr/>
          <p:nvPr/>
        </p:nvSpPr>
        <p:spPr>
          <a:xfrm>
            <a:off x="5107838" y="1948129"/>
            <a:ext cx="2253082" cy="332842"/>
          </a:xfrm>
          <a:prstGeom prst="rect">
            <a:avLst/>
          </a:prstGeom>
          <a:noFill/>
          <a:ln/>
        </p:spPr>
        <p:txBody>
          <a:bodyPr wrap="square" lIns="0" tIns="0" rIns="0" bIns="0" rtlCol="0" anchor="ctr"/>
          <a:lstStyle/>
          <a:p>
            <a:pPr algn="ctr"/>
            <a:r>
              <a:rPr lang="en-US" sz="1190" dirty="0">
                <a:solidFill>
                  <a:srgbClr val="DDDDDD"/>
                </a:solidFill>
              </a:rPr>
              <a:t>Hardware Layer</a:t>
            </a:r>
            <a:endParaRPr lang="en-US" sz="1190" dirty="0"/>
          </a:p>
        </p:txBody>
      </p:sp>
      <p:sp>
        <p:nvSpPr>
          <p:cNvPr id="40" name="Shape 38"/>
          <p:cNvSpPr/>
          <p:nvPr/>
        </p:nvSpPr>
        <p:spPr>
          <a:xfrm>
            <a:off x="5043830" y="2357780"/>
            <a:ext cx="2381098" cy="768096"/>
          </a:xfrm>
          <a:prstGeom prst="rect">
            <a:avLst/>
          </a:prstGeom>
          <a:solidFill>
            <a:srgbClr val="FAFAFA"/>
          </a:solidFill>
          <a:ln w="7620">
            <a:solidFill>
              <a:srgbClr val="6C3483"/>
            </a:solidFill>
            <a:prstDash val="solid"/>
          </a:ln>
          <a:effectLst>
            <a:outerShdw blurRad="50800" dist="12700" dir="8100000" algn="bl" rotWithShape="0">
              <a:srgbClr val="000000">
                <a:alpha val="8000"/>
              </a:srgbClr>
            </a:outerShdw>
          </a:effectLst>
        </p:spPr>
        <p:txBody>
          <a:bodyPr/>
          <a:lstStyle/>
          <a:p>
            <a:endParaRPr lang="en-US" sz="2519"/>
          </a:p>
        </p:txBody>
      </p:sp>
      <p:sp>
        <p:nvSpPr>
          <p:cNvPr id="41" name="Text 39"/>
          <p:cNvSpPr/>
          <p:nvPr/>
        </p:nvSpPr>
        <p:spPr>
          <a:xfrm>
            <a:off x="5146243" y="2408987"/>
            <a:ext cx="2176272" cy="665683"/>
          </a:xfrm>
          <a:prstGeom prst="rect">
            <a:avLst/>
          </a:prstGeom>
          <a:noFill/>
          <a:ln/>
        </p:spPr>
        <p:txBody>
          <a:bodyPr wrap="square" lIns="0" tIns="0" rIns="0" bIns="0" rtlCol="0" anchor="ctr"/>
          <a:lstStyle/>
          <a:p>
            <a:r>
              <a:rPr lang="en-US" sz="1260" b="1" i="1" dirty="0">
                <a:solidFill>
                  <a:srgbClr val="6C3483"/>
                </a:solidFill>
              </a:rPr>
              <a:t>Does the hardware actually support absorption?</a:t>
            </a:r>
            <a:endParaRPr lang="en-US" sz="1260" dirty="0"/>
          </a:p>
        </p:txBody>
      </p:sp>
      <p:sp>
        <p:nvSpPr>
          <p:cNvPr id="42" name="Text 40"/>
          <p:cNvSpPr/>
          <p:nvPr/>
        </p:nvSpPr>
        <p:spPr>
          <a:xfrm>
            <a:off x="5146243" y="3202686"/>
            <a:ext cx="2176272" cy="281635"/>
          </a:xfrm>
          <a:prstGeom prst="rect">
            <a:avLst/>
          </a:prstGeom>
          <a:noFill/>
          <a:ln/>
        </p:spPr>
        <p:txBody>
          <a:bodyPr wrap="square" lIns="0" tIns="0" rIns="0" bIns="0" rtlCol="0" anchor="ctr"/>
          <a:lstStyle/>
          <a:p>
            <a:r>
              <a:rPr lang="en-US" sz="1190" b="1" dirty="0">
                <a:solidFill>
                  <a:srgbClr val="1C2833"/>
                </a:solidFill>
              </a:rPr>
              <a:t>How:</a:t>
            </a:r>
            <a:endParaRPr lang="en-US" sz="1190" dirty="0"/>
          </a:p>
        </p:txBody>
      </p:sp>
      <p:sp>
        <p:nvSpPr>
          <p:cNvPr id="43" name="Shape 41"/>
          <p:cNvSpPr/>
          <p:nvPr/>
        </p:nvSpPr>
        <p:spPr>
          <a:xfrm>
            <a:off x="5171846" y="3535527"/>
            <a:ext cx="76810" cy="76810"/>
          </a:xfrm>
          <a:prstGeom prst="rect">
            <a:avLst/>
          </a:prstGeom>
          <a:solidFill>
            <a:srgbClr val="6C3483"/>
          </a:solidFill>
          <a:ln/>
        </p:spPr>
        <p:txBody>
          <a:bodyPr/>
          <a:lstStyle/>
          <a:p>
            <a:endParaRPr lang="en-US" sz="2519"/>
          </a:p>
        </p:txBody>
      </p:sp>
      <p:sp>
        <p:nvSpPr>
          <p:cNvPr id="44" name="Text 42"/>
          <p:cNvSpPr/>
          <p:nvPr/>
        </p:nvSpPr>
        <p:spPr>
          <a:xfrm>
            <a:off x="5325465" y="3458718"/>
            <a:ext cx="1997050" cy="486461"/>
          </a:xfrm>
          <a:prstGeom prst="rect">
            <a:avLst/>
          </a:prstGeom>
          <a:noFill/>
          <a:ln/>
        </p:spPr>
        <p:txBody>
          <a:bodyPr wrap="square" lIns="0" tIns="0" rIns="0" bIns="0" rtlCol="0" anchor="ctr"/>
          <a:lstStyle/>
          <a:p>
            <a:r>
              <a:rPr lang="en-US" sz="1190" dirty="0">
                <a:solidFill>
                  <a:srgbClr val="1C2833"/>
                </a:solidFill>
              </a:rPr>
              <a:t>Reads 4G/5G cells, bands, tower type, operational role</a:t>
            </a:r>
            <a:endParaRPr lang="en-US" sz="1190" dirty="0"/>
          </a:p>
        </p:txBody>
      </p:sp>
      <p:sp>
        <p:nvSpPr>
          <p:cNvPr id="45" name="Shape 43"/>
          <p:cNvSpPr/>
          <p:nvPr/>
        </p:nvSpPr>
        <p:spPr>
          <a:xfrm>
            <a:off x="5171846" y="4457243"/>
            <a:ext cx="76810" cy="76810"/>
          </a:xfrm>
          <a:prstGeom prst="rect">
            <a:avLst/>
          </a:prstGeom>
          <a:solidFill>
            <a:srgbClr val="6C3483"/>
          </a:solidFill>
          <a:ln/>
        </p:spPr>
        <p:txBody>
          <a:bodyPr/>
          <a:lstStyle/>
          <a:p>
            <a:endParaRPr lang="en-US" sz="2519"/>
          </a:p>
        </p:txBody>
      </p:sp>
      <p:sp>
        <p:nvSpPr>
          <p:cNvPr id="46" name="Text 44"/>
          <p:cNvSpPr/>
          <p:nvPr/>
        </p:nvSpPr>
        <p:spPr>
          <a:xfrm>
            <a:off x="5325465" y="4380433"/>
            <a:ext cx="1997050" cy="409651"/>
          </a:xfrm>
          <a:prstGeom prst="rect">
            <a:avLst/>
          </a:prstGeom>
          <a:noFill/>
          <a:ln/>
        </p:spPr>
        <p:txBody>
          <a:bodyPr wrap="square" lIns="0" tIns="0" rIns="0" bIns="0" rtlCol="0" anchor="ctr"/>
          <a:lstStyle/>
          <a:p>
            <a:r>
              <a:rPr lang="en-US" sz="1190" dirty="0">
                <a:solidFill>
                  <a:srgbClr val="1C2833"/>
                </a:solidFill>
              </a:rPr>
              <a:t>Applies feasibility rules; flags NSA 5G downgrade risk</a:t>
            </a:r>
            <a:endParaRPr lang="en-US" sz="1190" dirty="0"/>
          </a:p>
        </p:txBody>
      </p:sp>
      <p:sp>
        <p:nvSpPr>
          <p:cNvPr id="47" name="Shape 45"/>
          <p:cNvSpPr/>
          <p:nvPr/>
        </p:nvSpPr>
        <p:spPr>
          <a:xfrm>
            <a:off x="5171846" y="5378958"/>
            <a:ext cx="76810" cy="76810"/>
          </a:xfrm>
          <a:prstGeom prst="rect">
            <a:avLst/>
          </a:prstGeom>
          <a:solidFill>
            <a:srgbClr val="6C3483"/>
          </a:solidFill>
          <a:ln/>
        </p:spPr>
        <p:txBody>
          <a:bodyPr/>
          <a:lstStyle/>
          <a:p>
            <a:endParaRPr lang="en-US" sz="2519"/>
          </a:p>
        </p:txBody>
      </p:sp>
      <p:sp>
        <p:nvSpPr>
          <p:cNvPr id="48" name="Text 46"/>
          <p:cNvSpPr/>
          <p:nvPr/>
        </p:nvSpPr>
        <p:spPr>
          <a:xfrm>
            <a:off x="5325465" y="5302148"/>
            <a:ext cx="1997050" cy="486461"/>
          </a:xfrm>
          <a:prstGeom prst="rect">
            <a:avLst/>
          </a:prstGeom>
          <a:noFill/>
          <a:ln/>
        </p:spPr>
        <p:txBody>
          <a:bodyPr wrap="square" lIns="0" tIns="0" rIns="0" bIns="0" rtlCol="0" anchor="ctr"/>
          <a:lstStyle/>
          <a:p>
            <a:r>
              <a:rPr lang="en-US" sz="1190" dirty="0">
                <a:solidFill>
                  <a:srgbClr val="1C2833"/>
                </a:solidFill>
              </a:rPr>
              <a:t>Reasons about micro station physical reach limitations</a:t>
            </a:r>
            <a:endParaRPr lang="en-US" sz="1190" dirty="0"/>
          </a:p>
        </p:txBody>
      </p:sp>
      <p:sp>
        <p:nvSpPr>
          <p:cNvPr id="49" name="Shape 47"/>
          <p:cNvSpPr/>
          <p:nvPr/>
        </p:nvSpPr>
        <p:spPr>
          <a:xfrm>
            <a:off x="5146243" y="6454292"/>
            <a:ext cx="2176272" cy="1152144"/>
          </a:xfrm>
          <a:prstGeom prst="rect">
            <a:avLst/>
          </a:prstGeom>
          <a:solidFill>
            <a:srgbClr val="FFF8F0"/>
          </a:solidFill>
          <a:ln w="6350">
            <a:solidFill>
              <a:srgbClr val="6C3483"/>
            </a:solidFill>
            <a:prstDash val="solid"/>
          </a:ln>
        </p:spPr>
        <p:txBody>
          <a:bodyPr/>
          <a:lstStyle/>
          <a:p>
            <a:endParaRPr lang="en-US" sz="2519"/>
          </a:p>
        </p:txBody>
      </p:sp>
      <p:sp>
        <p:nvSpPr>
          <p:cNvPr id="50" name="Text 48"/>
          <p:cNvSpPr/>
          <p:nvPr/>
        </p:nvSpPr>
        <p:spPr>
          <a:xfrm>
            <a:off x="5223053" y="6505499"/>
            <a:ext cx="2022653" cy="256032"/>
          </a:xfrm>
          <a:prstGeom prst="rect">
            <a:avLst/>
          </a:prstGeom>
          <a:noFill/>
          <a:ln/>
        </p:spPr>
        <p:txBody>
          <a:bodyPr wrap="square" lIns="0" tIns="0" rIns="0" bIns="0" rtlCol="0" anchor="ctr"/>
          <a:lstStyle/>
          <a:p>
            <a:r>
              <a:rPr lang="en-US" sz="1120" b="1" dirty="0">
                <a:solidFill>
                  <a:srgbClr val="6C3483"/>
                </a:solidFill>
              </a:rPr>
              <a:t>Why LLM:</a:t>
            </a:r>
            <a:endParaRPr lang="en-US" sz="1120" dirty="0"/>
          </a:p>
        </p:txBody>
      </p:sp>
      <p:sp>
        <p:nvSpPr>
          <p:cNvPr id="51" name="Text 49"/>
          <p:cNvSpPr/>
          <p:nvPr/>
        </p:nvSpPr>
        <p:spPr>
          <a:xfrm>
            <a:off x="5223053" y="6787134"/>
            <a:ext cx="2022653" cy="768096"/>
          </a:xfrm>
          <a:prstGeom prst="rect">
            <a:avLst/>
          </a:prstGeom>
          <a:noFill/>
          <a:ln/>
        </p:spPr>
        <p:txBody>
          <a:bodyPr wrap="square" lIns="0" tIns="0" rIns="0" bIns="0" rtlCol="0" anchor="ctr"/>
          <a:lstStyle/>
          <a:p>
            <a:r>
              <a:rPr lang="en-US" sz="1120" dirty="0">
                <a:solidFill>
                  <a:srgbClr val="566573"/>
                </a:solidFill>
              </a:rPr>
              <a:t>Static attributes must be interpreted in the specific outage context</a:t>
            </a:r>
            <a:r>
              <a:rPr lang="en-US" altLang="zh-CN" sz="1120" dirty="0">
                <a:solidFill>
                  <a:srgbClr val="566573"/>
                </a:solidFill>
              </a:rPr>
              <a:t>.</a:t>
            </a:r>
            <a:r>
              <a:rPr lang="zh-CN" altLang="en-US" sz="1120" dirty="0">
                <a:solidFill>
                  <a:srgbClr val="566573"/>
                </a:solidFill>
              </a:rPr>
              <a:t> </a:t>
            </a:r>
            <a:endParaRPr lang="en-US" sz="1120" dirty="0"/>
          </a:p>
        </p:txBody>
      </p:sp>
      <p:sp>
        <p:nvSpPr>
          <p:cNvPr id="52" name="Shape 50"/>
          <p:cNvSpPr/>
          <p:nvPr/>
        </p:nvSpPr>
        <p:spPr>
          <a:xfrm>
            <a:off x="7488936" y="1436065"/>
            <a:ext cx="2381098" cy="6298387"/>
          </a:xfrm>
          <a:prstGeom prst="rect">
            <a:avLst/>
          </a:prstGeom>
          <a:solidFill>
            <a:srgbClr val="FAFAFA"/>
          </a:solidFill>
          <a:ln w="6350">
            <a:solidFill>
              <a:srgbClr val="DEE2E6"/>
            </a:solidFill>
            <a:prstDash val="solid"/>
          </a:ln>
        </p:spPr>
        <p:txBody>
          <a:bodyPr/>
          <a:lstStyle/>
          <a:p>
            <a:endParaRPr lang="en-US" sz="2519"/>
          </a:p>
        </p:txBody>
      </p:sp>
      <p:sp>
        <p:nvSpPr>
          <p:cNvPr id="53" name="Shape 51"/>
          <p:cNvSpPr/>
          <p:nvPr/>
        </p:nvSpPr>
        <p:spPr>
          <a:xfrm>
            <a:off x="7488936" y="1436065"/>
            <a:ext cx="2381098" cy="870509"/>
          </a:xfrm>
          <a:prstGeom prst="rect">
            <a:avLst/>
          </a:prstGeom>
          <a:solidFill>
            <a:srgbClr val="CA6F1E"/>
          </a:solidFill>
          <a:ln/>
        </p:spPr>
        <p:txBody>
          <a:bodyPr/>
          <a:lstStyle/>
          <a:p>
            <a:endParaRPr lang="en-US" sz="2519"/>
          </a:p>
        </p:txBody>
      </p:sp>
      <p:sp>
        <p:nvSpPr>
          <p:cNvPr id="54" name="Text 52"/>
          <p:cNvSpPr/>
          <p:nvPr/>
        </p:nvSpPr>
        <p:spPr>
          <a:xfrm>
            <a:off x="7552944" y="1461668"/>
            <a:ext cx="2253082" cy="486461"/>
          </a:xfrm>
          <a:prstGeom prst="rect">
            <a:avLst/>
          </a:prstGeom>
          <a:noFill/>
          <a:ln/>
        </p:spPr>
        <p:txBody>
          <a:bodyPr wrap="square" lIns="0" tIns="0" rIns="0" bIns="0" rtlCol="0" anchor="ctr"/>
          <a:lstStyle/>
          <a:p>
            <a:pPr algn="ctr"/>
            <a:r>
              <a:rPr lang="en-US" sz="1820" b="1" dirty="0">
                <a:solidFill>
                  <a:srgbClr val="FFFFFF"/>
                </a:solidFill>
              </a:rPr>
              <a:t>Geo</a:t>
            </a:r>
            <a:endParaRPr lang="en-US" sz="1820" dirty="0"/>
          </a:p>
        </p:txBody>
      </p:sp>
      <p:sp>
        <p:nvSpPr>
          <p:cNvPr id="55" name="Text 53"/>
          <p:cNvSpPr/>
          <p:nvPr/>
        </p:nvSpPr>
        <p:spPr>
          <a:xfrm>
            <a:off x="7552944" y="1948129"/>
            <a:ext cx="2253082" cy="332842"/>
          </a:xfrm>
          <a:prstGeom prst="rect">
            <a:avLst/>
          </a:prstGeom>
          <a:noFill/>
          <a:ln/>
        </p:spPr>
        <p:txBody>
          <a:bodyPr wrap="square" lIns="0" tIns="0" rIns="0" bIns="0" rtlCol="0" anchor="ctr"/>
          <a:lstStyle/>
          <a:p>
            <a:pPr algn="ctr"/>
            <a:r>
              <a:rPr lang="en-US" sz="1190" dirty="0">
                <a:solidFill>
                  <a:srgbClr val="DDDDDD"/>
                </a:solidFill>
              </a:rPr>
              <a:t>Geographic Layer</a:t>
            </a:r>
            <a:endParaRPr lang="en-US" sz="1190" dirty="0"/>
          </a:p>
        </p:txBody>
      </p:sp>
      <p:sp>
        <p:nvSpPr>
          <p:cNvPr id="56" name="Shape 54"/>
          <p:cNvSpPr/>
          <p:nvPr/>
        </p:nvSpPr>
        <p:spPr>
          <a:xfrm>
            <a:off x="7488936" y="2357780"/>
            <a:ext cx="2381098" cy="768096"/>
          </a:xfrm>
          <a:prstGeom prst="rect">
            <a:avLst/>
          </a:prstGeom>
          <a:solidFill>
            <a:srgbClr val="FAFAFA"/>
          </a:solidFill>
          <a:ln w="7620">
            <a:solidFill>
              <a:srgbClr val="CA6F1E"/>
            </a:solidFill>
            <a:prstDash val="solid"/>
          </a:ln>
          <a:effectLst>
            <a:outerShdw blurRad="50800" dist="12700" dir="8100000" algn="bl" rotWithShape="0">
              <a:srgbClr val="000000">
                <a:alpha val="8000"/>
              </a:srgbClr>
            </a:outerShdw>
          </a:effectLst>
        </p:spPr>
        <p:txBody>
          <a:bodyPr/>
          <a:lstStyle/>
          <a:p>
            <a:endParaRPr lang="en-US" sz="2519"/>
          </a:p>
        </p:txBody>
      </p:sp>
      <p:sp>
        <p:nvSpPr>
          <p:cNvPr id="57" name="Text 55"/>
          <p:cNvSpPr/>
          <p:nvPr/>
        </p:nvSpPr>
        <p:spPr>
          <a:xfrm>
            <a:off x="7591349" y="2408987"/>
            <a:ext cx="2176272" cy="665683"/>
          </a:xfrm>
          <a:prstGeom prst="rect">
            <a:avLst/>
          </a:prstGeom>
          <a:noFill/>
          <a:ln/>
        </p:spPr>
        <p:txBody>
          <a:bodyPr wrap="square" lIns="0" tIns="0" rIns="0" bIns="0" rtlCol="0" anchor="ctr"/>
          <a:lstStyle/>
          <a:p>
            <a:r>
              <a:rPr lang="en-US" sz="1260" b="1" i="1" dirty="0">
                <a:solidFill>
                  <a:srgbClr val="CA6F1E"/>
                </a:solidFill>
              </a:rPr>
              <a:t>What kind of place lost coverage?</a:t>
            </a:r>
            <a:endParaRPr lang="en-US" sz="1260" dirty="0"/>
          </a:p>
        </p:txBody>
      </p:sp>
      <p:sp>
        <p:nvSpPr>
          <p:cNvPr id="58" name="Text 56"/>
          <p:cNvSpPr/>
          <p:nvPr/>
        </p:nvSpPr>
        <p:spPr>
          <a:xfrm>
            <a:off x="7591349" y="3202686"/>
            <a:ext cx="2176272" cy="281635"/>
          </a:xfrm>
          <a:prstGeom prst="rect">
            <a:avLst/>
          </a:prstGeom>
          <a:noFill/>
          <a:ln/>
        </p:spPr>
        <p:txBody>
          <a:bodyPr wrap="square" lIns="0" tIns="0" rIns="0" bIns="0" rtlCol="0" anchor="ctr"/>
          <a:lstStyle/>
          <a:p>
            <a:r>
              <a:rPr lang="en-US" sz="1190" b="1" dirty="0">
                <a:solidFill>
                  <a:srgbClr val="1C2833"/>
                </a:solidFill>
              </a:rPr>
              <a:t>How:</a:t>
            </a:r>
            <a:endParaRPr lang="en-US" sz="1190" dirty="0"/>
          </a:p>
        </p:txBody>
      </p:sp>
      <p:sp>
        <p:nvSpPr>
          <p:cNvPr id="59" name="Shape 57"/>
          <p:cNvSpPr/>
          <p:nvPr/>
        </p:nvSpPr>
        <p:spPr>
          <a:xfrm>
            <a:off x="7616952" y="3535527"/>
            <a:ext cx="76810" cy="76810"/>
          </a:xfrm>
          <a:prstGeom prst="rect">
            <a:avLst/>
          </a:prstGeom>
          <a:solidFill>
            <a:srgbClr val="CA6F1E"/>
          </a:solidFill>
          <a:ln/>
        </p:spPr>
        <p:txBody>
          <a:bodyPr/>
          <a:lstStyle/>
          <a:p>
            <a:endParaRPr lang="en-US" sz="2519"/>
          </a:p>
        </p:txBody>
      </p:sp>
      <p:sp>
        <p:nvSpPr>
          <p:cNvPr id="60" name="Text 58"/>
          <p:cNvSpPr/>
          <p:nvPr/>
        </p:nvSpPr>
        <p:spPr>
          <a:xfrm>
            <a:off x="7770571" y="3458718"/>
            <a:ext cx="1997050" cy="656082"/>
          </a:xfrm>
          <a:prstGeom prst="rect">
            <a:avLst/>
          </a:prstGeom>
          <a:noFill/>
          <a:ln/>
        </p:spPr>
        <p:txBody>
          <a:bodyPr wrap="square" lIns="0" tIns="0" rIns="0" bIns="0" rtlCol="0" anchor="ctr"/>
          <a:lstStyle/>
          <a:p>
            <a:r>
              <a:rPr lang="en-US" sz="1190" dirty="0">
                <a:solidFill>
                  <a:srgbClr val="1C2833"/>
                </a:solidFill>
              </a:rPr>
              <a:t>Requests </a:t>
            </a:r>
            <a:r>
              <a:rPr lang="en-US" altLang="zh-CN" sz="1190" dirty="0">
                <a:solidFill>
                  <a:srgbClr val="1C2833"/>
                </a:solidFill>
              </a:rPr>
              <a:t>real</a:t>
            </a:r>
            <a:r>
              <a:rPr lang="en-US" sz="1190" dirty="0">
                <a:solidFill>
                  <a:srgbClr val="1C2833"/>
                </a:solidFill>
              </a:rPr>
              <a:t> map tiles centered on each affected sector centroid</a:t>
            </a:r>
            <a:endParaRPr lang="en-US" sz="1190" dirty="0"/>
          </a:p>
        </p:txBody>
      </p:sp>
      <p:sp>
        <p:nvSpPr>
          <p:cNvPr id="61" name="Shape 59"/>
          <p:cNvSpPr/>
          <p:nvPr/>
        </p:nvSpPr>
        <p:spPr>
          <a:xfrm>
            <a:off x="7616952" y="4457243"/>
            <a:ext cx="76810" cy="76810"/>
          </a:xfrm>
          <a:prstGeom prst="rect">
            <a:avLst/>
          </a:prstGeom>
          <a:solidFill>
            <a:srgbClr val="CA6F1E"/>
          </a:solidFill>
          <a:ln/>
        </p:spPr>
        <p:txBody>
          <a:bodyPr/>
          <a:lstStyle/>
          <a:p>
            <a:endParaRPr lang="en-US" sz="2519"/>
          </a:p>
        </p:txBody>
      </p:sp>
      <p:sp>
        <p:nvSpPr>
          <p:cNvPr id="62" name="Text 60"/>
          <p:cNvSpPr/>
          <p:nvPr/>
        </p:nvSpPr>
        <p:spPr>
          <a:xfrm>
            <a:off x="7770571" y="4380433"/>
            <a:ext cx="1997050" cy="473659"/>
          </a:xfrm>
          <a:prstGeom prst="rect">
            <a:avLst/>
          </a:prstGeom>
          <a:noFill/>
          <a:ln/>
        </p:spPr>
        <p:txBody>
          <a:bodyPr wrap="square" lIns="0" tIns="0" rIns="0" bIns="0" rtlCol="0" anchor="ctr"/>
          <a:lstStyle/>
          <a:p>
            <a:r>
              <a:rPr lang="en-US" sz="1190" dirty="0">
                <a:solidFill>
                  <a:srgbClr val="1C2833"/>
                </a:solidFill>
              </a:rPr>
              <a:t>Visually identifies land use from map features only</a:t>
            </a:r>
            <a:endParaRPr lang="en-US" sz="1190" dirty="0"/>
          </a:p>
        </p:txBody>
      </p:sp>
      <p:sp>
        <p:nvSpPr>
          <p:cNvPr id="63" name="Shape 61"/>
          <p:cNvSpPr/>
          <p:nvPr/>
        </p:nvSpPr>
        <p:spPr>
          <a:xfrm>
            <a:off x="7616952" y="5378958"/>
            <a:ext cx="76810" cy="76810"/>
          </a:xfrm>
          <a:prstGeom prst="rect">
            <a:avLst/>
          </a:prstGeom>
          <a:solidFill>
            <a:srgbClr val="CA6F1E"/>
          </a:solidFill>
          <a:ln/>
        </p:spPr>
        <p:txBody>
          <a:bodyPr/>
          <a:lstStyle/>
          <a:p>
            <a:endParaRPr lang="en-US" sz="2519"/>
          </a:p>
        </p:txBody>
      </p:sp>
      <p:sp>
        <p:nvSpPr>
          <p:cNvPr id="64" name="Text 62"/>
          <p:cNvSpPr/>
          <p:nvPr/>
        </p:nvSpPr>
        <p:spPr>
          <a:xfrm>
            <a:off x="7770571" y="5302148"/>
            <a:ext cx="1997050" cy="486461"/>
          </a:xfrm>
          <a:prstGeom prst="rect">
            <a:avLst/>
          </a:prstGeom>
          <a:noFill/>
          <a:ln/>
        </p:spPr>
        <p:txBody>
          <a:bodyPr wrap="square" lIns="0" tIns="0" rIns="0" bIns="0" rtlCol="0" anchor="ctr"/>
          <a:lstStyle/>
          <a:p>
            <a:r>
              <a:rPr lang="en-US" sz="1190" dirty="0">
                <a:solidFill>
                  <a:srgbClr val="1C2833"/>
                </a:solidFill>
              </a:rPr>
              <a:t>Links coverage holes to terrain features; sets sensitivity flags</a:t>
            </a:r>
            <a:endParaRPr lang="en-US" sz="1190" dirty="0"/>
          </a:p>
        </p:txBody>
      </p:sp>
      <p:sp>
        <p:nvSpPr>
          <p:cNvPr id="65" name="Shape 63"/>
          <p:cNvSpPr/>
          <p:nvPr/>
        </p:nvSpPr>
        <p:spPr>
          <a:xfrm>
            <a:off x="7591349" y="6454292"/>
            <a:ext cx="2176272" cy="1152144"/>
          </a:xfrm>
          <a:prstGeom prst="rect">
            <a:avLst/>
          </a:prstGeom>
          <a:solidFill>
            <a:srgbClr val="FFF8F0"/>
          </a:solidFill>
          <a:ln w="6350">
            <a:solidFill>
              <a:srgbClr val="CA6F1E"/>
            </a:solidFill>
            <a:prstDash val="solid"/>
          </a:ln>
        </p:spPr>
        <p:txBody>
          <a:bodyPr/>
          <a:lstStyle/>
          <a:p>
            <a:endParaRPr lang="en-US" sz="2519"/>
          </a:p>
        </p:txBody>
      </p:sp>
      <p:sp>
        <p:nvSpPr>
          <p:cNvPr id="66" name="Text 64"/>
          <p:cNvSpPr/>
          <p:nvPr/>
        </p:nvSpPr>
        <p:spPr>
          <a:xfrm>
            <a:off x="7668158" y="6505499"/>
            <a:ext cx="2022653" cy="256032"/>
          </a:xfrm>
          <a:prstGeom prst="rect">
            <a:avLst/>
          </a:prstGeom>
          <a:noFill/>
          <a:ln/>
        </p:spPr>
        <p:txBody>
          <a:bodyPr wrap="square" lIns="0" tIns="0" rIns="0" bIns="0" rtlCol="0" anchor="ctr"/>
          <a:lstStyle/>
          <a:p>
            <a:r>
              <a:rPr lang="en-US" sz="1120" b="1" dirty="0">
                <a:solidFill>
                  <a:srgbClr val="CA6F1E"/>
                </a:solidFill>
              </a:rPr>
              <a:t>Why LLM:</a:t>
            </a:r>
            <a:endParaRPr lang="en-US" sz="1120" dirty="0"/>
          </a:p>
        </p:txBody>
      </p:sp>
      <p:sp>
        <p:nvSpPr>
          <p:cNvPr id="67" name="Text 65"/>
          <p:cNvSpPr/>
          <p:nvPr/>
        </p:nvSpPr>
        <p:spPr>
          <a:xfrm>
            <a:off x="7668158" y="6787134"/>
            <a:ext cx="2022653" cy="768096"/>
          </a:xfrm>
          <a:prstGeom prst="rect">
            <a:avLst/>
          </a:prstGeom>
          <a:noFill/>
          <a:ln/>
        </p:spPr>
        <p:txBody>
          <a:bodyPr wrap="square" lIns="0" tIns="0" rIns="0" bIns="0" rtlCol="0" anchor="ctr"/>
          <a:lstStyle/>
          <a:p>
            <a:r>
              <a:rPr lang="en-US" sz="1120" dirty="0">
                <a:solidFill>
                  <a:srgbClr val="566573"/>
                </a:solidFill>
              </a:rPr>
              <a:t>Map image interpretation and spatial terrain-hole correlation require visual reasoning</a:t>
            </a:r>
            <a:endParaRPr lang="en-US" sz="1120" dirty="0"/>
          </a:p>
        </p:txBody>
      </p:sp>
      <p:sp>
        <p:nvSpPr>
          <p:cNvPr id="68" name="Shape 66"/>
          <p:cNvSpPr/>
          <p:nvPr/>
        </p:nvSpPr>
        <p:spPr>
          <a:xfrm>
            <a:off x="9934041" y="1436065"/>
            <a:ext cx="2381098" cy="6298387"/>
          </a:xfrm>
          <a:prstGeom prst="rect">
            <a:avLst/>
          </a:prstGeom>
          <a:solidFill>
            <a:srgbClr val="FAFAFA"/>
          </a:solidFill>
          <a:ln w="6350">
            <a:solidFill>
              <a:srgbClr val="DEE2E6"/>
            </a:solidFill>
            <a:prstDash val="solid"/>
          </a:ln>
        </p:spPr>
        <p:txBody>
          <a:bodyPr/>
          <a:lstStyle/>
          <a:p>
            <a:endParaRPr lang="en-US" sz="2519"/>
          </a:p>
        </p:txBody>
      </p:sp>
      <p:sp>
        <p:nvSpPr>
          <p:cNvPr id="69" name="Shape 67"/>
          <p:cNvSpPr/>
          <p:nvPr/>
        </p:nvSpPr>
        <p:spPr>
          <a:xfrm>
            <a:off x="9934041" y="1436065"/>
            <a:ext cx="2381098" cy="870509"/>
          </a:xfrm>
          <a:prstGeom prst="rect">
            <a:avLst/>
          </a:prstGeom>
          <a:solidFill>
            <a:srgbClr val="C0392B"/>
          </a:solidFill>
          <a:ln/>
        </p:spPr>
        <p:txBody>
          <a:bodyPr/>
          <a:lstStyle/>
          <a:p>
            <a:endParaRPr lang="en-US" sz="2519"/>
          </a:p>
        </p:txBody>
      </p:sp>
      <p:sp>
        <p:nvSpPr>
          <p:cNvPr id="70" name="Text 68"/>
          <p:cNvSpPr/>
          <p:nvPr/>
        </p:nvSpPr>
        <p:spPr>
          <a:xfrm>
            <a:off x="9998049" y="1461668"/>
            <a:ext cx="2253082" cy="486461"/>
          </a:xfrm>
          <a:prstGeom prst="rect">
            <a:avLst/>
          </a:prstGeom>
          <a:noFill/>
          <a:ln/>
        </p:spPr>
        <p:txBody>
          <a:bodyPr wrap="square" lIns="0" tIns="0" rIns="0" bIns="0" rtlCol="0" anchor="ctr"/>
          <a:lstStyle/>
          <a:p>
            <a:pPr algn="ctr"/>
            <a:r>
              <a:rPr lang="en-US" sz="1820" b="1" dirty="0">
                <a:solidFill>
                  <a:srgbClr val="FFFFFF"/>
                </a:solidFill>
              </a:rPr>
              <a:t>Assessment</a:t>
            </a:r>
            <a:endParaRPr lang="en-US" sz="1820" dirty="0"/>
          </a:p>
        </p:txBody>
      </p:sp>
      <p:sp>
        <p:nvSpPr>
          <p:cNvPr id="71" name="Text 69"/>
          <p:cNvSpPr/>
          <p:nvPr/>
        </p:nvSpPr>
        <p:spPr>
          <a:xfrm>
            <a:off x="9998049" y="1948129"/>
            <a:ext cx="2253082" cy="332842"/>
          </a:xfrm>
          <a:prstGeom prst="rect">
            <a:avLst/>
          </a:prstGeom>
          <a:noFill/>
          <a:ln/>
        </p:spPr>
        <p:txBody>
          <a:bodyPr wrap="square" lIns="0" tIns="0" rIns="0" bIns="0" rtlCol="0" anchor="ctr"/>
          <a:lstStyle/>
          <a:p>
            <a:pPr algn="ctr"/>
            <a:r>
              <a:rPr lang="en-US" sz="1190" dirty="0">
                <a:solidFill>
                  <a:srgbClr val="DDDDDD"/>
                </a:solidFill>
              </a:rPr>
              <a:t>Final Verdict</a:t>
            </a:r>
            <a:endParaRPr lang="en-US" sz="1190" dirty="0"/>
          </a:p>
        </p:txBody>
      </p:sp>
      <p:sp>
        <p:nvSpPr>
          <p:cNvPr id="72" name="Shape 70"/>
          <p:cNvSpPr/>
          <p:nvPr/>
        </p:nvSpPr>
        <p:spPr>
          <a:xfrm>
            <a:off x="9934041" y="2357780"/>
            <a:ext cx="2381098" cy="768096"/>
          </a:xfrm>
          <a:prstGeom prst="rect">
            <a:avLst/>
          </a:prstGeom>
          <a:solidFill>
            <a:srgbClr val="FAFAFA"/>
          </a:solidFill>
          <a:ln w="7620">
            <a:solidFill>
              <a:srgbClr val="C0392B"/>
            </a:solidFill>
            <a:prstDash val="solid"/>
          </a:ln>
          <a:effectLst>
            <a:outerShdw blurRad="50800" dist="12700" dir="8100000" algn="bl" rotWithShape="0">
              <a:srgbClr val="000000">
                <a:alpha val="8000"/>
              </a:srgbClr>
            </a:outerShdw>
          </a:effectLst>
        </p:spPr>
        <p:txBody>
          <a:bodyPr/>
          <a:lstStyle/>
          <a:p>
            <a:endParaRPr lang="en-US" sz="2519"/>
          </a:p>
        </p:txBody>
      </p:sp>
      <p:sp>
        <p:nvSpPr>
          <p:cNvPr id="73" name="Text 71"/>
          <p:cNvSpPr/>
          <p:nvPr/>
        </p:nvSpPr>
        <p:spPr>
          <a:xfrm>
            <a:off x="10036454" y="2408987"/>
            <a:ext cx="2176272" cy="665683"/>
          </a:xfrm>
          <a:prstGeom prst="rect">
            <a:avLst/>
          </a:prstGeom>
          <a:noFill/>
          <a:ln/>
        </p:spPr>
        <p:txBody>
          <a:bodyPr wrap="square" lIns="0" tIns="0" rIns="0" bIns="0" rtlCol="0" anchor="ctr"/>
          <a:lstStyle/>
          <a:p>
            <a:r>
              <a:rPr lang="en-US" sz="1260" b="1" i="1" dirty="0">
                <a:solidFill>
                  <a:srgbClr val="C0392B"/>
                </a:solidFill>
              </a:rPr>
              <a:t>What is the final severity, overall?</a:t>
            </a:r>
            <a:endParaRPr lang="en-US" sz="1260" dirty="0"/>
          </a:p>
        </p:txBody>
      </p:sp>
      <p:sp>
        <p:nvSpPr>
          <p:cNvPr id="74" name="Text 72"/>
          <p:cNvSpPr/>
          <p:nvPr/>
        </p:nvSpPr>
        <p:spPr>
          <a:xfrm>
            <a:off x="10036454" y="3202686"/>
            <a:ext cx="2176272" cy="281635"/>
          </a:xfrm>
          <a:prstGeom prst="rect">
            <a:avLst/>
          </a:prstGeom>
          <a:noFill/>
          <a:ln/>
        </p:spPr>
        <p:txBody>
          <a:bodyPr wrap="square" lIns="0" tIns="0" rIns="0" bIns="0" rtlCol="0" anchor="ctr"/>
          <a:lstStyle/>
          <a:p>
            <a:r>
              <a:rPr lang="en-US" sz="1190" b="1" dirty="0">
                <a:solidFill>
                  <a:srgbClr val="1C2833"/>
                </a:solidFill>
              </a:rPr>
              <a:t>How:</a:t>
            </a:r>
            <a:endParaRPr lang="en-US" sz="1190" dirty="0"/>
          </a:p>
        </p:txBody>
      </p:sp>
      <p:sp>
        <p:nvSpPr>
          <p:cNvPr id="75" name="Shape 73"/>
          <p:cNvSpPr/>
          <p:nvPr/>
        </p:nvSpPr>
        <p:spPr>
          <a:xfrm>
            <a:off x="10062057" y="3535527"/>
            <a:ext cx="76810" cy="76810"/>
          </a:xfrm>
          <a:prstGeom prst="rect">
            <a:avLst/>
          </a:prstGeom>
          <a:solidFill>
            <a:srgbClr val="C0392B"/>
          </a:solidFill>
          <a:ln/>
        </p:spPr>
        <p:txBody>
          <a:bodyPr/>
          <a:lstStyle/>
          <a:p>
            <a:endParaRPr lang="en-US" sz="2519"/>
          </a:p>
        </p:txBody>
      </p:sp>
      <p:sp>
        <p:nvSpPr>
          <p:cNvPr id="76" name="Text 74"/>
          <p:cNvSpPr/>
          <p:nvPr/>
        </p:nvSpPr>
        <p:spPr>
          <a:xfrm>
            <a:off x="10215677" y="3458718"/>
            <a:ext cx="1997050" cy="390449"/>
          </a:xfrm>
          <a:prstGeom prst="rect">
            <a:avLst/>
          </a:prstGeom>
          <a:noFill/>
          <a:ln/>
        </p:spPr>
        <p:txBody>
          <a:bodyPr wrap="square" lIns="0" tIns="0" rIns="0" bIns="0" rtlCol="0" anchor="ctr"/>
          <a:lstStyle/>
          <a:p>
            <a:r>
              <a:rPr lang="en-US" sz="1190" dirty="0">
                <a:solidFill>
                  <a:srgbClr val="1C2833"/>
                </a:solidFill>
              </a:rPr>
              <a:t>Reads all four specialist artifacts</a:t>
            </a:r>
            <a:endParaRPr lang="en-US" sz="1190" dirty="0"/>
          </a:p>
        </p:txBody>
      </p:sp>
      <p:sp>
        <p:nvSpPr>
          <p:cNvPr id="77" name="Shape 75"/>
          <p:cNvSpPr/>
          <p:nvPr/>
        </p:nvSpPr>
        <p:spPr>
          <a:xfrm>
            <a:off x="10062057" y="4457243"/>
            <a:ext cx="76810" cy="76810"/>
          </a:xfrm>
          <a:prstGeom prst="rect">
            <a:avLst/>
          </a:prstGeom>
          <a:solidFill>
            <a:srgbClr val="C0392B"/>
          </a:solidFill>
          <a:ln/>
        </p:spPr>
        <p:txBody>
          <a:bodyPr/>
          <a:lstStyle/>
          <a:p>
            <a:endParaRPr lang="en-US" sz="2519"/>
          </a:p>
        </p:txBody>
      </p:sp>
      <p:sp>
        <p:nvSpPr>
          <p:cNvPr id="78" name="Text 76"/>
          <p:cNvSpPr/>
          <p:nvPr/>
        </p:nvSpPr>
        <p:spPr>
          <a:xfrm>
            <a:off x="10215677" y="4380434"/>
            <a:ext cx="1997050" cy="548950"/>
          </a:xfrm>
          <a:prstGeom prst="rect">
            <a:avLst/>
          </a:prstGeom>
          <a:noFill/>
          <a:ln/>
        </p:spPr>
        <p:txBody>
          <a:bodyPr wrap="square" lIns="0" tIns="0" rIns="0" bIns="0" rtlCol="0" anchor="ctr"/>
          <a:lstStyle/>
          <a:p>
            <a:r>
              <a:rPr lang="en-US" sz="1190" dirty="0">
                <a:solidFill>
                  <a:srgbClr val="1C2833"/>
                </a:solidFill>
              </a:rPr>
              <a:t>Applies P1/P2/P3 rules; applies geo escalation override</a:t>
            </a:r>
            <a:endParaRPr lang="en-US" sz="1190" dirty="0"/>
          </a:p>
        </p:txBody>
      </p:sp>
      <p:sp>
        <p:nvSpPr>
          <p:cNvPr id="79" name="Shape 77"/>
          <p:cNvSpPr/>
          <p:nvPr/>
        </p:nvSpPr>
        <p:spPr>
          <a:xfrm>
            <a:off x="10062057" y="5378958"/>
            <a:ext cx="76810" cy="76810"/>
          </a:xfrm>
          <a:prstGeom prst="rect">
            <a:avLst/>
          </a:prstGeom>
          <a:solidFill>
            <a:srgbClr val="C0392B"/>
          </a:solidFill>
          <a:ln/>
        </p:spPr>
        <p:txBody>
          <a:bodyPr/>
          <a:lstStyle/>
          <a:p>
            <a:endParaRPr lang="en-US" sz="2519"/>
          </a:p>
        </p:txBody>
      </p:sp>
      <p:sp>
        <p:nvSpPr>
          <p:cNvPr id="80" name="Text 78"/>
          <p:cNvSpPr/>
          <p:nvPr/>
        </p:nvSpPr>
        <p:spPr>
          <a:xfrm>
            <a:off x="10215677" y="5302149"/>
            <a:ext cx="2099462" cy="680004"/>
          </a:xfrm>
          <a:prstGeom prst="rect">
            <a:avLst/>
          </a:prstGeom>
          <a:noFill/>
          <a:ln/>
        </p:spPr>
        <p:txBody>
          <a:bodyPr wrap="square" lIns="0" tIns="0" rIns="0" bIns="0" rtlCol="0" anchor="ctr"/>
          <a:lstStyle/>
          <a:p>
            <a:r>
              <a:rPr lang="en-US" sz="1190" dirty="0">
                <a:solidFill>
                  <a:srgbClr val="1C2833"/>
                </a:solidFill>
              </a:rPr>
              <a:t>Explains conflicts between agents; </a:t>
            </a:r>
            <a:r>
              <a:rPr lang="en-US" altLang="zh-CN" sz="1190" dirty="0">
                <a:solidFill>
                  <a:srgbClr val="1C2833"/>
                </a:solidFill>
              </a:rPr>
              <a:t>considering</a:t>
            </a:r>
            <a:r>
              <a:rPr lang="zh-CN" altLang="en-US" sz="1190" dirty="0">
                <a:solidFill>
                  <a:srgbClr val="1C2833"/>
                </a:solidFill>
              </a:rPr>
              <a:t> </a:t>
            </a:r>
            <a:r>
              <a:rPr lang="en-US" sz="1190" dirty="0">
                <a:solidFill>
                  <a:srgbClr val="1C2833"/>
                </a:solidFill>
              </a:rPr>
              <a:t>uncertaint</a:t>
            </a:r>
            <a:r>
              <a:rPr lang="en-US" altLang="zh-CN" sz="1190" dirty="0">
                <a:solidFill>
                  <a:srgbClr val="1C2833"/>
                </a:solidFill>
              </a:rPr>
              <a:t>ies</a:t>
            </a:r>
            <a:r>
              <a:rPr lang="zh-CN" altLang="en-US" sz="1190" dirty="0">
                <a:solidFill>
                  <a:srgbClr val="1C2833"/>
                </a:solidFill>
              </a:rPr>
              <a:t> </a:t>
            </a:r>
            <a:r>
              <a:rPr lang="en-US" altLang="zh-CN" sz="1190" dirty="0">
                <a:solidFill>
                  <a:srgbClr val="1C2833"/>
                </a:solidFill>
              </a:rPr>
              <a:t>around</a:t>
            </a:r>
            <a:r>
              <a:rPr lang="zh-CN" altLang="en-US" sz="1190" dirty="0">
                <a:solidFill>
                  <a:srgbClr val="1C2833"/>
                </a:solidFill>
              </a:rPr>
              <a:t> </a:t>
            </a:r>
            <a:r>
              <a:rPr lang="en-US" altLang="zh-CN" sz="1190" dirty="0">
                <a:solidFill>
                  <a:srgbClr val="1C2833"/>
                </a:solidFill>
              </a:rPr>
              <a:t>each</a:t>
            </a:r>
            <a:r>
              <a:rPr lang="zh-CN" altLang="en-US" sz="1190" dirty="0">
                <a:solidFill>
                  <a:srgbClr val="1C2833"/>
                </a:solidFill>
              </a:rPr>
              <a:t> </a:t>
            </a:r>
            <a:r>
              <a:rPr lang="en-US" altLang="zh-CN" sz="1190" dirty="0">
                <a:solidFill>
                  <a:srgbClr val="1C2833"/>
                </a:solidFill>
              </a:rPr>
              <a:t>agent.</a:t>
            </a:r>
            <a:endParaRPr lang="en-US" sz="1190" dirty="0"/>
          </a:p>
        </p:txBody>
      </p:sp>
      <p:sp>
        <p:nvSpPr>
          <p:cNvPr id="81" name="Shape 79"/>
          <p:cNvSpPr/>
          <p:nvPr/>
        </p:nvSpPr>
        <p:spPr>
          <a:xfrm>
            <a:off x="10036454" y="6454292"/>
            <a:ext cx="2176272" cy="1152144"/>
          </a:xfrm>
          <a:prstGeom prst="rect">
            <a:avLst/>
          </a:prstGeom>
          <a:solidFill>
            <a:srgbClr val="FFF8F0"/>
          </a:solidFill>
          <a:ln w="6350">
            <a:solidFill>
              <a:srgbClr val="C0392B"/>
            </a:solidFill>
            <a:prstDash val="solid"/>
          </a:ln>
        </p:spPr>
        <p:txBody>
          <a:bodyPr/>
          <a:lstStyle/>
          <a:p>
            <a:endParaRPr lang="en-US" sz="2519"/>
          </a:p>
        </p:txBody>
      </p:sp>
      <p:sp>
        <p:nvSpPr>
          <p:cNvPr id="82" name="Text 80"/>
          <p:cNvSpPr/>
          <p:nvPr/>
        </p:nvSpPr>
        <p:spPr>
          <a:xfrm>
            <a:off x="10113264" y="6505499"/>
            <a:ext cx="2022653" cy="256032"/>
          </a:xfrm>
          <a:prstGeom prst="rect">
            <a:avLst/>
          </a:prstGeom>
          <a:noFill/>
          <a:ln/>
        </p:spPr>
        <p:txBody>
          <a:bodyPr wrap="square" lIns="0" tIns="0" rIns="0" bIns="0" rtlCol="0" anchor="ctr"/>
          <a:lstStyle/>
          <a:p>
            <a:r>
              <a:rPr lang="en-US" sz="1120" b="1" dirty="0">
                <a:solidFill>
                  <a:srgbClr val="C0392B"/>
                </a:solidFill>
              </a:rPr>
              <a:t>Why LLM:</a:t>
            </a:r>
            <a:endParaRPr lang="en-US" sz="1120" dirty="0"/>
          </a:p>
        </p:txBody>
      </p:sp>
      <p:sp>
        <p:nvSpPr>
          <p:cNvPr id="83" name="Text 81"/>
          <p:cNvSpPr/>
          <p:nvPr/>
        </p:nvSpPr>
        <p:spPr>
          <a:xfrm>
            <a:off x="10113264" y="6787134"/>
            <a:ext cx="2022653" cy="768096"/>
          </a:xfrm>
          <a:prstGeom prst="rect">
            <a:avLst/>
          </a:prstGeom>
          <a:noFill/>
          <a:ln/>
        </p:spPr>
        <p:txBody>
          <a:bodyPr wrap="square" lIns="0" tIns="0" rIns="0" bIns="0" rtlCol="0" anchor="ctr"/>
          <a:lstStyle/>
          <a:p>
            <a:r>
              <a:rPr lang="en-US" sz="1120" dirty="0">
                <a:solidFill>
                  <a:srgbClr val="566573"/>
                </a:solidFill>
              </a:rPr>
              <a:t>Multi-layer conflicts (Coverage adequate vs KPI critical) cannot be resolved by lookup — require conflict characterization</a:t>
            </a:r>
            <a:endParaRPr lang="en-US" sz="1120" dirty="0"/>
          </a:p>
        </p:txBody>
      </p:sp>
      <p:sp>
        <p:nvSpPr>
          <p:cNvPr id="84" name="Text 82"/>
          <p:cNvSpPr/>
          <p:nvPr/>
        </p:nvSpPr>
        <p:spPr>
          <a:xfrm>
            <a:off x="192024" y="8351215"/>
            <a:ext cx="12417552" cy="256032"/>
          </a:xfrm>
          <a:prstGeom prst="rect">
            <a:avLst/>
          </a:prstGeom>
          <a:noFill/>
          <a:ln/>
        </p:spPr>
        <p:txBody>
          <a:bodyPr wrap="square" lIns="0" tIns="0" rIns="0" bIns="0" rtlCol="0" anchor="ctr"/>
          <a:lstStyle/>
          <a:p>
            <a:pPr algn="ctr"/>
            <a:r>
              <a:rPr lang="en-US" sz="1190" i="1" dirty="0">
                <a:solidFill>
                  <a:srgbClr val="566573"/>
                </a:solidFill>
              </a:rPr>
              <a:t>Coverage / KPI / Config run in parallel  ·  Geo waits for Coverage centroids  ·  Assessment reads all four</a:t>
            </a:r>
            <a:endParaRPr lang="en-US" sz="1190" dirty="0"/>
          </a:p>
        </p:txBody>
      </p:sp>
      <p:sp>
        <p:nvSpPr>
          <p:cNvPr id="85" name="Shape 13">
            <a:extLst>
              <a:ext uri="{FF2B5EF4-FFF2-40B4-BE49-F238E27FC236}">
                <a16:creationId xmlns:a16="http://schemas.microsoft.com/office/drawing/2014/main" id="{C6BC0B58-091B-F22E-4199-341AB03B3D37}"/>
              </a:ext>
            </a:extLst>
          </p:cNvPr>
          <p:cNvSpPr/>
          <p:nvPr/>
        </p:nvSpPr>
        <p:spPr>
          <a:xfrm>
            <a:off x="294437" y="5649744"/>
            <a:ext cx="76810" cy="76810"/>
          </a:xfrm>
          <a:prstGeom prst="rect">
            <a:avLst/>
          </a:prstGeom>
          <a:solidFill>
            <a:srgbClr val="1A7A7A"/>
          </a:solidFill>
          <a:ln/>
        </p:spPr>
        <p:txBody>
          <a:bodyPr/>
          <a:lstStyle/>
          <a:p>
            <a:endParaRPr lang="en-US" sz="2519"/>
          </a:p>
        </p:txBody>
      </p:sp>
      <p:sp>
        <p:nvSpPr>
          <p:cNvPr id="86" name="Text 14">
            <a:extLst>
              <a:ext uri="{FF2B5EF4-FFF2-40B4-BE49-F238E27FC236}">
                <a16:creationId xmlns:a16="http://schemas.microsoft.com/office/drawing/2014/main" id="{88607828-AD28-8448-CA73-F88777AF284D}"/>
              </a:ext>
            </a:extLst>
          </p:cNvPr>
          <p:cNvSpPr/>
          <p:nvPr/>
        </p:nvSpPr>
        <p:spPr>
          <a:xfrm>
            <a:off x="422453" y="5814213"/>
            <a:ext cx="2061058" cy="307238"/>
          </a:xfrm>
          <a:prstGeom prst="rect">
            <a:avLst/>
          </a:prstGeom>
          <a:noFill/>
          <a:ln/>
        </p:spPr>
        <p:txBody>
          <a:bodyPr wrap="square" lIns="0" tIns="0" rIns="0" bIns="0" rtlCol="0" anchor="ctr"/>
          <a:lstStyle/>
          <a:p>
            <a:r>
              <a:rPr lang="en-US" sz="1190" dirty="0"/>
              <a:t>Produce spatial findings for Geo Agent: coverage holes, weak zones, strong zones, and affected directions.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793699"/>
          </a:xfrm>
          <a:prstGeom prst="rect">
            <a:avLst/>
          </a:prstGeom>
          <a:solidFill>
            <a:srgbClr val="1A5F6D"/>
          </a:solidFill>
          <a:ln/>
        </p:spPr>
        <p:txBody>
          <a:bodyPr/>
          <a:lstStyle/>
          <a:p>
            <a:endParaRPr lang="en-US" sz="2519"/>
          </a:p>
        </p:txBody>
      </p:sp>
      <p:sp>
        <p:nvSpPr>
          <p:cNvPr id="3" name="Text 1"/>
          <p:cNvSpPr/>
          <p:nvPr/>
        </p:nvSpPr>
        <p:spPr>
          <a:xfrm>
            <a:off x="384048" y="514350"/>
            <a:ext cx="12033504" cy="793699"/>
          </a:xfrm>
          <a:prstGeom prst="rect">
            <a:avLst/>
          </a:prstGeom>
          <a:noFill/>
          <a:ln/>
        </p:spPr>
        <p:txBody>
          <a:bodyPr wrap="square" lIns="0" tIns="0" rIns="0" bIns="0" rtlCol="0" anchor="ctr"/>
          <a:lstStyle/>
          <a:p>
            <a:r>
              <a:rPr lang="en-US" sz="2940" b="1" dirty="0">
                <a:solidFill>
                  <a:srgbClr val="FFFFFF"/>
                </a:solidFill>
              </a:rPr>
              <a:t>Demo — Ticket Input: TKT-2026-04-17-0002</a:t>
            </a:r>
            <a:endParaRPr lang="en-US" sz="2940" dirty="0"/>
          </a:p>
        </p:txBody>
      </p:sp>
      <p:sp>
        <p:nvSpPr>
          <p:cNvPr id="4" name="Shape 2"/>
          <p:cNvSpPr/>
          <p:nvPr/>
        </p:nvSpPr>
        <p:spPr>
          <a:xfrm>
            <a:off x="320040" y="1538478"/>
            <a:ext cx="6144768" cy="5888736"/>
          </a:xfrm>
          <a:prstGeom prst="rect">
            <a:avLst/>
          </a:prstGeom>
          <a:solidFill>
            <a:srgbClr val="F0F3F4"/>
          </a:solidFill>
          <a:ln w="7620">
            <a:solidFill>
              <a:srgbClr val="BFC9CA"/>
            </a:solidFill>
            <a:prstDash val="solid"/>
          </a:ln>
          <a:effectLst>
            <a:outerShdw blurRad="50800" dist="12700" dir="8100000" algn="bl" rotWithShape="0">
              <a:srgbClr val="000000">
                <a:alpha val="8000"/>
              </a:srgbClr>
            </a:outerShdw>
          </a:effectLst>
        </p:spPr>
        <p:txBody>
          <a:bodyPr/>
          <a:lstStyle/>
          <a:p>
            <a:endParaRPr lang="en-US" sz="2519"/>
          </a:p>
        </p:txBody>
      </p:sp>
      <p:sp>
        <p:nvSpPr>
          <p:cNvPr id="5" name="Shape 3"/>
          <p:cNvSpPr/>
          <p:nvPr/>
        </p:nvSpPr>
        <p:spPr>
          <a:xfrm>
            <a:off x="320040" y="1538478"/>
            <a:ext cx="6144768" cy="640080"/>
          </a:xfrm>
          <a:prstGeom prst="rect">
            <a:avLst/>
          </a:prstGeom>
          <a:solidFill>
            <a:srgbClr val="1A5F6D"/>
          </a:solidFill>
          <a:ln/>
        </p:spPr>
        <p:txBody>
          <a:bodyPr/>
          <a:lstStyle/>
          <a:p>
            <a:endParaRPr lang="en-US" sz="2519"/>
          </a:p>
        </p:txBody>
      </p:sp>
      <p:sp>
        <p:nvSpPr>
          <p:cNvPr id="6" name="Text 4"/>
          <p:cNvSpPr/>
          <p:nvPr/>
        </p:nvSpPr>
        <p:spPr>
          <a:xfrm>
            <a:off x="448056" y="1538478"/>
            <a:ext cx="5888736" cy="640080"/>
          </a:xfrm>
          <a:prstGeom prst="rect">
            <a:avLst/>
          </a:prstGeom>
          <a:noFill/>
          <a:ln/>
        </p:spPr>
        <p:txBody>
          <a:bodyPr wrap="square" lIns="0" tIns="0" rIns="0" bIns="0" rtlCol="0" anchor="ctr"/>
          <a:lstStyle/>
          <a:p>
            <a:r>
              <a:rPr lang="en-US" sz="1540" b="1" dirty="0">
                <a:solidFill>
                  <a:srgbClr val="FFFFFF"/>
                </a:solidFill>
              </a:rPr>
              <a:t>📋  TKT-2026-04-17-0002  ·  RESOLVED</a:t>
            </a:r>
            <a:endParaRPr lang="en-US" sz="1540" dirty="0"/>
          </a:p>
        </p:txBody>
      </p:sp>
      <p:sp>
        <p:nvSpPr>
          <p:cNvPr id="7" name="Text 5"/>
          <p:cNvSpPr/>
          <p:nvPr/>
        </p:nvSpPr>
        <p:spPr>
          <a:xfrm>
            <a:off x="537667" y="2332177"/>
            <a:ext cx="2304288" cy="384048"/>
          </a:xfrm>
          <a:prstGeom prst="rect">
            <a:avLst/>
          </a:prstGeom>
          <a:noFill/>
          <a:ln/>
        </p:spPr>
        <p:txBody>
          <a:bodyPr wrap="square" lIns="0" tIns="0" rIns="0" bIns="0" rtlCol="0" anchor="ctr"/>
          <a:lstStyle/>
          <a:p>
            <a:r>
              <a:rPr lang="en-US" sz="1330" b="1" dirty="0">
                <a:solidFill>
                  <a:srgbClr val="566573"/>
                </a:solidFill>
              </a:rPr>
              <a:t>Station</a:t>
            </a:r>
            <a:endParaRPr lang="en-US" sz="1330" dirty="0"/>
          </a:p>
        </p:txBody>
      </p:sp>
      <p:sp>
        <p:nvSpPr>
          <p:cNvPr id="8" name="Text 6"/>
          <p:cNvSpPr/>
          <p:nvPr/>
        </p:nvSpPr>
        <p:spPr>
          <a:xfrm>
            <a:off x="2918765" y="2332177"/>
            <a:ext cx="3392424" cy="384048"/>
          </a:xfrm>
          <a:prstGeom prst="rect">
            <a:avLst/>
          </a:prstGeom>
          <a:noFill/>
          <a:ln/>
        </p:spPr>
        <p:txBody>
          <a:bodyPr wrap="square" lIns="0" tIns="0" rIns="0" bIns="0" rtlCol="0" anchor="ctr"/>
          <a:lstStyle/>
          <a:p>
            <a:r>
              <a:rPr lang="en-US" sz="1330" dirty="0">
                <a:solidFill>
                  <a:srgbClr val="1C2833"/>
                </a:solidFill>
              </a:rPr>
              <a:t>USID_09</a:t>
            </a:r>
            <a:endParaRPr lang="en-US" sz="1330" dirty="0"/>
          </a:p>
        </p:txBody>
      </p:sp>
      <p:sp>
        <p:nvSpPr>
          <p:cNvPr id="9" name="Shape 7"/>
          <p:cNvSpPr/>
          <p:nvPr/>
        </p:nvSpPr>
        <p:spPr>
          <a:xfrm>
            <a:off x="448056" y="2716225"/>
            <a:ext cx="5824728" cy="6401"/>
          </a:xfrm>
          <a:prstGeom prst="rect">
            <a:avLst/>
          </a:prstGeom>
          <a:solidFill>
            <a:srgbClr val="D5D8DC"/>
          </a:solidFill>
          <a:ln/>
        </p:spPr>
        <p:txBody>
          <a:bodyPr/>
          <a:lstStyle/>
          <a:p>
            <a:endParaRPr lang="en-US" sz="2519"/>
          </a:p>
        </p:txBody>
      </p:sp>
      <p:sp>
        <p:nvSpPr>
          <p:cNvPr id="10" name="Text 8"/>
          <p:cNvSpPr/>
          <p:nvPr/>
        </p:nvSpPr>
        <p:spPr>
          <a:xfrm>
            <a:off x="537667" y="2818638"/>
            <a:ext cx="2304288" cy="384048"/>
          </a:xfrm>
          <a:prstGeom prst="rect">
            <a:avLst/>
          </a:prstGeom>
          <a:noFill/>
          <a:ln/>
        </p:spPr>
        <p:txBody>
          <a:bodyPr wrap="square" lIns="0" tIns="0" rIns="0" bIns="0" rtlCol="0" anchor="ctr"/>
          <a:lstStyle/>
          <a:p>
            <a:r>
              <a:rPr lang="en-US" sz="1330" b="1" dirty="0">
                <a:solidFill>
                  <a:srgbClr val="566573"/>
                </a:solidFill>
              </a:rPr>
              <a:t>Type</a:t>
            </a:r>
            <a:endParaRPr lang="en-US" sz="1330" dirty="0"/>
          </a:p>
        </p:txBody>
      </p:sp>
      <p:sp>
        <p:nvSpPr>
          <p:cNvPr id="11" name="Text 9"/>
          <p:cNvSpPr/>
          <p:nvPr/>
        </p:nvSpPr>
        <p:spPr>
          <a:xfrm>
            <a:off x="2918765" y="2818638"/>
            <a:ext cx="3392424" cy="384048"/>
          </a:xfrm>
          <a:prstGeom prst="rect">
            <a:avLst/>
          </a:prstGeom>
          <a:noFill/>
          <a:ln/>
        </p:spPr>
        <p:txBody>
          <a:bodyPr wrap="square" lIns="0" tIns="0" rIns="0" bIns="0" rtlCol="0" anchor="ctr"/>
          <a:lstStyle/>
          <a:p>
            <a:r>
              <a:rPr lang="en-US" sz="1330" dirty="0">
                <a:solidFill>
                  <a:srgbClr val="1C2833"/>
                </a:solidFill>
              </a:rPr>
              <a:t>Partial Outage</a:t>
            </a:r>
            <a:endParaRPr lang="en-US" sz="1330" dirty="0"/>
          </a:p>
        </p:txBody>
      </p:sp>
      <p:sp>
        <p:nvSpPr>
          <p:cNvPr id="12" name="Shape 10"/>
          <p:cNvSpPr/>
          <p:nvPr/>
        </p:nvSpPr>
        <p:spPr>
          <a:xfrm>
            <a:off x="448056" y="3202686"/>
            <a:ext cx="5824728" cy="6401"/>
          </a:xfrm>
          <a:prstGeom prst="rect">
            <a:avLst/>
          </a:prstGeom>
          <a:solidFill>
            <a:srgbClr val="D5D8DC"/>
          </a:solidFill>
          <a:ln/>
        </p:spPr>
        <p:txBody>
          <a:bodyPr/>
          <a:lstStyle/>
          <a:p>
            <a:endParaRPr lang="en-US" sz="2519"/>
          </a:p>
        </p:txBody>
      </p:sp>
      <p:sp>
        <p:nvSpPr>
          <p:cNvPr id="13" name="Text 11"/>
          <p:cNvSpPr/>
          <p:nvPr/>
        </p:nvSpPr>
        <p:spPr>
          <a:xfrm>
            <a:off x="537667" y="3305099"/>
            <a:ext cx="2304288" cy="384048"/>
          </a:xfrm>
          <a:prstGeom prst="rect">
            <a:avLst/>
          </a:prstGeom>
          <a:noFill/>
          <a:ln/>
        </p:spPr>
        <p:txBody>
          <a:bodyPr wrap="square" lIns="0" tIns="0" rIns="0" bIns="0" rtlCol="0" anchor="ctr"/>
          <a:lstStyle/>
          <a:p>
            <a:r>
              <a:rPr lang="en-US" sz="1330" b="1" dirty="0">
                <a:solidFill>
                  <a:srgbClr val="566573"/>
                </a:solidFill>
              </a:rPr>
              <a:t>Failed</a:t>
            </a:r>
            <a:endParaRPr lang="en-US" sz="1330" dirty="0"/>
          </a:p>
        </p:txBody>
      </p:sp>
      <p:sp>
        <p:nvSpPr>
          <p:cNvPr id="14" name="Text 12"/>
          <p:cNvSpPr/>
          <p:nvPr/>
        </p:nvSpPr>
        <p:spPr>
          <a:xfrm>
            <a:off x="2918765" y="3305099"/>
            <a:ext cx="3392424" cy="384048"/>
          </a:xfrm>
          <a:prstGeom prst="rect">
            <a:avLst/>
          </a:prstGeom>
          <a:noFill/>
          <a:ln/>
        </p:spPr>
        <p:txBody>
          <a:bodyPr wrap="square" lIns="0" tIns="0" rIns="0" bIns="0" rtlCol="0" anchor="ctr"/>
          <a:lstStyle/>
          <a:p>
            <a:r>
              <a:rPr lang="en-US" sz="1330" dirty="0">
                <a:solidFill>
                  <a:srgbClr val="1C2833"/>
                </a:solidFill>
              </a:rPr>
              <a:t>Sectors S0, S2</a:t>
            </a:r>
            <a:endParaRPr lang="en-US" sz="1330" dirty="0"/>
          </a:p>
        </p:txBody>
      </p:sp>
      <p:sp>
        <p:nvSpPr>
          <p:cNvPr id="15" name="Shape 13"/>
          <p:cNvSpPr/>
          <p:nvPr/>
        </p:nvSpPr>
        <p:spPr>
          <a:xfrm>
            <a:off x="448056" y="3689147"/>
            <a:ext cx="5824728" cy="6401"/>
          </a:xfrm>
          <a:prstGeom prst="rect">
            <a:avLst/>
          </a:prstGeom>
          <a:solidFill>
            <a:srgbClr val="D5D8DC"/>
          </a:solidFill>
          <a:ln/>
        </p:spPr>
        <p:txBody>
          <a:bodyPr/>
          <a:lstStyle/>
          <a:p>
            <a:endParaRPr lang="en-US" sz="2519"/>
          </a:p>
        </p:txBody>
      </p:sp>
      <p:sp>
        <p:nvSpPr>
          <p:cNvPr id="16" name="Text 14"/>
          <p:cNvSpPr/>
          <p:nvPr/>
        </p:nvSpPr>
        <p:spPr>
          <a:xfrm>
            <a:off x="537667" y="3791560"/>
            <a:ext cx="2304288" cy="384048"/>
          </a:xfrm>
          <a:prstGeom prst="rect">
            <a:avLst/>
          </a:prstGeom>
          <a:noFill/>
          <a:ln/>
        </p:spPr>
        <p:txBody>
          <a:bodyPr wrap="square" lIns="0" tIns="0" rIns="0" bIns="0" rtlCol="0" anchor="ctr"/>
          <a:lstStyle/>
          <a:p>
            <a:r>
              <a:rPr lang="en-US" sz="1330" b="1" dirty="0">
                <a:solidFill>
                  <a:srgbClr val="566573"/>
                </a:solidFill>
              </a:rPr>
              <a:t>Active</a:t>
            </a:r>
            <a:endParaRPr lang="en-US" sz="1330" dirty="0"/>
          </a:p>
        </p:txBody>
      </p:sp>
      <p:sp>
        <p:nvSpPr>
          <p:cNvPr id="17" name="Text 15"/>
          <p:cNvSpPr/>
          <p:nvPr/>
        </p:nvSpPr>
        <p:spPr>
          <a:xfrm>
            <a:off x="2918765" y="3791560"/>
            <a:ext cx="3392424" cy="384048"/>
          </a:xfrm>
          <a:prstGeom prst="rect">
            <a:avLst/>
          </a:prstGeom>
          <a:noFill/>
          <a:ln/>
        </p:spPr>
        <p:txBody>
          <a:bodyPr wrap="square" lIns="0" tIns="0" rIns="0" bIns="0" rtlCol="0" anchor="ctr"/>
          <a:lstStyle/>
          <a:p>
            <a:r>
              <a:rPr lang="en-US" sz="1330" dirty="0">
                <a:solidFill>
                  <a:srgbClr val="1C2833"/>
                </a:solidFill>
              </a:rPr>
              <a:t>Sector S1</a:t>
            </a:r>
            <a:endParaRPr lang="en-US" sz="1330" dirty="0"/>
          </a:p>
        </p:txBody>
      </p:sp>
      <p:sp>
        <p:nvSpPr>
          <p:cNvPr id="18" name="Shape 16"/>
          <p:cNvSpPr/>
          <p:nvPr/>
        </p:nvSpPr>
        <p:spPr>
          <a:xfrm>
            <a:off x="448056" y="4175608"/>
            <a:ext cx="5824728" cy="6401"/>
          </a:xfrm>
          <a:prstGeom prst="rect">
            <a:avLst/>
          </a:prstGeom>
          <a:solidFill>
            <a:srgbClr val="D5D8DC"/>
          </a:solidFill>
          <a:ln/>
        </p:spPr>
        <p:txBody>
          <a:bodyPr/>
          <a:lstStyle/>
          <a:p>
            <a:endParaRPr lang="en-US" sz="2519"/>
          </a:p>
        </p:txBody>
      </p:sp>
      <p:sp>
        <p:nvSpPr>
          <p:cNvPr id="19" name="Text 17"/>
          <p:cNvSpPr/>
          <p:nvPr/>
        </p:nvSpPr>
        <p:spPr>
          <a:xfrm>
            <a:off x="537667" y="4278020"/>
            <a:ext cx="2304288" cy="384048"/>
          </a:xfrm>
          <a:prstGeom prst="rect">
            <a:avLst/>
          </a:prstGeom>
          <a:noFill/>
          <a:ln/>
        </p:spPr>
        <p:txBody>
          <a:bodyPr wrap="square" lIns="0" tIns="0" rIns="0" bIns="0" rtlCol="0" anchor="ctr"/>
          <a:lstStyle/>
          <a:p>
            <a:r>
              <a:rPr lang="en-US" sz="1330" b="1" dirty="0">
                <a:solidFill>
                  <a:srgbClr val="566573"/>
                </a:solidFill>
              </a:rPr>
              <a:t>Start (UTC)</a:t>
            </a:r>
            <a:endParaRPr lang="en-US" sz="1330" dirty="0"/>
          </a:p>
        </p:txBody>
      </p:sp>
      <p:sp>
        <p:nvSpPr>
          <p:cNvPr id="20" name="Text 18"/>
          <p:cNvSpPr/>
          <p:nvPr/>
        </p:nvSpPr>
        <p:spPr>
          <a:xfrm>
            <a:off x="2918765" y="4278020"/>
            <a:ext cx="3392424" cy="384048"/>
          </a:xfrm>
          <a:prstGeom prst="rect">
            <a:avLst/>
          </a:prstGeom>
          <a:noFill/>
          <a:ln/>
        </p:spPr>
        <p:txBody>
          <a:bodyPr wrap="square" lIns="0" tIns="0" rIns="0" bIns="0" rtlCol="0" anchor="ctr"/>
          <a:lstStyle/>
          <a:p>
            <a:r>
              <a:rPr lang="en-US" sz="1330" dirty="0">
                <a:solidFill>
                  <a:srgbClr val="1C2833"/>
                </a:solidFill>
              </a:rPr>
              <a:t>2026-04-17  10:31</a:t>
            </a:r>
            <a:endParaRPr lang="en-US" sz="1330" dirty="0"/>
          </a:p>
        </p:txBody>
      </p:sp>
      <p:sp>
        <p:nvSpPr>
          <p:cNvPr id="21" name="Shape 19"/>
          <p:cNvSpPr/>
          <p:nvPr/>
        </p:nvSpPr>
        <p:spPr>
          <a:xfrm>
            <a:off x="448056" y="4662068"/>
            <a:ext cx="5824728" cy="6401"/>
          </a:xfrm>
          <a:prstGeom prst="rect">
            <a:avLst/>
          </a:prstGeom>
          <a:solidFill>
            <a:srgbClr val="D5D8DC"/>
          </a:solidFill>
          <a:ln/>
        </p:spPr>
        <p:txBody>
          <a:bodyPr/>
          <a:lstStyle/>
          <a:p>
            <a:endParaRPr lang="en-US" sz="2519"/>
          </a:p>
        </p:txBody>
      </p:sp>
      <p:sp>
        <p:nvSpPr>
          <p:cNvPr id="22" name="Text 20"/>
          <p:cNvSpPr/>
          <p:nvPr/>
        </p:nvSpPr>
        <p:spPr>
          <a:xfrm>
            <a:off x="537667" y="4764481"/>
            <a:ext cx="2304288" cy="384048"/>
          </a:xfrm>
          <a:prstGeom prst="rect">
            <a:avLst/>
          </a:prstGeom>
          <a:noFill/>
          <a:ln/>
        </p:spPr>
        <p:txBody>
          <a:bodyPr wrap="square" lIns="0" tIns="0" rIns="0" bIns="0" rtlCol="0" anchor="ctr"/>
          <a:lstStyle/>
          <a:p>
            <a:r>
              <a:rPr lang="en-US" sz="1330" b="1" dirty="0">
                <a:solidFill>
                  <a:srgbClr val="566573"/>
                </a:solidFill>
              </a:rPr>
              <a:t>End (UTC)</a:t>
            </a:r>
            <a:endParaRPr lang="en-US" sz="1330" dirty="0"/>
          </a:p>
        </p:txBody>
      </p:sp>
      <p:sp>
        <p:nvSpPr>
          <p:cNvPr id="23" name="Text 21"/>
          <p:cNvSpPr/>
          <p:nvPr/>
        </p:nvSpPr>
        <p:spPr>
          <a:xfrm>
            <a:off x="2918765" y="4764481"/>
            <a:ext cx="3392424" cy="384048"/>
          </a:xfrm>
          <a:prstGeom prst="rect">
            <a:avLst/>
          </a:prstGeom>
          <a:noFill/>
          <a:ln/>
        </p:spPr>
        <p:txBody>
          <a:bodyPr wrap="square" lIns="0" tIns="0" rIns="0" bIns="0" rtlCol="0" anchor="ctr"/>
          <a:lstStyle/>
          <a:p>
            <a:r>
              <a:rPr lang="en-US" sz="1330" dirty="0">
                <a:solidFill>
                  <a:srgbClr val="1C2833"/>
                </a:solidFill>
              </a:rPr>
              <a:t>2026-04-17  20:59</a:t>
            </a:r>
            <a:endParaRPr lang="en-US" sz="1330" dirty="0"/>
          </a:p>
        </p:txBody>
      </p:sp>
      <p:sp>
        <p:nvSpPr>
          <p:cNvPr id="24" name="Shape 22"/>
          <p:cNvSpPr/>
          <p:nvPr/>
        </p:nvSpPr>
        <p:spPr>
          <a:xfrm>
            <a:off x="448056" y="5148529"/>
            <a:ext cx="5824728" cy="6401"/>
          </a:xfrm>
          <a:prstGeom prst="rect">
            <a:avLst/>
          </a:prstGeom>
          <a:solidFill>
            <a:srgbClr val="D5D8DC"/>
          </a:solidFill>
          <a:ln/>
        </p:spPr>
        <p:txBody>
          <a:bodyPr/>
          <a:lstStyle/>
          <a:p>
            <a:endParaRPr lang="en-US" sz="2519"/>
          </a:p>
        </p:txBody>
      </p:sp>
      <p:sp>
        <p:nvSpPr>
          <p:cNvPr id="25" name="Text 23"/>
          <p:cNvSpPr/>
          <p:nvPr/>
        </p:nvSpPr>
        <p:spPr>
          <a:xfrm>
            <a:off x="537667" y="5250942"/>
            <a:ext cx="2304288" cy="384048"/>
          </a:xfrm>
          <a:prstGeom prst="rect">
            <a:avLst/>
          </a:prstGeom>
          <a:noFill/>
          <a:ln/>
        </p:spPr>
        <p:txBody>
          <a:bodyPr wrap="square" lIns="0" tIns="0" rIns="0" bIns="0" rtlCol="0" anchor="ctr"/>
          <a:lstStyle/>
          <a:p>
            <a:r>
              <a:rPr lang="en-US" sz="1330" b="1" dirty="0">
                <a:solidFill>
                  <a:srgbClr val="566573"/>
                </a:solidFill>
              </a:rPr>
              <a:t>Duration</a:t>
            </a:r>
            <a:endParaRPr lang="en-US" sz="1330" dirty="0"/>
          </a:p>
        </p:txBody>
      </p:sp>
      <p:sp>
        <p:nvSpPr>
          <p:cNvPr id="26" name="Text 24"/>
          <p:cNvSpPr/>
          <p:nvPr/>
        </p:nvSpPr>
        <p:spPr>
          <a:xfrm>
            <a:off x="2918765" y="5250942"/>
            <a:ext cx="3392424" cy="384048"/>
          </a:xfrm>
          <a:prstGeom prst="rect">
            <a:avLst/>
          </a:prstGeom>
          <a:noFill/>
          <a:ln/>
        </p:spPr>
        <p:txBody>
          <a:bodyPr wrap="square" lIns="0" tIns="0" rIns="0" bIns="0" rtlCol="0" anchor="ctr"/>
          <a:lstStyle/>
          <a:p>
            <a:r>
              <a:rPr lang="en-US" sz="1330" dirty="0">
                <a:solidFill>
                  <a:srgbClr val="1C2833"/>
                </a:solidFill>
              </a:rPr>
              <a:t>10.46 hours</a:t>
            </a:r>
            <a:endParaRPr lang="en-US" sz="1330" dirty="0"/>
          </a:p>
        </p:txBody>
      </p:sp>
      <p:sp>
        <p:nvSpPr>
          <p:cNvPr id="27" name="Shape 25"/>
          <p:cNvSpPr/>
          <p:nvPr/>
        </p:nvSpPr>
        <p:spPr>
          <a:xfrm>
            <a:off x="448056" y="5634990"/>
            <a:ext cx="5824728" cy="6401"/>
          </a:xfrm>
          <a:prstGeom prst="rect">
            <a:avLst/>
          </a:prstGeom>
          <a:solidFill>
            <a:srgbClr val="D5D8DC"/>
          </a:solidFill>
          <a:ln/>
        </p:spPr>
        <p:txBody>
          <a:bodyPr/>
          <a:lstStyle/>
          <a:p>
            <a:endParaRPr lang="en-US" sz="2519"/>
          </a:p>
        </p:txBody>
      </p:sp>
      <p:sp>
        <p:nvSpPr>
          <p:cNvPr id="28" name="Text 26"/>
          <p:cNvSpPr/>
          <p:nvPr/>
        </p:nvSpPr>
        <p:spPr>
          <a:xfrm>
            <a:off x="537667" y="5737403"/>
            <a:ext cx="2304288" cy="384048"/>
          </a:xfrm>
          <a:prstGeom prst="rect">
            <a:avLst/>
          </a:prstGeom>
          <a:noFill/>
          <a:ln/>
        </p:spPr>
        <p:txBody>
          <a:bodyPr wrap="square" lIns="0" tIns="0" rIns="0" bIns="0" rtlCol="0" anchor="ctr"/>
          <a:lstStyle/>
          <a:p>
            <a:r>
              <a:rPr lang="en-US" sz="1330" b="1" dirty="0">
                <a:solidFill>
                  <a:srgbClr val="566573"/>
                </a:solidFill>
              </a:rPr>
              <a:t>Location</a:t>
            </a:r>
            <a:endParaRPr lang="en-US" sz="1330" dirty="0"/>
          </a:p>
        </p:txBody>
      </p:sp>
      <p:sp>
        <p:nvSpPr>
          <p:cNvPr id="29" name="Text 27"/>
          <p:cNvSpPr/>
          <p:nvPr/>
        </p:nvSpPr>
        <p:spPr>
          <a:xfrm>
            <a:off x="2918765" y="5737403"/>
            <a:ext cx="3392424" cy="384048"/>
          </a:xfrm>
          <a:prstGeom prst="rect">
            <a:avLst/>
          </a:prstGeom>
          <a:noFill/>
          <a:ln/>
        </p:spPr>
        <p:txBody>
          <a:bodyPr wrap="square" lIns="0" tIns="0" rIns="0" bIns="0" rtlCol="0" anchor="ctr"/>
          <a:lstStyle/>
          <a:p>
            <a:r>
              <a:rPr lang="en-US" sz="1330" dirty="0">
                <a:solidFill>
                  <a:srgbClr val="1C2833"/>
                </a:solidFill>
              </a:rPr>
              <a:t>Plano, TX 75025</a:t>
            </a:r>
            <a:endParaRPr lang="en-US" sz="1330" dirty="0"/>
          </a:p>
        </p:txBody>
      </p:sp>
      <p:sp>
        <p:nvSpPr>
          <p:cNvPr id="30" name="Shape 28"/>
          <p:cNvSpPr/>
          <p:nvPr/>
        </p:nvSpPr>
        <p:spPr>
          <a:xfrm>
            <a:off x="448056" y="6121451"/>
            <a:ext cx="5824728" cy="6401"/>
          </a:xfrm>
          <a:prstGeom prst="rect">
            <a:avLst/>
          </a:prstGeom>
          <a:solidFill>
            <a:srgbClr val="D5D8DC"/>
          </a:solidFill>
          <a:ln/>
        </p:spPr>
        <p:txBody>
          <a:bodyPr/>
          <a:lstStyle/>
          <a:p>
            <a:endParaRPr lang="en-US" sz="2519"/>
          </a:p>
        </p:txBody>
      </p:sp>
      <p:sp>
        <p:nvSpPr>
          <p:cNvPr id="31" name="Text 29"/>
          <p:cNvSpPr/>
          <p:nvPr/>
        </p:nvSpPr>
        <p:spPr>
          <a:xfrm>
            <a:off x="537667" y="6223864"/>
            <a:ext cx="2304288" cy="384048"/>
          </a:xfrm>
          <a:prstGeom prst="rect">
            <a:avLst/>
          </a:prstGeom>
          <a:noFill/>
          <a:ln/>
        </p:spPr>
        <p:txBody>
          <a:bodyPr wrap="square" lIns="0" tIns="0" rIns="0" bIns="0" rtlCol="0" anchor="ctr"/>
          <a:lstStyle/>
          <a:p>
            <a:r>
              <a:rPr lang="en-US" sz="1330" b="1" dirty="0">
                <a:solidFill>
                  <a:srgbClr val="566573"/>
                </a:solidFill>
              </a:rPr>
              <a:t>Near</a:t>
            </a:r>
            <a:endParaRPr lang="en-US" sz="1330" dirty="0"/>
          </a:p>
        </p:txBody>
      </p:sp>
      <p:sp>
        <p:nvSpPr>
          <p:cNvPr id="32" name="Text 30"/>
          <p:cNvSpPr/>
          <p:nvPr/>
        </p:nvSpPr>
        <p:spPr>
          <a:xfrm>
            <a:off x="2918765" y="6223864"/>
            <a:ext cx="3392424" cy="384048"/>
          </a:xfrm>
          <a:prstGeom prst="rect">
            <a:avLst/>
          </a:prstGeom>
          <a:noFill/>
          <a:ln/>
        </p:spPr>
        <p:txBody>
          <a:bodyPr wrap="square" lIns="0" tIns="0" rIns="0" bIns="0" rtlCol="0" anchor="ctr"/>
          <a:lstStyle/>
          <a:p>
            <a:r>
              <a:rPr lang="en-US" sz="1330" dirty="0">
                <a:solidFill>
                  <a:srgbClr val="1C2833"/>
                </a:solidFill>
              </a:rPr>
              <a:t>Bob Woodruff Park</a:t>
            </a:r>
            <a:endParaRPr lang="en-US" sz="1330" dirty="0"/>
          </a:p>
        </p:txBody>
      </p:sp>
      <p:sp>
        <p:nvSpPr>
          <p:cNvPr id="33" name="Shape 31"/>
          <p:cNvSpPr/>
          <p:nvPr/>
        </p:nvSpPr>
        <p:spPr>
          <a:xfrm>
            <a:off x="448056" y="6607912"/>
            <a:ext cx="5824728" cy="6401"/>
          </a:xfrm>
          <a:prstGeom prst="rect">
            <a:avLst/>
          </a:prstGeom>
          <a:solidFill>
            <a:srgbClr val="D5D8DC"/>
          </a:solidFill>
          <a:ln/>
        </p:spPr>
        <p:txBody>
          <a:bodyPr/>
          <a:lstStyle/>
          <a:p>
            <a:endParaRPr lang="en-US" sz="2519"/>
          </a:p>
        </p:txBody>
      </p:sp>
      <p:sp>
        <p:nvSpPr>
          <p:cNvPr id="34" name="Text 32"/>
          <p:cNvSpPr/>
          <p:nvPr/>
        </p:nvSpPr>
        <p:spPr>
          <a:xfrm>
            <a:off x="537667" y="6710324"/>
            <a:ext cx="2304288" cy="384048"/>
          </a:xfrm>
          <a:prstGeom prst="rect">
            <a:avLst/>
          </a:prstGeom>
          <a:noFill/>
          <a:ln/>
        </p:spPr>
        <p:txBody>
          <a:bodyPr wrap="square" lIns="0" tIns="0" rIns="0" bIns="0" rtlCol="0" anchor="ctr"/>
          <a:lstStyle/>
          <a:p>
            <a:r>
              <a:rPr lang="en-US" sz="1330" b="1" dirty="0">
                <a:solidFill>
                  <a:srgbClr val="566573"/>
                </a:solidFill>
              </a:rPr>
              <a:t>Root Cause</a:t>
            </a:r>
            <a:endParaRPr lang="en-US" sz="1330" dirty="0"/>
          </a:p>
        </p:txBody>
      </p:sp>
      <p:sp>
        <p:nvSpPr>
          <p:cNvPr id="35" name="Text 33"/>
          <p:cNvSpPr/>
          <p:nvPr/>
        </p:nvSpPr>
        <p:spPr>
          <a:xfrm>
            <a:off x="2918765" y="6710324"/>
            <a:ext cx="3392424" cy="384048"/>
          </a:xfrm>
          <a:prstGeom prst="rect">
            <a:avLst/>
          </a:prstGeom>
          <a:noFill/>
          <a:ln/>
        </p:spPr>
        <p:txBody>
          <a:bodyPr wrap="square" lIns="0" tIns="0" rIns="0" bIns="0" rtlCol="0" anchor="ctr"/>
          <a:lstStyle/>
          <a:p>
            <a:r>
              <a:rPr lang="en-US" sz="1330" dirty="0">
                <a:solidFill>
                  <a:srgbClr val="1C2833"/>
                </a:solidFill>
              </a:rPr>
              <a:t>Hardware fault</a:t>
            </a:r>
            <a:endParaRPr lang="en-US" sz="1330" dirty="0"/>
          </a:p>
        </p:txBody>
      </p:sp>
      <p:sp>
        <p:nvSpPr>
          <p:cNvPr id="86" name="Text 34">
            <a:extLst>
              <a:ext uri="{FF2B5EF4-FFF2-40B4-BE49-F238E27FC236}">
                <a16:creationId xmlns:a16="http://schemas.microsoft.com/office/drawing/2014/main" id="{BDEB052F-E835-F4C3-F2F0-BA50C66D5F39}"/>
              </a:ext>
            </a:extLst>
          </p:cNvPr>
          <p:cNvSpPr/>
          <p:nvPr/>
        </p:nvSpPr>
        <p:spPr>
          <a:xfrm>
            <a:off x="6759245" y="1640891"/>
            <a:ext cx="5722315" cy="384048"/>
          </a:xfrm>
          <a:prstGeom prst="rect">
            <a:avLst/>
          </a:prstGeom>
          <a:noFill/>
          <a:ln/>
        </p:spPr>
        <p:txBody>
          <a:bodyPr wrap="square" lIns="0" tIns="0" rIns="0" bIns="0" rtlCol="0" anchor="ctr"/>
          <a:lstStyle/>
          <a:p>
            <a:r>
              <a:rPr lang="en-US" sz="1540" dirty="0"/>
              <a:t>Planner agent output</a:t>
            </a:r>
          </a:p>
        </p:txBody>
      </p:sp>
      <p:sp>
        <p:nvSpPr>
          <p:cNvPr id="87" name="Shape 35">
            <a:extLst>
              <a:ext uri="{FF2B5EF4-FFF2-40B4-BE49-F238E27FC236}">
                <a16:creationId xmlns:a16="http://schemas.microsoft.com/office/drawing/2014/main" id="{32970016-79D6-BE2A-8FEA-960A9284BEDA}"/>
              </a:ext>
            </a:extLst>
          </p:cNvPr>
          <p:cNvSpPr/>
          <p:nvPr/>
        </p:nvSpPr>
        <p:spPr>
          <a:xfrm>
            <a:off x="6759245" y="2178558"/>
            <a:ext cx="5722315" cy="640080"/>
          </a:xfrm>
          <a:prstGeom prst="rect">
            <a:avLst/>
          </a:prstGeom>
          <a:solidFill>
            <a:srgbClr val="FFFFFF"/>
          </a:solidFill>
          <a:ln w="7620">
            <a:solidFill>
              <a:srgbClr val="E0E0E0"/>
            </a:solidFill>
            <a:prstDash val="solid"/>
          </a:ln>
          <a:effectLst>
            <a:outerShdw blurRad="50800" dist="12700" dir="8100000" algn="bl" rotWithShape="0">
              <a:srgbClr val="000000">
                <a:alpha val="8000"/>
              </a:srgbClr>
            </a:outerShdw>
          </a:effectLst>
        </p:spPr>
        <p:txBody>
          <a:bodyPr/>
          <a:lstStyle/>
          <a:p>
            <a:endParaRPr lang="en-US" sz="2519"/>
          </a:p>
        </p:txBody>
      </p:sp>
      <p:sp>
        <p:nvSpPr>
          <p:cNvPr id="88" name="Shape 36">
            <a:extLst>
              <a:ext uri="{FF2B5EF4-FFF2-40B4-BE49-F238E27FC236}">
                <a16:creationId xmlns:a16="http://schemas.microsoft.com/office/drawing/2014/main" id="{A5F3DE15-BC7E-4B92-7A12-4F1F198F7CF7}"/>
              </a:ext>
            </a:extLst>
          </p:cNvPr>
          <p:cNvSpPr/>
          <p:nvPr/>
        </p:nvSpPr>
        <p:spPr>
          <a:xfrm>
            <a:off x="6759245" y="2178558"/>
            <a:ext cx="89611" cy="640080"/>
          </a:xfrm>
          <a:prstGeom prst="rect">
            <a:avLst/>
          </a:prstGeom>
          <a:solidFill>
            <a:srgbClr val="1A7A7A"/>
          </a:solidFill>
          <a:ln/>
        </p:spPr>
        <p:txBody>
          <a:bodyPr/>
          <a:lstStyle/>
          <a:p>
            <a:endParaRPr lang="en-US" sz="2519"/>
          </a:p>
        </p:txBody>
      </p:sp>
      <p:sp>
        <p:nvSpPr>
          <p:cNvPr id="89" name="Text 37">
            <a:extLst>
              <a:ext uri="{FF2B5EF4-FFF2-40B4-BE49-F238E27FC236}">
                <a16:creationId xmlns:a16="http://schemas.microsoft.com/office/drawing/2014/main" id="{F13F7AD8-3BB4-F94F-A5D9-331D1020CECE}"/>
              </a:ext>
            </a:extLst>
          </p:cNvPr>
          <p:cNvSpPr/>
          <p:nvPr/>
        </p:nvSpPr>
        <p:spPr>
          <a:xfrm>
            <a:off x="6964070" y="2229764"/>
            <a:ext cx="1728216" cy="256032"/>
          </a:xfrm>
          <a:prstGeom prst="rect">
            <a:avLst/>
          </a:prstGeom>
          <a:noFill/>
          <a:ln/>
        </p:spPr>
        <p:txBody>
          <a:bodyPr wrap="square" lIns="0" tIns="0" rIns="0" bIns="0" rtlCol="0" anchor="ctr"/>
          <a:lstStyle/>
          <a:p>
            <a:r>
              <a:rPr lang="en-US" sz="1190" b="1" dirty="0">
                <a:solidFill>
                  <a:srgbClr val="1A7A7A"/>
                </a:solidFill>
              </a:rPr>
              <a:t>Outage type</a:t>
            </a:r>
            <a:endParaRPr lang="en-US" sz="1190" dirty="0"/>
          </a:p>
        </p:txBody>
      </p:sp>
      <p:sp>
        <p:nvSpPr>
          <p:cNvPr id="90" name="Text 38">
            <a:extLst>
              <a:ext uri="{FF2B5EF4-FFF2-40B4-BE49-F238E27FC236}">
                <a16:creationId xmlns:a16="http://schemas.microsoft.com/office/drawing/2014/main" id="{95A7E398-67C6-4F25-D87E-845F9BAE5CE1}"/>
              </a:ext>
            </a:extLst>
          </p:cNvPr>
          <p:cNvSpPr/>
          <p:nvPr/>
        </p:nvSpPr>
        <p:spPr>
          <a:xfrm>
            <a:off x="6964070" y="2485797"/>
            <a:ext cx="5351069" cy="281635"/>
          </a:xfrm>
          <a:prstGeom prst="rect">
            <a:avLst/>
          </a:prstGeom>
          <a:noFill/>
          <a:ln/>
        </p:spPr>
        <p:txBody>
          <a:bodyPr wrap="square" lIns="0" tIns="0" rIns="0" bIns="0" rtlCol="0" anchor="ctr"/>
          <a:lstStyle/>
          <a:p>
            <a:r>
              <a:rPr lang="en-US" sz="1260" dirty="0">
                <a:solidFill>
                  <a:srgbClr val="1C2833"/>
                </a:solidFill>
              </a:rPr>
              <a:t>Partial — S1 remains active; S0 and S2 are fully down</a:t>
            </a:r>
            <a:endParaRPr lang="en-US" sz="1260" dirty="0"/>
          </a:p>
        </p:txBody>
      </p:sp>
      <p:sp>
        <p:nvSpPr>
          <p:cNvPr id="91" name="Shape 39">
            <a:extLst>
              <a:ext uri="{FF2B5EF4-FFF2-40B4-BE49-F238E27FC236}">
                <a16:creationId xmlns:a16="http://schemas.microsoft.com/office/drawing/2014/main" id="{3A002A40-E32C-6CF7-2E0D-7C7BC0EF43B5}"/>
              </a:ext>
            </a:extLst>
          </p:cNvPr>
          <p:cNvSpPr/>
          <p:nvPr/>
        </p:nvSpPr>
        <p:spPr>
          <a:xfrm>
            <a:off x="6759245" y="2921051"/>
            <a:ext cx="5722315" cy="640080"/>
          </a:xfrm>
          <a:prstGeom prst="rect">
            <a:avLst/>
          </a:prstGeom>
          <a:solidFill>
            <a:srgbClr val="FFFFFF"/>
          </a:solidFill>
          <a:ln w="7620">
            <a:solidFill>
              <a:srgbClr val="E0E0E0"/>
            </a:solidFill>
            <a:prstDash val="solid"/>
          </a:ln>
          <a:effectLst>
            <a:outerShdw blurRad="50800" dist="12700" dir="8100000" algn="bl" rotWithShape="0">
              <a:srgbClr val="000000">
                <a:alpha val="8000"/>
              </a:srgbClr>
            </a:outerShdw>
          </a:effectLst>
        </p:spPr>
        <p:txBody>
          <a:bodyPr/>
          <a:lstStyle/>
          <a:p>
            <a:endParaRPr lang="en-US" sz="2519"/>
          </a:p>
        </p:txBody>
      </p:sp>
      <p:sp>
        <p:nvSpPr>
          <p:cNvPr id="92" name="Shape 40">
            <a:extLst>
              <a:ext uri="{FF2B5EF4-FFF2-40B4-BE49-F238E27FC236}">
                <a16:creationId xmlns:a16="http://schemas.microsoft.com/office/drawing/2014/main" id="{580AD472-F297-524F-8511-903ED833B8BC}"/>
              </a:ext>
            </a:extLst>
          </p:cNvPr>
          <p:cNvSpPr/>
          <p:nvPr/>
        </p:nvSpPr>
        <p:spPr>
          <a:xfrm>
            <a:off x="6759245" y="2921051"/>
            <a:ext cx="89611" cy="640080"/>
          </a:xfrm>
          <a:prstGeom prst="rect">
            <a:avLst/>
          </a:prstGeom>
          <a:solidFill>
            <a:srgbClr val="1A7A7A"/>
          </a:solidFill>
          <a:ln/>
        </p:spPr>
        <p:txBody>
          <a:bodyPr/>
          <a:lstStyle/>
          <a:p>
            <a:endParaRPr lang="en-US" sz="2519"/>
          </a:p>
        </p:txBody>
      </p:sp>
      <p:sp>
        <p:nvSpPr>
          <p:cNvPr id="93" name="Text 41">
            <a:extLst>
              <a:ext uri="{FF2B5EF4-FFF2-40B4-BE49-F238E27FC236}">
                <a16:creationId xmlns:a16="http://schemas.microsoft.com/office/drawing/2014/main" id="{EF89FC46-3CEE-CC8C-CE14-AFC2413D0701}"/>
              </a:ext>
            </a:extLst>
          </p:cNvPr>
          <p:cNvSpPr/>
          <p:nvPr/>
        </p:nvSpPr>
        <p:spPr>
          <a:xfrm>
            <a:off x="6964070" y="2972257"/>
            <a:ext cx="1728216" cy="256032"/>
          </a:xfrm>
          <a:prstGeom prst="rect">
            <a:avLst/>
          </a:prstGeom>
          <a:noFill/>
          <a:ln/>
        </p:spPr>
        <p:txBody>
          <a:bodyPr wrap="square" lIns="0" tIns="0" rIns="0" bIns="0" rtlCol="0" anchor="ctr"/>
          <a:lstStyle/>
          <a:p>
            <a:r>
              <a:rPr lang="en-US" sz="1190" b="1" dirty="0">
                <a:solidFill>
                  <a:srgbClr val="1A7A7A"/>
                </a:solidFill>
              </a:rPr>
              <a:t>Duration</a:t>
            </a:r>
            <a:endParaRPr lang="en-US" sz="1190" dirty="0"/>
          </a:p>
        </p:txBody>
      </p:sp>
      <p:sp>
        <p:nvSpPr>
          <p:cNvPr id="94" name="Text 42">
            <a:extLst>
              <a:ext uri="{FF2B5EF4-FFF2-40B4-BE49-F238E27FC236}">
                <a16:creationId xmlns:a16="http://schemas.microsoft.com/office/drawing/2014/main" id="{40164BDC-26F1-7BFE-BF0B-C275A20B2D7D}"/>
              </a:ext>
            </a:extLst>
          </p:cNvPr>
          <p:cNvSpPr/>
          <p:nvPr/>
        </p:nvSpPr>
        <p:spPr>
          <a:xfrm>
            <a:off x="6964070" y="3228289"/>
            <a:ext cx="5351069" cy="281635"/>
          </a:xfrm>
          <a:prstGeom prst="rect">
            <a:avLst/>
          </a:prstGeom>
          <a:noFill/>
          <a:ln/>
        </p:spPr>
        <p:txBody>
          <a:bodyPr wrap="square" lIns="0" tIns="0" rIns="0" bIns="0" rtlCol="0" anchor="ctr"/>
          <a:lstStyle/>
          <a:p>
            <a:r>
              <a:rPr lang="en-US" sz="1260" dirty="0">
                <a:solidFill>
                  <a:srgbClr val="1C2833"/>
                </a:solidFill>
              </a:rPr>
              <a:t>10.46 hours, covering 4 peak hours (17:00–20:00 UTC)</a:t>
            </a:r>
            <a:endParaRPr lang="en-US" sz="1260" dirty="0"/>
          </a:p>
        </p:txBody>
      </p:sp>
      <p:sp>
        <p:nvSpPr>
          <p:cNvPr id="95" name="Shape 43">
            <a:extLst>
              <a:ext uri="{FF2B5EF4-FFF2-40B4-BE49-F238E27FC236}">
                <a16:creationId xmlns:a16="http://schemas.microsoft.com/office/drawing/2014/main" id="{1D92A4AA-5BA7-0127-2A85-BE0517F65F16}"/>
              </a:ext>
            </a:extLst>
          </p:cNvPr>
          <p:cNvSpPr/>
          <p:nvPr/>
        </p:nvSpPr>
        <p:spPr>
          <a:xfrm>
            <a:off x="6759245" y="3663544"/>
            <a:ext cx="5722315" cy="640080"/>
          </a:xfrm>
          <a:prstGeom prst="rect">
            <a:avLst/>
          </a:prstGeom>
          <a:solidFill>
            <a:srgbClr val="FFFFFF"/>
          </a:solidFill>
          <a:ln w="7620">
            <a:solidFill>
              <a:srgbClr val="E0E0E0"/>
            </a:solidFill>
            <a:prstDash val="solid"/>
          </a:ln>
          <a:effectLst>
            <a:outerShdw blurRad="50800" dist="12700" dir="8100000" algn="bl" rotWithShape="0">
              <a:srgbClr val="000000">
                <a:alpha val="8000"/>
              </a:srgbClr>
            </a:outerShdw>
          </a:effectLst>
        </p:spPr>
        <p:txBody>
          <a:bodyPr/>
          <a:lstStyle/>
          <a:p>
            <a:endParaRPr lang="en-US" sz="2519"/>
          </a:p>
        </p:txBody>
      </p:sp>
      <p:sp>
        <p:nvSpPr>
          <p:cNvPr id="96" name="Shape 44">
            <a:extLst>
              <a:ext uri="{FF2B5EF4-FFF2-40B4-BE49-F238E27FC236}">
                <a16:creationId xmlns:a16="http://schemas.microsoft.com/office/drawing/2014/main" id="{3FA443EE-703C-23DD-A237-F12FCE3A12BF}"/>
              </a:ext>
            </a:extLst>
          </p:cNvPr>
          <p:cNvSpPr/>
          <p:nvPr/>
        </p:nvSpPr>
        <p:spPr>
          <a:xfrm>
            <a:off x="6759245" y="3663544"/>
            <a:ext cx="89611" cy="640080"/>
          </a:xfrm>
          <a:prstGeom prst="rect">
            <a:avLst/>
          </a:prstGeom>
          <a:solidFill>
            <a:srgbClr val="1A7A7A"/>
          </a:solidFill>
          <a:ln/>
        </p:spPr>
        <p:txBody>
          <a:bodyPr/>
          <a:lstStyle/>
          <a:p>
            <a:endParaRPr lang="en-US" sz="2519"/>
          </a:p>
        </p:txBody>
      </p:sp>
      <p:sp>
        <p:nvSpPr>
          <p:cNvPr id="97" name="Text 45">
            <a:extLst>
              <a:ext uri="{FF2B5EF4-FFF2-40B4-BE49-F238E27FC236}">
                <a16:creationId xmlns:a16="http://schemas.microsoft.com/office/drawing/2014/main" id="{8871B67D-C15C-5801-9E16-D08CC64C132C}"/>
              </a:ext>
            </a:extLst>
          </p:cNvPr>
          <p:cNvSpPr/>
          <p:nvPr/>
        </p:nvSpPr>
        <p:spPr>
          <a:xfrm>
            <a:off x="6964070" y="3714750"/>
            <a:ext cx="2181480" cy="256032"/>
          </a:xfrm>
          <a:prstGeom prst="rect">
            <a:avLst/>
          </a:prstGeom>
          <a:noFill/>
          <a:ln/>
        </p:spPr>
        <p:txBody>
          <a:bodyPr wrap="square" lIns="0" tIns="0" rIns="0" bIns="0" rtlCol="0" anchor="ctr"/>
          <a:lstStyle/>
          <a:p>
            <a:r>
              <a:rPr lang="en-US" sz="1190" b="1" dirty="0">
                <a:solidFill>
                  <a:srgbClr val="1A7A7A"/>
                </a:solidFill>
              </a:rPr>
              <a:t>Peak hours within window</a:t>
            </a:r>
          </a:p>
        </p:txBody>
      </p:sp>
      <p:sp>
        <p:nvSpPr>
          <p:cNvPr id="98" name="Text 46">
            <a:extLst>
              <a:ext uri="{FF2B5EF4-FFF2-40B4-BE49-F238E27FC236}">
                <a16:creationId xmlns:a16="http://schemas.microsoft.com/office/drawing/2014/main" id="{3C87CE64-D983-C884-0235-2F545F3D6C56}"/>
              </a:ext>
            </a:extLst>
          </p:cNvPr>
          <p:cNvSpPr/>
          <p:nvPr/>
        </p:nvSpPr>
        <p:spPr>
          <a:xfrm>
            <a:off x="6964070" y="3970782"/>
            <a:ext cx="5351069" cy="281635"/>
          </a:xfrm>
          <a:prstGeom prst="rect">
            <a:avLst/>
          </a:prstGeom>
          <a:noFill/>
          <a:ln/>
        </p:spPr>
        <p:txBody>
          <a:bodyPr wrap="square" lIns="0" tIns="0" rIns="0" bIns="0" rtlCol="0" anchor="ctr"/>
          <a:lstStyle/>
          <a:p>
            <a:r>
              <a:rPr lang="en-US" sz="1260" dirty="0">
                <a:solidFill>
                  <a:srgbClr val="1C2833"/>
                </a:solidFill>
              </a:rPr>
              <a:t>“17:00", "18:00", "19:00", "20:00"</a:t>
            </a:r>
          </a:p>
        </p:txBody>
      </p:sp>
      <p:sp>
        <p:nvSpPr>
          <p:cNvPr id="99" name="Shape 47">
            <a:extLst>
              <a:ext uri="{FF2B5EF4-FFF2-40B4-BE49-F238E27FC236}">
                <a16:creationId xmlns:a16="http://schemas.microsoft.com/office/drawing/2014/main" id="{43CB5F86-1F27-C7FE-C678-FDB16B4C78CE}"/>
              </a:ext>
            </a:extLst>
          </p:cNvPr>
          <p:cNvSpPr/>
          <p:nvPr/>
        </p:nvSpPr>
        <p:spPr>
          <a:xfrm>
            <a:off x="6759245" y="4406036"/>
            <a:ext cx="5722315" cy="640080"/>
          </a:xfrm>
          <a:prstGeom prst="rect">
            <a:avLst/>
          </a:prstGeom>
          <a:solidFill>
            <a:srgbClr val="FFFFFF"/>
          </a:solidFill>
          <a:ln w="7620">
            <a:solidFill>
              <a:srgbClr val="E0E0E0"/>
            </a:solidFill>
            <a:prstDash val="solid"/>
          </a:ln>
          <a:effectLst>
            <a:outerShdw blurRad="50800" dist="12700" dir="8100000" algn="bl" rotWithShape="0">
              <a:srgbClr val="000000">
                <a:alpha val="8000"/>
              </a:srgbClr>
            </a:outerShdw>
          </a:effectLst>
        </p:spPr>
        <p:txBody>
          <a:bodyPr/>
          <a:lstStyle/>
          <a:p>
            <a:endParaRPr lang="en-US" sz="2519"/>
          </a:p>
        </p:txBody>
      </p:sp>
      <p:sp>
        <p:nvSpPr>
          <p:cNvPr id="100" name="Shape 48">
            <a:extLst>
              <a:ext uri="{FF2B5EF4-FFF2-40B4-BE49-F238E27FC236}">
                <a16:creationId xmlns:a16="http://schemas.microsoft.com/office/drawing/2014/main" id="{AAE9B228-1BB7-0BB9-8172-4446A3D6C73A}"/>
              </a:ext>
            </a:extLst>
          </p:cNvPr>
          <p:cNvSpPr/>
          <p:nvPr/>
        </p:nvSpPr>
        <p:spPr>
          <a:xfrm>
            <a:off x="6759245" y="4406036"/>
            <a:ext cx="89611" cy="640080"/>
          </a:xfrm>
          <a:prstGeom prst="rect">
            <a:avLst/>
          </a:prstGeom>
          <a:solidFill>
            <a:srgbClr val="1A7A7A"/>
          </a:solidFill>
          <a:ln/>
        </p:spPr>
        <p:txBody>
          <a:bodyPr/>
          <a:lstStyle/>
          <a:p>
            <a:endParaRPr lang="en-US" sz="2519"/>
          </a:p>
        </p:txBody>
      </p:sp>
      <p:sp>
        <p:nvSpPr>
          <p:cNvPr id="101" name="Text 49">
            <a:extLst>
              <a:ext uri="{FF2B5EF4-FFF2-40B4-BE49-F238E27FC236}">
                <a16:creationId xmlns:a16="http://schemas.microsoft.com/office/drawing/2014/main" id="{F5685952-E392-E2D4-2B0E-6E75581F2F65}"/>
              </a:ext>
            </a:extLst>
          </p:cNvPr>
          <p:cNvSpPr/>
          <p:nvPr/>
        </p:nvSpPr>
        <p:spPr>
          <a:xfrm>
            <a:off x="6964070" y="4457243"/>
            <a:ext cx="1728216" cy="256032"/>
          </a:xfrm>
          <a:prstGeom prst="rect">
            <a:avLst/>
          </a:prstGeom>
          <a:noFill/>
          <a:ln/>
        </p:spPr>
        <p:txBody>
          <a:bodyPr wrap="square" lIns="0" tIns="0" rIns="0" bIns="0" rtlCol="0" anchor="ctr"/>
          <a:lstStyle/>
          <a:p>
            <a:r>
              <a:rPr lang="en-US" altLang="zh-CN" sz="1190" b="1" dirty="0">
                <a:solidFill>
                  <a:srgbClr val="1A7A7A"/>
                </a:solidFill>
              </a:rPr>
              <a:t>Land use</a:t>
            </a:r>
            <a:endParaRPr lang="en-US" sz="1190" dirty="0"/>
          </a:p>
        </p:txBody>
      </p:sp>
      <p:sp>
        <p:nvSpPr>
          <p:cNvPr id="102" name="Text 50">
            <a:extLst>
              <a:ext uri="{FF2B5EF4-FFF2-40B4-BE49-F238E27FC236}">
                <a16:creationId xmlns:a16="http://schemas.microsoft.com/office/drawing/2014/main" id="{0BDCEE53-8E7F-2269-D698-D987FC65EAB3}"/>
              </a:ext>
            </a:extLst>
          </p:cNvPr>
          <p:cNvSpPr/>
          <p:nvPr/>
        </p:nvSpPr>
        <p:spPr>
          <a:xfrm>
            <a:off x="6964070" y="4713275"/>
            <a:ext cx="5351069" cy="281635"/>
          </a:xfrm>
          <a:prstGeom prst="rect">
            <a:avLst/>
          </a:prstGeom>
          <a:noFill/>
          <a:ln/>
        </p:spPr>
        <p:txBody>
          <a:bodyPr wrap="square" lIns="0" tIns="0" rIns="0" bIns="0" rtlCol="0" anchor="ctr"/>
          <a:lstStyle/>
          <a:p>
            <a:r>
              <a:rPr lang="en-US" sz="1260" dirty="0">
                <a:solidFill>
                  <a:srgbClr val="1C2833"/>
                </a:solidFill>
              </a:rPr>
              <a:t>No school, commercial, railway</a:t>
            </a:r>
            <a:endParaRPr lang="en-US" sz="12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793699"/>
          </a:xfrm>
          <a:prstGeom prst="rect">
            <a:avLst/>
          </a:prstGeom>
          <a:solidFill>
            <a:srgbClr val="1A5F6D"/>
          </a:solidFill>
          <a:ln/>
        </p:spPr>
        <p:txBody>
          <a:bodyPr/>
          <a:lstStyle/>
          <a:p>
            <a:endParaRPr lang="en-US" sz="2519"/>
          </a:p>
        </p:txBody>
      </p:sp>
      <p:sp>
        <p:nvSpPr>
          <p:cNvPr id="3" name="Text 1"/>
          <p:cNvSpPr/>
          <p:nvPr/>
        </p:nvSpPr>
        <p:spPr>
          <a:xfrm>
            <a:off x="384048" y="514350"/>
            <a:ext cx="12033504" cy="793699"/>
          </a:xfrm>
          <a:prstGeom prst="rect">
            <a:avLst/>
          </a:prstGeom>
          <a:noFill/>
          <a:ln/>
        </p:spPr>
        <p:txBody>
          <a:bodyPr wrap="square" lIns="0" tIns="0" rIns="0" bIns="0" rtlCol="0" anchor="ctr"/>
          <a:lstStyle/>
          <a:p>
            <a:r>
              <a:rPr lang="en-US" sz="2940" b="1" dirty="0">
                <a:solidFill>
                  <a:srgbClr val="FFFFFF"/>
                </a:solidFill>
              </a:rPr>
              <a:t>Demo — Coverage &amp; KPI Results  (TKT-2026-04-17-0002)</a:t>
            </a:r>
            <a:endParaRPr lang="en-US" sz="2940" dirty="0"/>
          </a:p>
        </p:txBody>
      </p:sp>
      <p:sp>
        <p:nvSpPr>
          <p:cNvPr id="4" name="Shape 2"/>
          <p:cNvSpPr/>
          <p:nvPr/>
        </p:nvSpPr>
        <p:spPr>
          <a:xfrm>
            <a:off x="256032" y="1474470"/>
            <a:ext cx="5952744" cy="5952744"/>
          </a:xfrm>
          <a:prstGeom prst="rect">
            <a:avLst/>
          </a:prstGeom>
          <a:solidFill>
            <a:srgbClr val="FAFFFE"/>
          </a:solidFill>
          <a:ln w="12700">
            <a:solidFill>
              <a:srgbClr val="1A7A7A"/>
            </a:solidFill>
            <a:prstDash val="solid"/>
          </a:ln>
        </p:spPr>
        <p:txBody>
          <a:bodyPr/>
          <a:lstStyle/>
          <a:p>
            <a:endParaRPr lang="en-US" sz="2519"/>
          </a:p>
        </p:txBody>
      </p:sp>
      <p:sp>
        <p:nvSpPr>
          <p:cNvPr id="5" name="Shape 3"/>
          <p:cNvSpPr/>
          <p:nvPr/>
        </p:nvSpPr>
        <p:spPr>
          <a:xfrm>
            <a:off x="256032" y="1474470"/>
            <a:ext cx="5952744" cy="486461"/>
          </a:xfrm>
          <a:prstGeom prst="rect">
            <a:avLst/>
          </a:prstGeom>
          <a:solidFill>
            <a:srgbClr val="1A7A7A"/>
          </a:solidFill>
          <a:ln/>
        </p:spPr>
        <p:txBody>
          <a:bodyPr/>
          <a:lstStyle/>
          <a:p>
            <a:endParaRPr lang="en-US" sz="2519"/>
          </a:p>
        </p:txBody>
      </p:sp>
      <p:sp>
        <p:nvSpPr>
          <p:cNvPr id="6" name="Text 4"/>
          <p:cNvSpPr/>
          <p:nvPr/>
        </p:nvSpPr>
        <p:spPr>
          <a:xfrm>
            <a:off x="384048" y="1474470"/>
            <a:ext cx="5696712" cy="486461"/>
          </a:xfrm>
          <a:prstGeom prst="rect">
            <a:avLst/>
          </a:prstGeom>
          <a:noFill/>
          <a:ln/>
        </p:spPr>
        <p:txBody>
          <a:bodyPr wrap="square" lIns="0" tIns="0" rIns="0" bIns="0" rtlCol="0" anchor="ctr"/>
          <a:lstStyle/>
          <a:p>
            <a:r>
              <a:rPr lang="en-US" sz="1680" b="1" dirty="0">
                <a:solidFill>
                  <a:srgbClr val="FFFFFF"/>
                </a:solidFill>
              </a:rPr>
              <a:t>Coverage Agent</a:t>
            </a:r>
            <a:endParaRPr lang="en-US" sz="1680" dirty="0"/>
          </a:p>
        </p:txBody>
      </p:sp>
      <p:sp>
        <p:nvSpPr>
          <p:cNvPr id="7" name="Shape 5"/>
          <p:cNvSpPr/>
          <p:nvPr/>
        </p:nvSpPr>
        <p:spPr>
          <a:xfrm>
            <a:off x="409651" y="2050542"/>
            <a:ext cx="2432304" cy="384048"/>
          </a:xfrm>
          <a:prstGeom prst="rect">
            <a:avLst/>
          </a:prstGeom>
          <a:solidFill>
            <a:srgbClr val="1E8449"/>
          </a:solidFill>
          <a:ln/>
        </p:spPr>
        <p:txBody>
          <a:bodyPr/>
          <a:lstStyle/>
          <a:p>
            <a:endParaRPr lang="en-US" sz="2519"/>
          </a:p>
        </p:txBody>
      </p:sp>
      <p:sp>
        <p:nvSpPr>
          <p:cNvPr id="8" name="Text 6"/>
          <p:cNvSpPr/>
          <p:nvPr/>
        </p:nvSpPr>
        <p:spPr>
          <a:xfrm>
            <a:off x="409651" y="2050542"/>
            <a:ext cx="2432304" cy="384048"/>
          </a:xfrm>
          <a:prstGeom prst="rect">
            <a:avLst/>
          </a:prstGeom>
          <a:noFill/>
          <a:ln/>
        </p:spPr>
        <p:txBody>
          <a:bodyPr wrap="square" lIns="0" tIns="0" rIns="0" bIns="0" rtlCol="0" anchor="ctr"/>
          <a:lstStyle/>
          <a:p>
            <a:pPr algn="ctr"/>
            <a:r>
              <a:rPr lang="en-US" sz="1260" b="1" dirty="0">
                <a:solidFill>
                  <a:srgbClr val="FFFFFF"/>
                </a:solidFill>
              </a:rPr>
              <a:t>✓  ADEQUATE</a:t>
            </a:r>
            <a:endParaRPr lang="en-US" sz="1260" dirty="0"/>
          </a:p>
        </p:txBody>
      </p:sp>
      <p:sp>
        <p:nvSpPr>
          <p:cNvPr id="9" name="Text 7"/>
          <p:cNvSpPr/>
          <p:nvPr/>
        </p:nvSpPr>
        <p:spPr>
          <a:xfrm>
            <a:off x="3008376" y="2076145"/>
            <a:ext cx="2944368" cy="332842"/>
          </a:xfrm>
          <a:prstGeom prst="rect">
            <a:avLst/>
          </a:prstGeom>
          <a:noFill/>
          <a:ln/>
        </p:spPr>
        <p:txBody>
          <a:bodyPr wrap="square" lIns="0" tIns="0" rIns="0" bIns="0" rtlCol="0" anchor="ctr"/>
          <a:lstStyle/>
          <a:p>
            <a:r>
              <a:rPr lang="en-US" sz="1190" i="1" dirty="0">
                <a:solidFill>
                  <a:srgbClr val="1A7A7A"/>
                </a:solidFill>
              </a:rPr>
              <a:t>Can users still get backup signal?</a:t>
            </a:r>
            <a:endParaRPr lang="en-US" sz="1190" dirty="0"/>
          </a:p>
        </p:txBody>
      </p:sp>
      <p:sp>
        <p:nvSpPr>
          <p:cNvPr id="10" name="Text 8"/>
          <p:cNvSpPr/>
          <p:nvPr/>
        </p:nvSpPr>
        <p:spPr>
          <a:xfrm>
            <a:off x="409651" y="2537003"/>
            <a:ext cx="1664208" cy="281635"/>
          </a:xfrm>
          <a:prstGeom prst="rect">
            <a:avLst/>
          </a:prstGeom>
          <a:noFill/>
          <a:ln/>
        </p:spPr>
        <p:txBody>
          <a:bodyPr wrap="square" lIns="0" tIns="0" rIns="0" bIns="0" rtlCol="0" anchor="ctr"/>
          <a:lstStyle/>
          <a:p>
            <a:r>
              <a:rPr lang="en-US" sz="1190" b="1" dirty="0">
                <a:solidFill>
                  <a:srgbClr val="1A7A7A"/>
                </a:solidFill>
              </a:rPr>
              <a:t>Evidence</a:t>
            </a:r>
            <a:endParaRPr lang="en-US" sz="1190" dirty="0"/>
          </a:p>
        </p:txBody>
      </p:sp>
      <p:sp>
        <p:nvSpPr>
          <p:cNvPr id="11" name="Text 9"/>
          <p:cNvSpPr/>
          <p:nvPr/>
        </p:nvSpPr>
        <p:spPr>
          <a:xfrm>
            <a:off x="409651" y="2818638"/>
            <a:ext cx="5632704" cy="563270"/>
          </a:xfrm>
          <a:prstGeom prst="rect">
            <a:avLst/>
          </a:prstGeom>
          <a:noFill/>
          <a:ln/>
        </p:spPr>
        <p:txBody>
          <a:bodyPr wrap="square" lIns="0" tIns="0" rIns="0" bIns="0" rtlCol="0" anchor="ctr"/>
          <a:lstStyle/>
          <a:p>
            <a:r>
              <a:rPr lang="en-US" sz="1260" dirty="0">
                <a:solidFill>
                  <a:srgbClr val="1C2833"/>
                </a:solidFill>
              </a:rPr>
              <a:t>preprocessing stats: hole_fraction=0.0238, all backup handover_quality=good, RSRP p50 above −68 dBm for all backups</a:t>
            </a:r>
            <a:endParaRPr lang="en-US" sz="1260" dirty="0"/>
          </a:p>
        </p:txBody>
      </p:sp>
      <p:sp>
        <p:nvSpPr>
          <p:cNvPr id="12" name="Shape 10"/>
          <p:cNvSpPr/>
          <p:nvPr/>
        </p:nvSpPr>
        <p:spPr>
          <a:xfrm>
            <a:off x="358445" y="3381908"/>
            <a:ext cx="5760720" cy="6401"/>
          </a:xfrm>
          <a:prstGeom prst="rect">
            <a:avLst/>
          </a:prstGeom>
          <a:solidFill>
            <a:srgbClr val="E5E8E8"/>
          </a:solidFill>
          <a:ln/>
        </p:spPr>
        <p:txBody>
          <a:bodyPr/>
          <a:lstStyle/>
          <a:p>
            <a:endParaRPr lang="en-US" sz="2519"/>
          </a:p>
        </p:txBody>
      </p:sp>
      <p:sp>
        <p:nvSpPr>
          <p:cNvPr id="13" name="Text 11"/>
          <p:cNvSpPr/>
          <p:nvPr/>
        </p:nvSpPr>
        <p:spPr>
          <a:xfrm>
            <a:off x="409651" y="3433115"/>
            <a:ext cx="1664208" cy="281635"/>
          </a:xfrm>
          <a:prstGeom prst="rect">
            <a:avLst/>
          </a:prstGeom>
          <a:noFill/>
          <a:ln/>
        </p:spPr>
        <p:txBody>
          <a:bodyPr wrap="square" lIns="0" tIns="0" rIns="0" bIns="0" rtlCol="0" anchor="ctr"/>
          <a:lstStyle/>
          <a:p>
            <a:r>
              <a:rPr lang="en-US" sz="1190" b="1" dirty="0">
                <a:solidFill>
                  <a:srgbClr val="1A7A7A"/>
                </a:solidFill>
              </a:rPr>
              <a:t>How answered</a:t>
            </a:r>
            <a:endParaRPr lang="en-US" sz="1190" dirty="0"/>
          </a:p>
        </p:txBody>
      </p:sp>
      <p:sp>
        <p:nvSpPr>
          <p:cNvPr id="14" name="Text 12"/>
          <p:cNvSpPr/>
          <p:nvPr/>
        </p:nvSpPr>
        <p:spPr>
          <a:xfrm>
            <a:off x="409651" y="3714750"/>
            <a:ext cx="5632704" cy="563270"/>
          </a:xfrm>
          <a:prstGeom prst="rect">
            <a:avLst/>
          </a:prstGeom>
          <a:noFill/>
          <a:ln/>
        </p:spPr>
        <p:txBody>
          <a:bodyPr wrap="square" lIns="0" tIns="0" rIns="0" bIns="0" rtlCol="0" anchor="ctr"/>
          <a:lstStyle/>
          <a:p>
            <a:r>
              <a:rPr lang="en-US" sz="1260" dirty="0">
                <a:solidFill>
                  <a:srgbClr val="1C2833"/>
                </a:solidFill>
              </a:rPr>
              <a:t>Evaluated failed sectors only (S0, S2). USID_25 primary backup for both S0 and S2 (rsrp_p50=−64.8 dBm, sinr=mostly_mild). No weak zones identified.</a:t>
            </a:r>
            <a:endParaRPr lang="en-US" sz="1260" dirty="0"/>
          </a:p>
        </p:txBody>
      </p:sp>
      <p:sp>
        <p:nvSpPr>
          <p:cNvPr id="15" name="Shape 13"/>
          <p:cNvSpPr/>
          <p:nvPr/>
        </p:nvSpPr>
        <p:spPr>
          <a:xfrm>
            <a:off x="358445" y="4278020"/>
            <a:ext cx="5760720" cy="6401"/>
          </a:xfrm>
          <a:prstGeom prst="rect">
            <a:avLst/>
          </a:prstGeom>
          <a:solidFill>
            <a:srgbClr val="E5E8E8"/>
          </a:solidFill>
          <a:ln/>
        </p:spPr>
        <p:txBody>
          <a:bodyPr/>
          <a:lstStyle/>
          <a:p>
            <a:endParaRPr lang="en-US" sz="2519"/>
          </a:p>
        </p:txBody>
      </p:sp>
      <p:sp>
        <p:nvSpPr>
          <p:cNvPr id="16" name="Text 14"/>
          <p:cNvSpPr/>
          <p:nvPr/>
        </p:nvSpPr>
        <p:spPr>
          <a:xfrm>
            <a:off x="409651" y="4329227"/>
            <a:ext cx="1664208" cy="281635"/>
          </a:xfrm>
          <a:prstGeom prst="rect">
            <a:avLst/>
          </a:prstGeom>
          <a:noFill/>
          <a:ln/>
        </p:spPr>
        <p:txBody>
          <a:bodyPr wrap="square" lIns="0" tIns="0" rIns="0" bIns="0" rtlCol="0" anchor="ctr"/>
          <a:lstStyle/>
          <a:p>
            <a:r>
              <a:rPr lang="en-US" sz="1190" b="1" dirty="0">
                <a:solidFill>
                  <a:srgbClr val="1A7A7A"/>
                </a:solidFill>
              </a:rPr>
              <a:t>Coverage hole</a:t>
            </a:r>
            <a:endParaRPr lang="en-US" sz="1190" dirty="0"/>
          </a:p>
        </p:txBody>
      </p:sp>
      <p:sp>
        <p:nvSpPr>
          <p:cNvPr id="17" name="Text 15"/>
          <p:cNvSpPr/>
          <p:nvPr/>
        </p:nvSpPr>
        <p:spPr>
          <a:xfrm>
            <a:off x="409651" y="4610862"/>
            <a:ext cx="5632704" cy="563270"/>
          </a:xfrm>
          <a:prstGeom prst="rect">
            <a:avLst/>
          </a:prstGeom>
          <a:noFill/>
          <a:ln/>
        </p:spPr>
        <p:txBody>
          <a:bodyPr wrap="square" lIns="0" tIns="0" rIns="0" bIns="0" rtlCol="0" anchor="ctr"/>
          <a:lstStyle/>
          <a:p>
            <a:r>
              <a:rPr lang="en-US" sz="1260" dirty="0">
                <a:solidFill>
                  <a:srgbClr val="1C2833"/>
                </a:solidFill>
              </a:rPr>
              <a:t>Single pixel at tower/park boundary — small and localized, not a broad service-loss region. Not a systemic gap.</a:t>
            </a:r>
            <a:endParaRPr lang="en-US" sz="1260" dirty="0"/>
          </a:p>
        </p:txBody>
      </p:sp>
      <p:sp>
        <p:nvSpPr>
          <p:cNvPr id="18" name="Shape 16"/>
          <p:cNvSpPr/>
          <p:nvPr/>
        </p:nvSpPr>
        <p:spPr>
          <a:xfrm>
            <a:off x="358445" y="5174132"/>
            <a:ext cx="5760720" cy="6401"/>
          </a:xfrm>
          <a:prstGeom prst="rect">
            <a:avLst/>
          </a:prstGeom>
          <a:solidFill>
            <a:srgbClr val="E5E8E8"/>
          </a:solidFill>
          <a:ln/>
        </p:spPr>
        <p:txBody>
          <a:bodyPr/>
          <a:lstStyle/>
          <a:p>
            <a:endParaRPr lang="en-US" sz="2519"/>
          </a:p>
        </p:txBody>
      </p:sp>
      <p:sp>
        <p:nvSpPr>
          <p:cNvPr id="19" name="Text 17"/>
          <p:cNvSpPr/>
          <p:nvPr/>
        </p:nvSpPr>
        <p:spPr>
          <a:xfrm>
            <a:off x="409651" y="5225339"/>
            <a:ext cx="1664208" cy="281635"/>
          </a:xfrm>
          <a:prstGeom prst="rect">
            <a:avLst/>
          </a:prstGeom>
          <a:noFill/>
          <a:ln/>
        </p:spPr>
        <p:txBody>
          <a:bodyPr wrap="square" lIns="0" tIns="0" rIns="0" bIns="0" rtlCol="0" anchor="ctr"/>
          <a:lstStyle/>
          <a:p>
            <a:r>
              <a:rPr lang="en-US" sz="1190" b="1" dirty="0">
                <a:solidFill>
                  <a:srgbClr val="1A7A7A"/>
                </a:solidFill>
              </a:rPr>
              <a:t>Spatial output</a:t>
            </a:r>
            <a:endParaRPr lang="en-US" sz="1190" dirty="0"/>
          </a:p>
        </p:txBody>
      </p:sp>
      <p:sp>
        <p:nvSpPr>
          <p:cNvPr id="20" name="Text 18"/>
          <p:cNvSpPr/>
          <p:nvPr/>
        </p:nvSpPr>
        <p:spPr>
          <a:xfrm>
            <a:off x="409651" y="5506974"/>
            <a:ext cx="5632704" cy="563270"/>
          </a:xfrm>
          <a:prstGeom prst="rect">
            <a:avLst/>
          </a:prstGeom>
          <a:noFill/>
          <a:ln/>
        </p:spPr>
        <p:txBody>
          <a:bodyPr wrap="square" lIns="0" tIns="0" rIns="0" bIns="0" rtlCol="0" anchor="ctr"/>
          <a:lstStyle/>
          <a:p>
            <a:r>
              <a:rPr lang="en-US" sz="1260" dirty="0">
                <a:solidFill>
                  <a:srgbClr val="1C2833"/>
                </a:solidFill>
              </a:rPr>
              <a:t>per_zone: S0 centroid (33.027, −96.694), S2 centroid (33.025, −96.696). Passed to Geo Agent for precise map targeting.</a:t>
            </a:r>
            <a:endParaRPr lang="en-US" sz="1260" dirty="0"/>
          </a:p>
        </p:txBody>
      </p:sp>
      <p:sp>
        <p:nvSpPr>
          <p:cNvPr id="21" name="Shape 19"/>
          <p:cNvSpPr/>
          <p:nvPr/>
        </p:nvSpPr>
        <p:spPr>
          <a:xfrm>
            <a:off x="358445" y="6070244"/>
            <a:ext cx="5760720" cy="6401"/>
          </a:xfrm>
          <a:prstGeom prst="rect">
            <a:avLst/>
          </a:prstGeom>
          <a:solidFill>
            <a:srgbClr val="E5E8E8"/>
          </a:solidFill>
          <a:ln/>
        </p:spPr>
        <p:txBody>
          <a:bodyPr/>
          <a:lstStyle/>
          <a:p>
            <a:endParaRPr lang="en-US" sz="2519"/>
          </a:p>
        </p:txBody>
      </p:sp>
      <p:sp>
        <p:nvSpPr>
          <p:cNvPr id="22" name="Text 20"/>
          <p:cNvSpPr/>
          <p:nvPr/>
        </p:nvSpPr>
        <p:spPr>
          <a:xfrm>
            <a:off x="409651" y="6121451"/>
            <a:ext cx="1664208" cy="281635"/>
          </a:xfrm>
          <a:prstGeom prst="rect">
            <a:avLst/>
          </a:prstGeom>
          <a:noFill/>
          <a:ln/>
        </p:spPr>
        <p:txBody>
          <a:bodyPr wrap="square" lIns="0" tIns="0" rIns="0" bIns="0" rtlCol="0" anchor="ctr"/>
          <a:lstStyle/>
          <a:p>
            <a:r>
              <a:rPr lang="en-US" sz="1190" b="1" dirty="0">
                <a:solidFill>
                  <a:srgbClr val="1A7A7A"/>
                </a:solidFill>
              </a:rPr>
              <a:t>Reasoning value</a:t>
            </a:r>
            <a:endParaRPr lang="en-US" sz="1190" dirty="0"/>
          </a:p>
        </p:txBody>
      </p:sp>
      <p:sp>
        <p:nvSpPr>
          <p:cNvPr id="23" name="Text 21"/>
          <p:cNvSpPr/>
          <p:nvPr/>
        </p:nvSpPr>
        <p:spPr>
          <a:xfrm>
            <a:off x="409651" y="6403086"/>
            <a:ext cx="5632704" cy="563270"/>
          </a:xfrm>
          <a:prstGeom prst="rect">
            <a:avLst/>
          </a:prstGeom>
          <a:noFill/>
          <a:ln/>
        </p:spPr>
        <p:txBody>
          <a:bodyPr wrap="square" lIns="0" tIns="0" rIns="0" bIns="0" rtlCol="0" anchor="ctr"/>
          <a:lstStyle/>
          <a:p>
            <a:r>
              <a:rPr lang="en-US" sz="1260" dirty="0">
                <a:solidFill>
                  <a:srgbClr val="1C2833"/>
                </a:solidFill>
              </a:rPr>
              <a:t>Visual RSRP map interpreted to describe signal spatial pattern per direction</a:t>
            </a:r>
            <a:endParaRPr lang="en-US" sz="1260" dirty="0"/>
          </a:p>
        </p:txBody>
      </p:sp>
      <p:sp>
        <p:nvSpPr>
          <p:cNvPr id="24" name="Shape 22"/>
          <p:cNvSpPr/>
          <p:nvPr/>
        </p:nvSpPr>
        <p:spPr>
          <a:xfrm>
            <a:off x="6592824" y="1474470"/>
            <a:ext cx="5952744" cy="5952744"/>
          </a:xfrm>
          <a:prstGeom prst="rect">
            <a:avLst/>
          </a:prstGeom>
          <a:solidFill>
            <a:srgbClr val="FFF5F5"/>
          </a:solidFill>
          <a:ln w="12700">
            <a:solidFill>
              <a:srgbClr val="C0392B"/>
            </a:solidFill>
            <a:prstDash val="solid"/>
          </a:ln>
        </p:spPr>
        <p:txBody>
          <a:bodyPr/>
          <a:lstStyle/>
          <a:p>
            <a:endParaRPr lang="en-US" sz="2519"/>
          </a:p>
        </p:txBody>
      </p:sp>
      <p:sp>
        <p:nvSpPr>
          <p:cNvPr id="25" name="Shape 23"/>
          <p:cNvSpPr/>
          <p:nvPr/>
        </p:nvSpPr>
        <p:spPr>
          <a:xfrm>
            <a:off x="6592824" y="1474470"/>
            <a:ext cx="5952744" cy="486461"/>
          </a:xfrm>
          <a:prstGeom prst="rect">
            <a:avLst/>
          </a:prstGeom>
          <a:solidFill>
            <a:srgbClr val="C0392B"/>
          </a:solidFill>
          <a:ln/>
        </p:spPr>
        <p:txBody>
          <a:bodyPr/>
          <a:lstStyle/>
          <a:p>
            <a:endParaRPr lang="en-US" sz="2519"/>
          </a:p>
        </p:txBody>
      </p:sp>
      <p:sp>
        <p:nvSpPr>
          <p:cNvPr id="26" name="Text 24"/>
          <p:cNvSpPr/>
          <p:nvPr/>
        </p:nvSpPr>
        <p:spPr>
          <a:xfrm>
            <a:off x="6720840" y="1474470"/>
            <a:ext cx="5696712" cy="486461"/>
          </a:xfrm>
          <a:prstGeom prst="rect">
            <a:avLst/>
          </a:prstGeom>
          <a:noFill/>
          <a:ln/>
        </p:spPr>
        <p:txBody>
          <a:bodyPr wrap="square" lIns="0" tIns="0" rIns="0" bIns="0" rtlCol="0" anchor="ctr"/>
          <a:lstStyle/>
          <a:p>
            <a:r>
              <a:rPr lang="en-US" sz="1680" b="1" dirty="0">
                <a:solidFill>
                  <a:srgbClr val="FFFFFF"/>
                </a:solidFill>
              </a:rPr>
              <a:t>KPI Agent</a:t>
            </a:r>
            <a:endParaRPr lang="en-US" sz="1680" dirty="0"/>
          </a:p>
        </p:txBody>
      </p:sp>
      <p:sp>
        <p:nvSpPr>
          <p:cNvPr id="29" name="Shape 27"/>
          <p:cNvSpPr/>
          <p:nvPr/>
        </p:nvSpPr>
        <p:spPr>
          <a:xfrm>
            <a:off x="6759245" y="2357780"/>
            <a:ext cx="5632704" cy="358445"/>
          </a:xfrm>
          <a:prstGeom prst="rect">
            <a:avLst/>
          </a:prstGeom>
          <a:solidFill>
            <a:srgbClr val="FEE2E2"/>
          </a:solidFill>
          <a:ln w="5080">
            <a:solidFill>
              <a:srgbClr val="C0392B"/>
            </a:solidFill>
            <a:prstDash val="solid"/>
          </a:ln>
        </p:spPr>
        <p:txBody>
          <a:bodyPr/>
          <a:lstStyle/>
          <a:p>
            <a:endParaRPr lang="en-US" sz="2519"/>
          </a:p>
        </p:txBody>
      </p:sp>
      <p:sp>
        <p:nvSpPr>
          <p:cNvPr id="30" name="Shape 28"/>
          <p:cNvSpPr/>
          <p:nvPr/>
        </p:nvSpPr>
        <p:spPr>
          <a:xfrm>
            <a:off x="6836054" y="2383384"/>
            <a:ext cx="1408176" cy="153619"/>
          </a:xfrm>
          <a:prstGeom prst="rect">
            <a:avLst/>
          </a:prstGeom>
          <a:solidFill>
            <a:srgbClr val="1A5F6D"/>
          </a:solidFill>
          <a:ln/>
        </p:spPr>
        <p:txBody>
          <a:bodyPr/>
          <a:lstStyle/>
          <a:p>
            <a:endParaRPr lang="en-US" sz="2519"/>
          </a:p>
        </p:txBody>
      </p:sp>
      <p:sp>
        <p:nvSpPr>
          <p:cNvPr id="31" name="Text 29"/>
          <p:cNvSpPr/>
          <p:nvPr/>
        </p:nvSpPr>
        <p:spPr>
          <a:xfrm>
            <a:off x="6836054" y="2383384"/>
            <a:ext cx="1408176" cy="153619"/>
          </a:xfrm>
          <a:prstGeom prst="rect">
            <a:avLst/>
          </a:prstGeom>
          <a:noFill/>
          <a:ln/>
        </p:spPr>
        <p:txBody>
          <a:bodyPr wrap="square" lIns="0" tIns="0" rIns="0" bIns="0" rtlCol="0" anchor="ctr"/>
          <a:lstStyle/>
          <a:p>
            <a:pPr algn="ctr"/>
            <a:r>
              <a:rPr lang="en-US" sz="980" b="1" dirty="0">
                <a:solidFill>
                  <a:srgbClr val="FFFFFF"/>
                </a:solidFill>
              </a:rPr>
              <a:t>BASE</a:t>
            </a:r>
            <a:endParaRPr lang="en-US" sz="980" dirty="0"/>
          </a:p>
        </p:txBody>
      </p:sp>
      <p:sp>
        <p:nvSpPr>
          <p:cNvPr id="32" name="Text 30"/>
          <p:cNvSpPr/>
          <p:nvPr/>
        </p:nvSpPr>
        <p:spPr>
          <a:xfrm>
            <a:off x="6836054" y="2562606"/>
            <a:ext cx="1408176" cy="128016"/>
          </a:xfrm>
          <a:prstGeom prst="rect">
            <a:avLst/>
          </a:prstGeom>
          <a:noFill/>
          <a:ln/>
        </p:spPr>
        <p:txBody>
          <a:bodyPr wrap="square" lIns="0" tIns="0" rIns="0" bIns="0" rtlCol="0" anchor="ctr"/>
          <a:lstStyle/>
          <a:p>
            <a:pPr algn="ctr"/>
            <a:r>
              <a:rPr lang="en-US" sz="980" b="1" dirty="0">
                <a:solidFill>
                  <a:srgbClr val="C0392B"/>
                </a:solidFill>
              </a:rPr>
              <a:t>high → critical</a:t>
            </a:r>
            <a:endParaRPr lang="en-US" sz="980" dirty="0"/>
          </a:p>
        </p:txBody>
      </p:sp>
      <p:sp>
        <p:nvSpPr>
          <p:cNvPr id="33" name="Shape 31"/>
          <p:cNvSpPr/>
          <p:nvPr/>
        </p:nvSpPr>
        <p:spPr>
          <a:xfrm>
            <a:off x="8730691" y="2383384"/>
            <a:ext cx="1408176" cy="153619"/>
          </a:xfrm>
          <a:prstGeom prst="rect">
            <a:avLst/>
          </a:prstGeom>
          <a:solidFill>
            <a:srgbClr val="1A5F6D"/>
          </a:solidFill>
          <a:ln/>
        </p:spPr>
        <p:txBody>
          <a:bodyPr/>
          <a:lstStyle/>
          <a:p>
            <a:endParaRPr lang="en-US" sz="2519"/>
          </a:p>
        </p:txBody>
      </p:sp>
      <p:sp>
        <p:nvSpPr>
          <p:cNvPr id="34" name="Text 32"/>
          <p:cNvSpPr/>
          <p:nvPr/>
        </p:nvSpPr>
        <p:spPr>
          <a:xfrm>
            <a:off x="8730691" y="2383384"/>
            <a:ext cx="1408176" cy="153619"/>
          </a:xfrm>
          <a:prstGeom prst="rect">
            <a:avLst/>
          </a:prstGeom>
          <a:noFill/>
          <a:ln/>
        </p:spPr>
        <p:txBody>
          <a:bodyPr wrap="square" lIns="0" tIns="0" rIns="0" bIns="0" rtlCol="0" anchor="ctr"/>
          <a:lstStyle/>
          <a:p>
            <a:pPr algn="ctr"/>
            <a:r>
              <a:rPr lang="en-US" sz="980" b="1" dirty="0">
                <a:solidFill>
                  <a:srgbClr val="FFFFFF"/>
                </a:solidFill>
              </a:rPr>
              <a:t>SUSTAINED</a:t>
            </a:r>
            <a:endParaRPr lang="en-US" sz="980" dirty="0"/>
          </a:p>
        </p:txBody>
      </p:sp>
      <p:sp>
        <p:nvSpPr>
          <p:cNvPr id="35" name="Text 33"/>
          <p:cNvSpPr/>
          <p:nvPr/>
        </p:nvSpPr>
        <p:spPr>
          <a:xfrm>
            <a:off x="8730691" y="2562606"/>
            <a:ext cx="1408176" cy="128016"/>
          </a:xfrm>
          <a:prstGeom prst="rect">
            <a:avLst/>
          </a:prstGeom>
          <a:noFill/>
          <a:ln/>
        </p:spPr>
        <p:txBody>
          <a:bodyPr wrap="square" lIns="0" tIns="0" rIns="0" bIns="0" rtlCol="0" anchor="ctr"/>
          <a:lstStyle/>
          <a:p>
            <a:pPr algn="ctr"/>
            <a:r>
              <a:rPr lang="en-US" sz="980" b="1" dirty="0">
                <a:solidFill>
                  <a:srgbClr val="C0392B"/>
                </a:solidFill>
              </a:rPr>
              <a:t>unsustainable</a:t>
            </a:r>
            <a:endParaRPr lang="en-US" sz="980" dirty="0"/>
          </a:p>
        </p:txBody>
      </p:sp>
      <p:sp>
        <p:nvSpPr>
          <p:cNvPr id="36" name="Shape 34"/>
          <p:cNvSpPr/>
          <p:nvPr/>
        </p:nvSpPr>
        <p:spPr>
          <a:xfrm>
            <a:off x="10625328" y="2383384"/>
            <a:ext cx="1408176" cy="153619"/>
          </a:xfrm>
          <a:prstGeom prst="rect">
            <a:avLst/>
          </a:prstGeom>
          <a:solidFill>
            <a:srgbClr val="1A5F6D"/>
          </a:solidFill>
          <a:ln/>
        </p:spPr>
        <p:txBody>
          <a:bodyPr/>
          <a:lstStyle/>
          <a:p>
            <a:endParaRPr lang="en-US" sz="2519"/>
          </a:p>
        </p:txBody>
      </p:sp>
      <p:sp>
        <p:nvSpPr>
          <p:cNvPr id="37" name="Text 35"/>
          <p:cNvSpPr/>
          <p:nvPr/>
        </p:nvSpPr>
        <p:spPr>
          <a:xfrm>
            <a:off x="10625328" y="2383384"/>
            <a:ext cx="1408176" cy="153619"/>
          </a:xfrm>
          <a:prstGeom prst="rect">
            <a:avLst/>
          </a:prstGeom>
          <a:noFill/>
          <a:ln/>
        </p:spPr>
        <p:txBody>
          <a:bodyPr wrap="square" lIns="0" tIns="0" rIns="0" bIns="0" rtlCol="0" anchor="ctr"/>
          <a:lstStyle/>
          <a:p>
            <a:pPr algn="ctr"/>
            <a:r>
              <a:rPr lang="en-US" sz="980" b="1" dirty="0">
                <a:solidFill>
                  <a:srgbClr val="FFFFFF"/>
                </a:solidFill>
              </a:rPr>
              <a:t>PEAK</a:t>
            </a:r>
            <a:endParaRPr lang="en-US" sz="980" dirty="0"/>
          </a:p>
        </p:txBody>
      </p:sp>
      <p:sp>
        <p:nvSpPr>
          <p:cNvPr id="38" name="Text 36"/>
          <p:cNvSpPr/>
          <p:nvPr/>
        </p:nvSpPr>
        <p:spPr>
          <a:xfrm>
            <a:off x="10625328" y="2562606"/>
            <a:ext cx="1408176" cy="128016"/>
          </a:xfrm>
          <a:prstGeom prst="rect">
            <a:avLst/>
          </a:prstGeom>
          <a:noFill/>
          <a:ln/>
        </p:spPr>
        <p:txBody>
          <a:bodyPr wrap="square" lIns="0" tIns="0" rIns="0" bIns="0" rtlCol="0" anchor="ctr"/>
          <a:lstStyle/>
          <a:p>
            <a:pPr algn="ctr"/>
            <a:r>
              <a:rPr lang="en-US" sz="980" b="1" dirty="0">
                <a:solidFill>
                  <a:srgbClr val="C0392B"/>
                </a:solidFill>
              </a:rPr>
              <a:t>critical</a:t>
            </a:r>
            <a:endParaRPr lang="en-US" sz="980" dirty="0"/>
          </a:p>
        </p:txBody>
      </p:sp>
      <p:sp>
        <p:nvSpPr>
          <p:cNvPr id="39" name="Shape 37"/>
          <p:cNvSpPr/>
          <p:nvPr/>
        </p:nvSpPr>
        <p:spPr>
          <a:xfrm>
            <a:off x="6759245" y="2869844"/>
            <a:ext cx="5632704" cy="1408176"/>
          </a:xfrm>
          <a:prstGeom prst="rect">
            <a:avLst/>
          </a:prstGeom>
          <a:solidFill>
            <a:srgbClr val="FFFFFF"/>
          </a:solidFill>
          <a:ln w="6350">
            <a:solidFill>
              <a:srgbClr val="FFCCCC"/>
            </a:solidFill>
            <a:prstDash val="solid"/>
          </a:ln>
        </p:spPr>
        <p:txBody>
          <a:bodyPr/>
          <a:lstStyle/>
          <a:p>
            <a:endParaRPr lang="en-US" sz="2519"/>
          </a:p>
        </p:txBody>
      </p:sp>
      <p:sp>
        <p:nvSpPr>
          <p:cNvPr id="40" name="Text 38"/>
          <p:cNvSpPr/>
          <p:nvPr/>
        </p:nvSpPr>
        <p:spPr>
          <a:xfrm>
            <a:off x="6861658" y="2921051"/>
            <a:ext cx="5376672" cy="281635"/>
          </a:xfrm>
          <a:prstGeom prst="rect">
            <a:avLst/>
          </a:prstGeom>
          <a:noFill/>
          <a:ln/>
        </p:spPr>
        <p:txBody>
          <a:bodyPr wrap="square" lIns="0" tIns="0" rIns="0" bIns="0" rtlCol="0" anchor="ctr"/>
          <a:lstStyle/>
          <a:p>
            <a:r>
              <a:rPr lang="en-US" sz="1190" b="1" dirty="0">
                <a:solidFill>
                  <a:srgbClr val="C0392B"/>
                </a:solidFill>
              </a:rPr>
              <a:t>Forecast selection (reasoning):</a:t>
            </a:r>
            <a:endParaRPr lang="en-US" sz="1190" dirty="0"/>
          </a:p>
        </p:txBody>
      </p:sp>
      <p:sp>
        <p:nvSpPr>
          <p:cNvPr id="41" name="Text 39"/>
          <p:cNvSpPr/>
          <p:nvPr/>
        </p:nvSpPr>
        <p:spPr>
          <a:xfrm>
            <a:off x="6880860" y="3113075"/>
            <a:ext cx="5376672" cy="1024128"/>
          </a:xfrm>
          <a:prstGeom prst="rect">
            <a:avLst/>
          </a:prstGeom>
          <a:noFill/>
          <a:ln/>
        </p:spPr>
        <p:txBody>
          <a:bodyPr wrap="square" lIns="0" tIns="0" rIns="0" bIns="0" rtlCol="0" anchor="ctr"/>
          <a:lstStyle/>
          <a:p>
            <a:r>
              <a:rPr lang="en-US" sz="1190" b="1" dirty="0">
                <a:solidFill>
                  <a:srgbClr val="1C2833"/>
                </a:solidFill>
              </a:rPr>
              <a:t>Base case: </a:t>
            </a:r>
            <a:r>
              <a:rPr lang="en-US" sz="1190" dirty="0">
                <a:solidFill>
                  <a:srgbClr val="1C2833"/>
                </a:solidFill>
              </a:rPr>
              <a:t>same_daytype_same_hour_mean → 144.68 Mbps  (weekday same-hour demand exceeds 60d mean)
</a:t>
            </a:r>
            <a:r>
              <a:rPr lang="en-US" sz="1190" b="1" dirty="0">
                <a:solidFill>
                  <a:srgbClr val="1C2833"/>
                </a:solidFill>
              </a:rPr>
              <a:t>Stress case: </a:t>
            </a:r>
            <a:r>
              <a:rPr lang="en-US" sz="1190" dirty="0">
                <a:solidFill>
                  <a:srgbClr val="1C2833"/>
                </a:solidFill>
              </a:rPr>
              <a:t>same_hour_60d_p90 → 171.89 Mbps  (outage overlaps peak hours)</a:t>
            </a:r>
            <a:endParaRPr lang="en-US" sz="1190" dirty="0"/>
          </a:p>
        </p:txBody>
      </p:sp>
      <p:sp>
        <p:nvSpPr>
          <p:cNvPr id="42" name="Shape 40"/>
          <p:cNvSpPr/>
          <p:nvPr/>
        </p:nvSpPr>
        <p:spPr>
          <a:xfrm>
            <a:off x="6759245" y="4380433"/>
            <a:ext cx="5632704" cy="1228954"/>
          </a:xfrm>
          <a:prstGeom prst="rect">
            <a:avLst/>
          </a:prstGeom>
          <a:solidFill>
            <a:srgbClr val="FFFFFF"/>
          </a:solidFill>
          <a:ln w="6350">
            <a:solidFill>
              <a:srgbClr val="FFCCCC"/>
            </a:solidFill>
            <a:prstDash val="solid"/>
          </a:ln>
        </p:spPr>
        <p:txBody>
          <a:bodyPr/>
          <a:lstStyle/>
          <a:p>
            <a:endParaRPr lang="en-US" sz="2519"/>
          </a:p>
        </p:txBody>
      </p:sp>
      <p:sp>
        <p:nvSpPr>
          <p:cNvPr id="43" name="Text 41"/>
          <p:cNvSpPr/>
          <p:nvPr/>
        </p:nvSpPr>
        <p:spPr>
          <a:xfrm>
            <a:off x="6861658" y="4431640"/>
            <a:ext cx="5376672" cy="281635"/>
          </a:xfrm>
          <a:prstGeom prst="rect">
            <a:avLst/>
          </a:prstGeom>
          <a:noFill/>
          <a:ln/>
        </p:spPr>
        <p:txBody>
          <a:bodyPr wrap="square" lIns="0" tIns="0" rIns="0" bIns="0" rtlCol="0" anchor="ctr"/>
          <a:lstStyle/>
          <a:p>
            <a:r>
              <a:rPr lang="en-US" sz="1190" b="1" dirty="0">
                <a:solidFill>
                  <a:srgbClr val="C0392B"/>
                </a:solidFill>
              </a:rPr>
              <a:t>Neighbor pressure:</a:t>
            </a:r>
            <a:endParaRPr lang="en-US" sz="1190" dirty="0"/>
          </a:p>
        </p:txBody>
      </p:sp>
      <p:sp>
        <p:nvSpPr>
          <p:cNvPr id="44" name="Text 42"/>
          <p:cNvSpPr/>
          <p:nvPr/>
        </p:nvSpPr>
        <p:spPr>
          <a:xfrm>
            <a:off x="6861658" y="4738878"/>
            <a:ext cx="1408176" cy="307238"/>
          </a:xfrm>
          <a:prstGeom prst="rect">
            <a:avLst/>
          </a:prstGeom>
          <a:noFill/>
          <a:ln/>
        </p:spPr>
        <p:txBody>
          <a:bodyPr wrap="square" lIns="0" tIns="0" rIns="0" bIns="0" rtlCol="0" anchor="ctr"/>
          <a:lstStyle/>
          <a:p>
            <a:r>
              <a:rPr lang="en-US" sz="1120" b="1" dirty="0">
                <a:solidFill>
                  <a:srgbClr val="1C2833"/>
                </a:solidFill>
              </a:rPr>
              <a:t>USID_01, 25:</a:t>
            </a:r>
            <a:endParaRPr lang="en-US" sz="1120" dirty="0"/>
          </a:p>
        </p:txBody>
      </p:sp>
      <p:sp>
        <p:nvSpPr>
          <p:cNvPr id="45" name="Text 43"/>
          <p:cNvSpPr/>
          <p:nvPr/>
        </p:nvSpPr>
        <p:spPr>
          <a:xfrm>
            <a:off x="8269834" y="4726077"/>
            <a:ext cx="1126541" cy="307238"/>
          </a:xfrm>
          <a:prstGeom prst="rect">
            <a:avLst/>
          </a:prstGeom>
          <a:noFill/>
          <a:ln/>
        </p:spPr>
        <p:txBody>
          <a:bodyPr wrap="square" lIns="0" tIns="0" rIns="0" bIns="0" rtlCol="0" anchor="ctr"/>
          <a:lstStyle/>
          <a:p>
            <a:r>
              <a:rPr lang="en-US" sz="1120" b="1" dirty="0">
                <a:solidFill>
                  <a:srgbClr val="C0392B"/>
                </a:solidFill>
              </a:rPr>
              <a:t>High</a:t>
            </a:r>
            <a:r>
              <a:rPr lang="en-US" altLang="zh-CN" sz="1120" b="1" dirty="0">
                <a:solidFill>
                  <a:srgbClr val="C0392B"/>
                </a:solidFill>
              </a:rPr>
              <a:t>,</a:t>
            </a:r>
            <a:r>
              <a:rPr lang="zh-CN" altLang="en-US" sz="1120" b="1" dirty="0">
                <a:solidFill>
                  <a:srgbClr val="C0392B"/>
                </a:solidFill>
              </a:rPr>
              <a:t> </a:t>
            </a:r>
            <a:r>
              <a:rPr lang="en-US" sz="1120" b="1" dirty="0">
                <a:solidFill>
                  <a:srgbClr val="C0392B"/>
                </a:solidFill>
              </a:rPr>
              <a:t>critical</a:t>
            </a:r>
            <a:endParaRPr lang="en-US" sz="1120" dirty="0"/>
          </a:p>
        </p:txBody>
      </p:sp>
      <p:sp>
        <p:nvSpPr>
          <p:cNvPr id="46" name="Text 44"/>
          <p:cNvSpPr/>
          <p:nvPr/>
        </p:nvSpPr>
        <p:spPr>
          <a:xfrm>
            <a:off x="6861658" y="5122926"/>
            <a:ext cx="1408176" cy="307238"/>
          </a:xfrm>
          <a:prstGeom prst="rect">
            <a:avLst/>
          </a:prstGeom>
          <a:noFill/>
          <a:ln/>
        </p:spPr>
        <p:txBody>
          <a:bodyPr wrap="square" lIns="0" tIns="0" rIns="0" bIns="0" rtlCol="0" anchor="ctr"/>
          <a:lstStyle/>
          <a:p>
            <a:r>
              <a:rPr lang="en-US" sz="1120" b="1" dirty="0">
                <a:solidFill>
                  <a:srgbClr val="1C2833"/>
                </a:solidFill>
              </a:rPr>
              <a:t>USID_43:</a:t>
            </a:r>
            <a:endParaRPr lang="en-US" sz="1120" dirty="0"/>
          </a:p>
        </p:txBody>
      </p:sp>
      <p:sp>
        <p:nvSpPr>
          <p:cNvPr id="47" name="Text 45"/>
          <p:cNvSpPr/>
          <p:nvPr/>
        </p:nvSpPr>
        <p:spPr>
          <a:xfrm>
            <a:off x="8269834" y="5122926"/>
            <a:ext cx="1088136" cy="307238"/>
          </a:xfrm>
          <a:prstGeom prst="rect">
            <a:avLst/>
          </a:prstGeom>
          <a:noFill/>
          <a:ln/>
        </p:spPr>
        <p:txBody>
          <a:bodyPr wrap="square" lIns="0" tIns="0" rIns="0" bIns="0" rtlCol="0" anchor="ctr"/>
          <a:lstStyle/>
          <a:p>
            <a:r>
              <a:rPr lang="en-US" sz="1120" b="1" dirty="0">
                <a:solidFill>
                  <a:srgbClr val="C0392B"/>
                </a:solidFill>
              </a:rPr>
              <a:t>High</a:t>
            </a:r>
            <a:r>
              <a:rPr lang="en-US" altLang="zh-CN" sz="1120" b="1" dirty="0">
                <a:solidFill>
                  <a:srgbClr val="C0392B"/>
                </a:solidFill>
              </a:rPr>
              <a:t>,</a:t>
            </a:r>
            <a:r>
              <a:rPr lang="en-US" sz="1120" b="1" dirty="0">
                <a:solidFill>
                  <a:srgbClr val="C0392B"/>
                </a:solidFill>
              </a:rPr>
              <a:t> high</a:t>
            </a:r>
            <a:endParaRPr lang="en-US" sz="1120" dirty="0"/>
          </a:p>
        </p:txBody>
      </p:sp>
      <p:sp>
        <p:nvSpPr>
          <p:cNvPr id="48" name="Text 46"/>
          <p:cNvSpPr/>
          <p:nvPr/>
        </p:nvSpPr>
        <p:spPr>
          <a:xfrm>
            <a:off x="9370771" y="4738878"/>
            <a:ext cx="1408176" cy="307238"/>
          </a:xfrm>
          <a:prstGeom prst="rect">
            <a:avLst/>
          </a:prstGeom>
          <a:noFill/>
          <a:ln/>
        </p:spPr>
        <p:txBody>
          <a:bodyPr wrap="square" lIns="0" tIns="0" rIns="0" bIns="0" rtlCol="0" anchor="ctr"/>
          <a:lstStyle/>
          <a:p>
            <a:r>
              <a:rPr lang="en-US" sz="1120" b="1" dirty="0">
                <a:solidFill>
                  <a:srgbClr val="1C2833"/>
                </a:solidFill>
              </a:rPr>
              <a:t>USID_29, 45:</a:t>
            </a:r>
            <a:endParaRPr lang="en-US" sz="1120" dirty="0"/>
          </a:p>
        </p:txBody>
      </p:sp>
      <p:sp>
        <p:nvSpPr>
          <p:cNvPr id="49" name="Text 47"/>
          <p:cNvSpPr/>
          <p:nvPr/>
        </p:nvSpPr>
        <p:spPr>
          <a:xfrm>
            <a:off x="10778947" y="4738878"/>
            <a:ext cx="1088136" cy="307238"/>
          </a:xfrm>
          <a:prstGeom prst="rect">
            <a:avLst/>
          </a:prstGeom>
          <a:noFill/>
          <a:ln/>
        </p:spPr>
        <p:txBody>
          <a:bodyPr wrap="square" lIns="0" tIns="0" rIns="0" bIns="0" rtlCol="0" anchor="ctr"/>
          <a:lstStyle/>
          <a:p>
            <a:r>
              <a:rPr lang="en-US" sz="1120" b="1" dirty="0">
                <a:solidFill>
                  <a:srgbClr val="D4AC0D"/>
                </a:solidFill>
              </a:rPr>
              <a:t>moderate  moderate</a:t>
            </a:r>
            <a:endParaRPr lang="en-US" sz="1120" dirty="0"/>
          </a:p>
        </p:txBody>
      </p:sp>
      <p:sp>
        <p:nvSpPr>
          <p:cNvPr id="50" name="Text 48"/>
          <p:cNvSpPr/>
          <p:nvPr/>
        </p:nvSpPr>
        <p:spPr>
          <a:xfrm>
            <a:off x="9370771" y="5122926"/>
            <a:ext cx="1408176" cy="307238"/>
          </a:xfrm>
          <a:prstGeom prst="rect">
            <a:avLst/>
          </a:prstGeom>
          <a:noFill/>
          <a:ln/>
        </p:spPr>
        <p:txBody>
          <a:bodyPr wrap="square" lIns="0" tIns="0" rIns="0" bIns="0" rtlCol="0" anchor="ctr"/>
          <a:lstStyle/>
          <a:p>
            <a:r>
              <a:rPr lang="en-US" sz="1120" b="1" dirty="0">
                <a:solidFill>
                  <a:srgbClr val="1C2833"/>
                </a:solidFill>
              </a:rPr>
              <a:t>USID_10:</a:t>
            </a:r>
            <a:endParaRPr lang="en-US" sz="1120" dirty="0"/>
          </a:p>
        </p:txBody>
      </p:sp>
      <p:sp>
        <p:nvSpPr>
          <p:cNvPr id="51" name="Text 49"/>
          <p:cNvSpPr/>
          <p:nvPr/>
        </p:nvSpPr>
        <p:spPr>
          <a:xfrm>
            <a:off x="10778947" y="5122926"/>
            <a:ext cx="1088136" cy="307238"/>
          </a:xfrm>
          <a:prstGeom prst="rect">
            <a:avLst/>
          </a:prstGeom>
          <a:noFill/>
          <a:ln/>
        </p:spPr>
        <p:txBody>
          <a:bodyPr wrap="square" lIns="0" tIns="0" rIns="0" bIns="0" rtlCol="0" anchor="ctr"/>
          <a:lstStyle/>
          <a:p>
            <a:r>
              <a:rPr lang="en-US" sz="1120" b="1" dirty="0">
                <a:solidFill>
                  <a:srgbClr val="1E8449"/>
                </a:solidFill>
              </a:rPr>
              <a:t>low  moderate</a:t>
            </a:r>
            <a:endParaRPr lang="en-US" sz="1120" dirty="0"/>
          </a:p>
        </p:txBody>
      </p:sp>
      <p:sp>
        <p:nvSpPr>
          <p:cNvPr id="52" name="Shape 50"/>
          <p:cNvSpPr/>
          <p:nvPr/>
        </p:nvSpPr>
        <p:spPr>
          <a:xfrm>
            <a:off x="6759245" y="5711800"/>
            <a:ext cx="5632704" cy="947318"/>
          </a:xfrm>
          <a:prstGeom prst="rect">
            <a:avLst/>
          </a:prstGeom>
          <a:solidFill>
            <a:srgbClr val="FFFFFF"/>
          </a:solidFill>
          <a:ln w="6350">
            <a:solidFill>
              <a:srgbClr val="FFCCCC"/>
            </a:solidFill>
            <a:prstDash val="solid"/>
          </a:ln>
        </p:spPr>
        <p:txBody>
          <a:bodyPr/>
          <a:lstStyle/>
          <a:p>
            <a:endParaRPr lang="en-US" sz="2519"/>
          </a:p>
        </p:txBody>
      </p:sp>
      <p:sp>
        <p:nvSpPr>
          <p:cNvPr id="53" name="Text 51"/>
          <p:cNvSpPr/>
          <p:nvPr/>
        </p:nvSpPr>
        <p:spPr>
          <a:xfrm>
            <a:off x="6861658" y="5763006"/>
            <a:ext cx="5376672" cy="844906"/>
          </a:xfrm>
          <a:prstGeom prst="rect">
            <a:avLst/>
          </a:prstGeom>
          <a:noFill/>
          <a:ln/>
        </p:spPr>
        <p:txBody>
          <a:bodyPr wrap="square" lIns="0" tIns="0" rIns="0" bIns="0" rtlCol="0" anchor="ctr"/>
          <a:lstStyle/>
          <a:p>
            <a:r>
              <a:rPr lang="en-US" sz="1190" b="1" dirty="0">
                <a:solidFill>
                  <a:srgbClr val="C0392B"/>
                </a:solidFill>
              </a:rPr>
              <a:t>Sustained: </a:t>
            </a:r>
            <a:r>
              <a:rPr lang="en-US" sz="1190" dirty="0">
                <a:solidFill>
                  <a:srgbClr val="1C2833"/>
                </a:solidFill>
              </a:rPr>
              <a:t>11/11 outage hours capacity</a:t>
            </a:r>
            <a:r>
              <a:rPr lang="zh-CN" altLang="en-US" sz="1190" dirty="0">
                <a:solidFill>
                  <a:srgbClr val="1C2833"/>
                </a:solidFill>
              </a:rPr>
              <a:t> </a:t>
            </a:r>
            <a:r>
              <a:rPr lang="en-US" altLang="zh-CN" sz="1190" dirty="0">
                <a:solidFill>
                  <a:srgbClr val="1C2833"/>
                </a:solidFill>
              </a:rPr>
              <a:t>risk</a:t>
            </a:r>
            <a:r>
              <a:rPr lang="en-US" sz="1190" dirty="0">
                <a:solidFill>
                  <a:srgbClr val="1C2833"/>
                </a:solidFill>
              </a:rPr>
              <a:t> in both base and stress — pressure never eases
</a:t>
            </a:r>
            <a:r>
              <a:rPr lang="en-US" sz="1190" b="1" dirty="0">
                <a:solidFill>
                  <a:srgbClr val="C0392B"/>
                </a:solidFill>
              </a:rPr>
              <a:t>Peak hours (17–20h): </a:t>
            </a:r>
            <a:r>
              <a:rPr lang="en-US" sz="1190" dirty="0">
                <a:solidFill>
                  <a:srgbClr val="1C2833"/>
                </a:solidFill>
              </a:rPr>
              <a:t>all four peak hours capacity</a:t>
            </a:r>
            <a:r>
              <a:rPr lang="zh-CN" altLang="en-US" sz="1190" dirty="0">
                <a:solidFill>
                  <a:srgbClr val="1C2833"/>
                </a:solidFill>
              </a:rPr>
              <a:t> </a:t>
            </a:r>
            <a:r>
              <a:rPr lang="en-US" altLang="zh-CN" sz="1190" dirty="0">
                <a:solidFill>
                  <a:srgbClr val="1C2833"/>
                </a:solidFill>
              </a:rPr>
              <a:t>risk</a:t>
            </a:r>
            <a:r>
              <a:rPr lang="en-US" sz="1190" dirty="0">
                <a:solidFill>
                  <a:srgbClr val="1C2833"/>
                </a:solidFill>
              </a:rPr>
              <a:t> → peak_hour_verdict = critical</a:t>
            </a:r>
            <a:endParaRPr lang="en-US" sz="1190" dirty="0"/>
          </a:p>
        </p:txBody>
      </p:sp>
      <p:sp>
        <p:nvSpPr>
          <p:cNvPr id="54" name="Shape 52"/>
          <p:cNvSpPr/>
          <p:nvPr/>
        </p:nvSpPr>
        <p:spPr>
          <a:xfrm>
            <a:off x="6759245" y="6735928"/>
            <a:ext cx="5632704" cy="486461"/>
          </a:xfrm>
          <a:prstGeom prst="rect">
            <a:avLst/>
          </a:prstGeom>
          <a:solidFill>
            <a:srgbClr val="FFF3CD"/>
          </a:solidFill>
          <a:ln w="6350">
            <a:solidFill>
              <a:srgbClr val="D4AC0D"/>
            </a:solidFill>
            <a:prstDash val="solid"/>
          </a:ln>
        </p:spPr>
        <p:txBody>
          <a:bodyPr/>
          <a:lstStyle/>
          <a:p>
            <a:endParaRPr lang="en-US" sz="2519"/>
          </a:p>
        </p:txBody>
      </p:sp>
      <p:sp>
        <p:nvSpPr>
          <p:cNvPr id="55" name="Text 53"/>
          <p:cNvSpPr/>
          <p:nvPr/>
        </p:nvSpPr>
        <p:spPr>
          <a:xfrm>
            <a:off x="6861658" y="6787134"/>
            <a:ext cx="5376672" cy="384048"/>
          </a:xfrm>
          <a:prstGeom prst="rect">
            <a:avLst/>
          </a:prstGeom>
          <a:noFill/>
          <a:ln/>
        </p:spPr>
        <p:txBody>
          <a:bodyPr wrap="square" lIns="0" tIns="0" rIns="0" bIns="0" rtlCol="0" anchor="ctr"/>
          <a:lstStyle/>
          <a:p>
            <a:r>
              <a:rPr lang="en-US" sz="1190" b="1" dirty="0">
                <a:solidFill>
                  <a:srgbClr val="D4AC0D"/>
                </a:solidFill>
              </a:rPr>
              <a:t>Key: </a:t>
            </a:r>
            <a:r>
              <a:rPr lang="en-US" sz="1190" dirty="0">
                <a:solidFill>
                  <a:srgbClr val="1C2833"/>
                </a:solidFill>
              </a:rPr>
              <a:t>This is a traffic pressure signal, not RF failure. Forecast uses historical analogs only — never outage-window neighbor data.</a:t>
            </a:r>
            <a:endParaRPr lang="en-US" sz="119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793699"/>
          </a:xfrm>
          <a:prstGeom prst="rect">
            <a:avLst/>
          </a:prstGeom>
          <a:solidFill>
            <a:srgbClr val="1A5F6D"/>
          </a:solidFill>
          <a:ln/>
        </p:spPr>
        <p:txBody>
          <a:bodyPr/>
          <a:lstStyle/>
          <a:p>
            <a:endParaRPr lang="en-US" sz="2519"/>
          </a:p>
        </p:txBody>
      </p:sp>
      <p:sp>
        <p:nvSpPr>
          <p:cNvPr id="3" name="Text 1"/>
          <p:cNvSpPr/>
          <p:nvPr/>
        </p:nvSpPr>
        <p:spPr>
          <a:xfrm>
            <a:off x="384048" y="514350"/>
            <a:ext cx="12033504" cy="793699"/>
          </a:xfrm>
          <a:prstGeom prst="rect">
            <a:avLst/>
          </a:prstGeom>
          <a:noFill/>
          <a:ln/>
        </p:spPr>
        <p:txBody>
          <a:bodyPr wrap="square" lIns="0" tIns="0" rIns="0" bIns="0" rtlCol="0" anchor="ctr"/>
          <a:lstStyle/>
          <a:p>
            <a:r>
              <a:rPr lang="en-US" sz="2940" b="1" dirty="0">
                <a:solidFill>
                  <a:srgbClr val="FFFFFF"/>
                </a:solidFill>
              </a:rPr>
              <a:t>Demo — Config, Geo &amp; Final Assessment  (TKT-2026-04-17-0002)</a:t>
            </a:r>
            <a:endParaRPr lang="en-US" sz="2940" dirty="0"/>
          </a:p>
        </p:txBody>
      </p:sp>
      <p:sp>
        <p:nvSpPr>
          <p:cNvPr id="4" name="Shape 2"/>
          <p:cNvSpPr/>
          <p:nvPr/>
        </p:nvSpPr>
        <p:spPr>
          <a:xfrm>
            <a:off x="256032" y="1474470"/>
            <a:ext cx="3776472" cy="5952744"/>
          </a:xfrm>
          <a:prstGeom prst="rect">
            <a:avLst/>
          </a:prstGeom>
          <a:solidFill>
            <a:srgbClr val="FCF3FF"/>
          </a:solidFill>
          <a:ln w="10160">
            <a:solidFill>
              <a:srgbClr val="6C3483"/>
            </a:solidFill>
            <a:prstDash val="solid"/>
          </a:ln>
        </p:spPr>
        <p:txBody>
          <a:bodyPr/>
          <a:lstStyle/>
          <a:p>
            <a:endParaRPr lang="en-US" sz="2519"/>
          </a:p>
        </p:txBody>
      </p:sp>
      <p:sp>
        <p:nvSpPr>
          <p:cNvPr id="5" name="Shape 3"/>
          <p:cNvSpPr/>
          <p:nvPr/>
        </p:nvSpPr>
        <p:spPr>
          <a:xfrm>
            <a:off x="256032" y="1474470"/>
            <a:ext cx="3776472" cy="486461"/>
          </a:xfrm>
          <a:prstGeom prst="rect">
            <a:avLst/>
          </a:prstGeom>
          <a:solidFill>
            <a:srgbClr val="6C3483"/>
          </a:solidFill>
          <a:ln/>
        </p:spPr>
        <p:txBody>
          <a:bodyPr/>
          <a:lstStyle/>
          <a:p>
            <a:endParaRPr lang="en-US" sz="2519"/>
          </a:p>
        </p:txBody>
      </p:sp>
      <p:sp>
        <p:nvSpPr>
          <p:cNvPr id="6" name="Text 4"/>
          <p:cNvSpPr/>
          <p:nvPr/>
        </p:nvSpPr>
        <p:spPr>
          <a:xfrm>
            <a:off x="384048" y="1474470"/>
            <a:ext cx="3520440" cy="486461"/>
          </a:xfrm>
          <a:prstGeom prst="rect">
            <a:avLst/>
          </a:prstGeom>
          <a:noFill/>
          <a:ln/>
        </p:spPr>
        <p:txBody>
          <a:bodyPr wrap="square" lIns="0" tIns="0" rIns="0" bIns="0" rtlCol="0" anchor="ctr"/>
          <a:lstStyle/>
          <a:p>
            <a:r>
              <a:rPr lang="en-US" sz="1540" b="1" dirty="0">
                <a:solidFill>
                  <a:srgbClr val="FFFFFF"/>
                </a:solidFill>
              </a:rPr>
              <a:t>Config Agent</a:t>
            </a:r>
            <a:endParaRPr lang="en-US" sz="1540" dirty="0"/>
          </a:p>
        </p:txBody>
      </p:sp>
      <p:sp>
        <p:nvSpPr>
          <p:cNvPr id="7" name="Shape 5"/>
          <p:cNvSpPr/>
          <p:nvPr/>
        </p:nvSpPr>
        <p:spPr>
          <a:xfrm>
            <a:off x="384048" y="2050542"/>
            <a:ext cx="3482035" cy="665683"/>
          </a:xfrm>
          <a:prstGeom prst="rect">
            <a:avLst/>
          </a:prstGeom>
          <a:solidFill>
            <a:srgbClr val="E8F4EA"/>
          </a:solidFill>
          <a:ln w="6350">
            <a:solidFill>
              <a:srgbClr val="1E8449"/>
            </a:solidFill>
            <a:prstDash val="solid"/>
          </a:ln>
        </p:spPr>
        <p:txBody>
          <a:bodyPr/>
          <a:lstStyle/>
          <a:p>
            <a:endParaRPr lang="en-US" sz="2519"/>
          </a:p>
        </p:txBody>
      </p:sp>
      <p:sp>
        <p:nvSpPr>
          <p:cNvPr id="8" name="Text 6"/>
          <p:cNvSpPr/>
          <p:nvPr/>
        </p:nvSpPr>
        <p:spPr>
          <a:xfrm>
            <a:off x="486461" y="2101749"/>
            <a:ext cx="1536192" cy="281635"/>
          </a:xfrm>
          <a:prstGeom prst="rect">
            <a:avLst/>
          </a:prstGeom>
          <a:noFill/>
          <a:ln/>
        </p:spPr>
        <p:txBody>
          <a:bodyPr wrap="square" lIns="0" tIns="0" rIns="0" bIns="0" rtlCol="0" anchor="ctr"/>
          <a:lstStyle/>
          <a:p>
            <a:r>
              <a:rPr lang="en-US" sz="1260" b="1" dirty="0">
                <a:solidFill>
                  <a:srgbClr val="1E8449"/>
                </a:solidFill>
              </a:rPr>
              <a:t>ADEQUATE</a:t>
            </a:r>
            <a:endParaRPr lang="en-US" sz="1260" dirty="0"/>
          </a:p>
        </p:txBody>
      </p:sp>
      <p:sp>
        <p:nvSpPr>
          <p:cNvPr id="9" name="Text 7"/>
          <p:cNvSpPr/>
          <p:nvPr/>
        </p:nvSpPr>
        <p:spPr>
          <a:xfrm>
            <a:off x="486461" y="2383384"/>
            <a:ext cx="3200400" cy="256032"/>
          </a:xfrm>
          <a:prstGeom prst="rect">
            <a:avLst/>
          </a:prstGeom>
          <a:noFill/>
          <a:ln/>
        </p:spPr>
        <p:txBody>
          <a:bodyPr wrap="square" lIns="0" tIns="0" rIns="0" bIns="0" rtlCol="0" anchor="ctr"/>
          <a:lstStyle/>
          <a:p>
            <a:r>
              <a:rPr lang="en-US" sz="1120" i="1" dirty="0">
                <a:solidFill>
                  <a:srgbClr val="566573"/>
                </a:solidFill>
              </a:rPr>
              <a:t>with constraints</a:t>
            </a:r>
            <a:endParaRPr lang="en-US" sz="1120" dirty="0"/>
          </a:p>
        </p:txBody>
      </p:sp>
      <p:sp>
        <p:nvSpPr>
          <p:cNvPr id="10" name="Text 8"/>
          <p:cNvSpPr/>
          <p:nvPr/>
        </p:nvSpPr>
        <p:spPr>
          <a:xfrm>
            <a:off x="2112264" y="2101749"/>
            <a:ext cx="1600200" cy="563270"/>
          </a:xfrm>
          <a:prstGeom prst="rect">
            <a:avLst/>
          </a:prstGeom>
          <a:noFill/>
          <a:ln/>
        </p:spPr>
        <p:txBody>
          <a:bodyPr wrap="square" lIns="0" tIns="0" rIns="0" bIns="0" rtlCol="0" anchor="ctr"/>
          <a:lstStyle/>
          <a:p>
            <a:pPr algn="r"/>
            <a:r>
              <a:rPr lang="en-US" sz="1050" i="1" dirty="0">
                <a:solidFill>
                  <a:srgbClr val="D4AC0D"/>
                </a:solidFill>
              </a:rPr>
              <a:t>lower_confidence</a:t>
            </a:r>
            <a:endParaRPr lang="en-US" sz="1050" dirty="0"/>
          </a:p>
        </p:txBody>
      </p:sp>
      <p:sp>
        <p:nvSpPr>
          <p:cNvPr id="11" name="Text 9"/>
          <p:cNvSpPr/>
          <p:nvPr/>
        </p:nvSpPr>
        <p:spPr>
          <a:xfrm>
            <a:off x="384048" y="2818638"/>
            <a:ext cx="3456432" cy="332842"/>
          </a:xfrm>
          <a:prstGeom prst="rect">
            <a:avLst/>
          </a:prstGeom>
          <a:noFill/>
          <a:ln/>
        </p:spPr>
        <p:txBody>
          <a:bodyPr wrap="square" lIns="0" tIns="0" rIns="0" bIns="0" rtlCol="0" anchor="ctr"/>
          <a:lstStyle/>
          <a:p>
            <a:r>
              <a:rPr lang="en-US" sz="1190" i="1" dirty="0">
                <a:solidFill>
                  <a:srgbClr val="6C3483"/>
                </a:solidFill>
              </a:rPr>
              <a:t>Does hardware support absorption?</a:t>
            </a:r>
            <a:endParaRPr lang="en-US" sz="1190" dirty="0"/>
          </a:p>
        </p:txBody>
      </p:sp>
      <p:sp>
        <p:nvSpPr>
          <p:cNvPr id="12" name="Text 10"/>
          <p:cNvSpPr/>
          <p:nvPr/>
        </p:nvSpPr>
        <p:spPr>
          <a:xfrm>
            <a:off x="409651" y="3228289"/>
            <a:ext cx="1280160" cy="281635"/>
          </a:xfrm>
          <a:prstGeom prst="rect">
            <a:avLst/>
          </a:prstGeom>
          <a:noFill/>
          <a:ln/>
        </p:spPr>
        <p:txBody>
          <a:bodyPr wrap="square" lIns="0" tIns="0" rIns="0" bIns="0" rtlCol="0" anchor="ctr"/>
          <a:lstStyle/>
          <a:p>
            <a:r>
              <a:rPr lang="en-US" sz="1120" b="1" dirty="0">
                <a:solidFill>
                  <a:srgbClr val="6C3483"/>
                </a:solidFill>
              </a:rPr>
              <a:t>Evidence</a:t>
            </a:r>
            <a:endParaRPr lang="en-US" sz="1120" dirty="0"/>
          </a:p>
        </p:txBody>
      </p:sp>
      <p:sp>
        <p:nvSpPr>
          <p:cNvPr id="13" name="Text 11"/>
          <p:cNvSpPr/>
          <p:nvPr/>
        </p:nvSpPr>
        <p:spPr>
          <a:xfrm>
            <a:off x="409651" y="3509924"/>
            <a:ext cx="3456432" cy="486461"/>
          </a:xfrm>
          <a:prstGeom prst="rect">
            <a:avLst/>
          </a:prstGeom>
          <a:noFill/>
          <a:ln/>
        </p:spPr>
        <p:txBody>
          <a:bodyPr wrap="square" lIns="0" tIns="0" rIns="0" bIns="0" rtlCol="0" anchor="ctr"/>
          <a:lstStyle/>
          <a:p>
            <a:r>
              <a:rPr lang="en-US" sz="1148" dirty="0">
                <a:solidFill>
                  <a:srgbClr val="1C2833"/>
                </a:solidFill>
              </a:rPr>
              <a:t>Capacity scores, bands, operational roles from site attributes</a:t>
            </a:r>
            <a:endParaRPr lang="en-US" sz="1148" dirty="0"/>
          </a:p>
        </p:txBody>
      </p:sp>
      <p:sp>
        <p:nvSpPr>
          <p:cNvPr id="14" name="Text 12"/>
          <p:cNvSpPr/>
          <p:nvPr/>
        </p:nvSpPr>
        <p:spPr>
          <a:xfrm>
            <a:off x="409651" y="4021989"/>
            <a:ext cx="1280160" cy="281635"/>
          </a:xfrm>
          <a:prstGeom prst="rect">
            <a:avLst/>
          </a:prstGeom>
          <a:noFill/>
          <a:ln/>
        </p:spPr>
        <p:txBody>
          <a:bodyPr wrap="square" lIns="0" tIns="0" rIns="0" bIns="0" rtlCol="0" anchor="ctr"/>
          <a:lstStyle/>
          <a:p>
            <a:r>
              <a:rPr lang="en-US" sz="1120" b="1" dirty="0">
                <a:solidFill>
                  <a:srgbClr val="6C3483"/>
                </a:solidFill>
              </a:rPr>
              <a:t>How</a:t>
            </a:r>
            <a:endParaRPr lang="en-US" sz="1120" dirty="0"/>
          </a:p>
        </p:txBody>
      </p:sp>
      <p:sp>
        <p:nvSpPr>
          <p:cNvPr id="15" name="Text 13"/>
          <p:cNvSpPr/>
          <p:nvPr/>
        </p:nvSpPr>
        <p:spPr>
          <a:xfrm>
            <a:off x="409651" y="4303624"/>
            <a:ext cx="3456432" cy="486461"/>
          </a:xfrm>
          <a:prstGeom prst="rect">
            <a:avLst/>
          </a:prstGeom>
          <a:noFill/>
          <a:ln/>
        </p:spPr>
        <p:txBody>
          <a:bodyPr wrap="square" lIns="0" tIns="0" rIns="0" bIns="0" rtlCol="0" anchor="ctr"/>
          <a:lstStyle/>
          <a:p>
            <a:r>
              <a:rPr lang="en-US" sz="1148" dirty="0">
                <a:solidFill>
                  <a:srgbClr val="1C2833"/>
                </a:solidFill>
              </a:rPr>
              <a:t>USID_25: score=0.78, capacity-oriented → feasible (Rule 1). USID_01/43/29/10: mixed role → marginal. USID_45: score=0.26, 4G-only → infeasible.</a:t>
            </a:r>
            <a:endParaRPr lang="en-US" sz="1148" dirty="0"/>
          </a:p>
        </p:txBody>
      </p:sp>
      <p:sp>
        <p:nvSpPr>
          <p:cNvPr id="16" name="Text 14"/>
          <p:cNvSpPr/>
          <p:nvPr/>
        </p:nvSpPr>
        <p:spPr>
          <a:xfrm>
            <a:off x="409651" y="4815688"/>
            <a:ext cx="1280160" cy="281635"/>
          </a:xfrm>
          <a:prstGeom prst="rect">
            <a:avLst/>
          </a:prstGeom>
          <a:noFill/>
          <a:ln/>
        </p:spPr>
        <p:txBody>
          <a:bodyPr wrap="square" lIns="0" tIns="0" rIns="0" bIns="0" rtlCol="0" anchor="ctr"/>
          <a:lstStyle/>
          <a:p>
            <a:r>
              <a:rPr lang="en-US" sz="1120" b="1" dirty="0">
                <a:solidFill>
                  <a:srgbClr val="6C3483"/>
                </a:solidFill>
              </a:rPr>
              <a:t>Constraint</a:t>
            </a:r>
            <a:endParaRPr lang="en-US" sz="1120" dirty="0"/>
          </a:p>
        </p:txBody>
      </p:sp>
      <p:sp>
        <p:nvSpPr>
          <p:cNvPr id="17" name="Text 15"/>
          <p:cNvSpPr/>
          <p:nvPr/>
        </p:nvSpPr>
        <p:spPr>
          <a:xfrm>
            <a:off x="409651" y="5097323"/>
            <a:ext cx="3456432" cy="486461"/>
          </a:xfrm>
          <a:prstGeom prst="rect">
            <a:avLst/>
          </a:prstGeom>
          <a:noFill/>
          <a:ln/>
        </p:spPr>
        <p:txBody>
          <a:bodyPr wrap="square" lIns="0" tIns="0" rIns="0" bIns="0" rtlCol="0" anchor="ctr"/>
          <a:lstStyle/>
          <a:p>
            <a:r>
              <a:rPr lang="en-US" sz="1148" dirty="0">
                <a:solidFill>
                  <a:srgbClr val="1C2833"/>
                </a:solidFill>
              </a:rPr>
              <a:t>USID_25 is sole feasible neighbor but is a 20m micro tower. Physical coverage reach must be validated against Coverage per_zone before treating it as primary absorber.</a:t>
            </a:r>
            <a:endParaRPr lang="en-US" sz="1148" dirty="0"/>
          </a:p>
        </p:txBody>
      </p:sp>
      <p:sp>
        <p:nvSpPr>
          <p:cNvPr id="18" name="Text 16"/>
          <p:cNvSpPr/>
          <p:nvPr/>
        </p:nvSpPr>
        <p:spPr>
          <a:xfrm>
            <a:off x="409651" y="5609387"/>
            <a:ext cx="1280160" cy="281635"/>
          </a:xfrm>
          <a:prstGeom prst="rect">
            <a:avLst/>
          </a:prstGeom>
          <a:noFill/>
          <a:ln/>
        </p:spPr>
        <p:txBody>
          <a:bodyPr wrap="square" lIns="0" tIns="0" rIns="0" bIns="0" rtlCol="0" anchor="ctr"/>
          <a:lstStyle/>
          <a:p>
            <a:r>
              <a:rPr lang="en-US" sz="1120" b="1" dirty="0">
                <a:solidFill>
                  <a:srgbClr val="6C3483"/>
                </a:solidFill>
              </a:rPr>
              <a:t>5G risk</a:t>
            </a:r>
            <a:endParaRPr lang="en-US" sz="1120" dirty="0"/>
          </a:p>
        </p:txBody>
      </p:sp>
      <p:sp>
        <p:nvSpPr>
          <p:cNvPr id="19" name="Text 17"/>
          <p:cNvSpPr/>
          <p:nvPr/>
        </p:nvSpPr>
        <p:spPr>
          <a:xfrm>
            <a:off x="409651" y="5891022"/>
            <a:ext cx="3456432" cy="486461"/>
          </a:xfrm>
          <a:prstGeom prst="rect">
            <a:avLst/>
          </a:prstGeom>
          <a:noFill/>
          <a:ln/>
        </p:spPr>
        <p:txBody>
          <a:bodyPr wrap="square" lIns="0" tIns="0" rIns="0" bIns="0" rtlCol="0" anchor="ctr"/>
          <a:lstStyle/>
          <a:p>
            <a:r>
              <a:rPr lang="en-US" sz="1148" dirty="0">
                <a:solidFill>
                  <a:srgbClr val="1C2833"/>
                </a:solidFill>
              </a:rPr>
              <a:t>USID_45 is 4G-only → users routed there lose 5G service. NSA 5G downgrade flagged (affected_fraction=0.01).</a:t>
            </a:r>
            <a:endParaRPr lang="en-US" sz="1148" dirty="0"/>
          </a:p>
        </p:txBody>
      </p:sp>
      <p:sp>
        <p:nvSpPr>
          <p:cNvPr id="20" name="Shape 18"/>
          <p:cNvSpPr/>
          <p:nvPr/>
        </p:nvSpPr>
        <p:spPr>
          <a:xfrm>
            <a:off x="4198925" y="1474470"/>
            <a:ext cx="4160520" cy="5952744"/>
          </a:xfrm>
          <a:prstGeom prst="rect">
            <a:avLst/>
          </a:prstGeom>
          <a:solidFill>
            <a:srgbClr val="FFF8F0"/>
          </a:solidFill>
          <a:ln w="10160">
            <a:solidFill>
              <a:srgbClr val="CA6F1E"/>
            </a:solidFill>
            <a:prstDash val="solid"/>
          </a:ln>
        </p:spPr>
        <p:txBody>
          <a:bodyPr/>
          <a:lstStyle/>
          <a:p>
            <a:endParaRPr lang="en-US" sz="2519"/>
          </a:p>
        </p:txBody>
      </p:sp>
      <p:sp>
        <p:nvSpPr>
          <p:cNvPr id="21" name="Shape 19"/>
          <p:cNvSpPr/>
          <p:nvPr/>
        </p:nvSpPr>
        <p:spPr>
          <a:xfrm>
            <a:off x="4198925" y="1474470"/>
            <a:ext cx="4160520" cy="486461"/>
          </a:xfrm>
          <a:prstGeom prst="rect">
            <a:avLst/>
          </a:prstGeom>
          <a:solidFill>
            <a:srgbClr val="CA6F1E"/>
          </a:solidFill>
          <a:ln/>
        </p:spPr>
        <p:txBody>
          <a:bodyPr/>
          <a:lstStyle/>
          <a:p>
            <a:endParaRPr lang="en-US" sz="2519"/>
          </a:p>
        </p:txBody>
      </p:sp>
      <p:sp>
        <p:nvSpPr>
          <p:cNvPr id="22" name="Text 20"/>
          <p:cNvSpPr/>
          <p:nvPr/>
        </p:nvSpPr>
        <p:spPr>
          <a:xfrm>
            <a:off x="4326941" y="1474470"/>
            <a:ext cx="3904488" cy="486461"/>
          </a:xfrm>
          <a:prstGeom prst="rect">
            <a:avLst/>
          </a:prstGeom>
          <a:noFill/>
          <a:ln/>
        </p:spPr>
        <p:txBody>
          <a:bodyPr wrap="square" lIns="0" tIns="0" rIns="0" bIns="0" rtlCol="0" anchor="ctr"/>
          <a:lstStyle/>
          <a:p>
            <a:r>
              <a:rPr lang="en-US" sz="1540" b="1" dirty="0">
                <a:solidFill>
                  <a:srgbClr val="FFFFFF"/>
                </a:solidFill>
              </a:rPr>
              <a:t>Geo Agent  (Real Maps)</a:t>
            </a:r>
            <a:endParaRPr lang="en-US" sz="1540" dirty="0"/>
          </a:p>
        </p:txBody>
      </p:sp>
      <p:sp>
        <p:nvSpPr>
          <p:cNvPr id="23" name="Text 21"/>
          <p:cNvSpPr/>
          <p:nvPr/>
        </p:nvSpPr>
        <p:spPr>
          <a:xfrm>
            <a:off x="4326941" y="2050542"/>
            <a:ext cx="3840480" cy="332842"/>
          </a:xfrm>
          <a:prstGeom prst="rect">
            <a:avLst/>
          </a:prstGeom>
          <a:noFill/>
          <a:ln/>
        </p:spPr>
        <p:txBody>
          <a:bodyPr wrap="square" lIns="0" tIns="0" rIns="0" bIns="0" rtlCol="0" anchor="ctr"/>
          <a:lstStyle/>
          <a:p>
            <a:r>
              <a:rPr lang="en-US" sz="1190" i="1" dirty="0">
                <a:solidFill>
                  <a:srgbClr val="CA6F1E"/>
                </a:solidFill>
              </a:rPr>
              <a:t>What kind of place lost coverage?</a:t>
            </a:r>
            <a:endParaRPr lang="en-US" sz="1190" dirty="0"/>
          </a:p>
        </p:txBody>
      </p:sp>
      <p:sp>
        <p:nvSpPr>
          <p:cNvPr id="24" name="Text 22"/>
          <p:cNvSpPr/>
          <p:nvPr/>
        </p:nvSpPr>
        <p:spPr>
          <a:xfrm>
            <a:off x="4352544" y="2460193"/>
            <a:ext cx="1344168" cy="332842"/>
          </a:xfrm>
          <a:prstGeom prst="rect">
            <a:avLst/>
          </a:prstGeom>
          <a:noFill/>
          <a:ln/>
        </p:spPr>
        <p:txBody>
          <a:bodyPr wrap="square" lIns="0" tIns="0" rIns="0" bIns="0" rtlCol="0" anchor="ctr"/>
          <a:lstStyle/>
          <a:p>
            <a:r>
              <a:rPr lang="en-US" sz="1120" b="1" dirty="0">
                <a:solidFill>
                  <a:srgbClr val="CA6F1E"/>
                </a:solidFill>
              </a:rPr>
              <a:t>Evidence</a:t>
            </a:r>
            <a:endParaRPr lang="en-US" sz="1120" dirty="0"/>
          </a:p>
        </p:txBody>
      </p:sp>
      <p:sp>
        <p:nvSpPr>
          <p:cNvPr id="25" name="Text 23"/>
          <p:cNvSpPr/>
          <p:nvPr/>
        </p:nvSpPr>
        <p:spPr>
          <a:xfrm>
            <a:off x="5735117" y="2460193"/>
            <a:ext cx="2470709" cy="665683"/>
          </a:xfrm>
          <a:prstGeom prst="rect">
            <a:avLst/>
          </a:prstGeom>
          <a:noFill/>
          <a:ln/>
        </p:spPr>
        <p:txBody>
          <a:bodyPr wrap="square" lIns="0" tIns="0" rIns="0" bIns="0" rtlCol="0" anchor="ctr"/>
          <a:lstStyle/>
          <a:p>
            <a:r>
              <a:rPr lang="en-US" altLang="zh-CN" sz="1162" dirty="0">
                <a:solidFill>
                  <a:srgbClr val="1C2833"/>
                </a:solidFill>
              </a:rPr>
              <a:t>maps</a:t>
            </a:r>
            <a:r>
              <a:rPr lang="en-US" sz="1162" dirty="0">
                <a:solidFill>
                  <a:srgbClr val="1C2833"/>
                </a:solidFill>
              </a:rPr>
              <a:t> tiles centered on S0 centroid (33.027, −96.694) and S2 centroid (33.025, −96.696) — not the tower</a:t>
            </a:r>
            <a:endParaRPr lang="en-US" sz="1162" dirty="0"/>
          </a:p>
        </p:txBody>
      </p:sp>
      <p:sp>
        <p:nvSpPr>
          <p:cNvPr id="26" name="Text 24"/>
          <p:cNvSpPr/>
          <p:nvPr/>
        </p:nvSpPr>
        <p:spPr>
          <a:xfrm>
            <a:off x="4352544" y="3177083"/>
            <a:ext cx="1344168" cy="332842"/>
          </a:xfrm>
          <a:prstGeom prst="rect">
            <a:avLst/>
          </a:prstGeom>
          <a:noFill/>
          <a:ln/>
        </p:spPr>
        <p:txBody>
          <a:bodyPr wrap="square" lIns="0" tIns="0" rIns="0" bIns="0" rtlCol="0" anchor="ctr"/>
          <a:lstStyle/>
          <a:p>
            <a:r>
              <a:rPr lang="en-US" sz="1120" b="1" dirty="0">
                <a:solidFill>
                  <a:srgbClr val="CA6F1E"/>
                </a:solidFill>
              </a:rPr>
              <a:t>S0 sector</a:t>
            </a:r>
            <a:endParaRPr lang="en-US" sz="1120" dirty="0"/>
          </a:p>
          <a:p>
            <a:r>
              <a:rPr lang="en-US" sz="1120" b="1" dirty="0">
                <a:solidFill>
                  <a:srgbClr val="CA6F1E"/>
                </a:solidFill>
              </a:rPr>
              <a:t>(2 pixels)</a:t>
            </a:r>
            <a:endParaRPr lang="en-US" sz="1120" dirty="0"/>
          </a:p>
        </p:txBody>
      </p:sp>
      <p:sp>
        <p:nvSpPr>
          <p:cNvPr id="27" name="Text 25"/>
          <p:cNvSpPr/>
          <p:nvPr/>
        </p:nvSpPr>
        <p:spPr>
          <a:xfrm>
            <a:off x="5735117" y="3177083"/>
            <a:ext cx="2470709" cy="665683"/>
          </a:xfrm>
          <a:prstGeom prst="rect">
            <a:avLst/>
          </a:prstGeom>
          <a:noFill/>
          <a:ln/>
        </p:spPr>
        <p:txBody>
          <a:bodyPr wrap="square" lIns="0" tIns="0" rIns="0" bIns="0" rtlCol="0" anchor="ctr"/>
          <a:lstStyle/>
          <a:p>
            <a:r>
              <a:rPr lang="en-US" sz="1162" dirty="0">
                <a:solidFill>
                  <a:srgbClr val="1C2833"/>
                </a:solidFill>
              </a:rPr>
              <a:t>Green shaded area + park label → forest (Bob Woodruff Park). user_relevance = low.</a:t>
            </a:r>
            <a:endParaRPr lang="en-US" sz="1162" dirty="0"/>
          </a:p>
        </p:txBody>
      </p:sp>
      <p:sp>
        <p:nvSpPr>
          <p:cNvPr id="28" name="Text 26"/>
          <p:cNvSpPr/>
          <p:nvPr/>
        </p:nvSpPr>
        <p:spPr>
          <a:xfrm>
            <a:off x="4352544" y="3893972"/>
            <a:ext cx="1344168" cy="332842"/>
          </a:xfrm>
          <a:prstGeom prst="rect">
            <a:avLst/>
          </a:prstGeom>
          <a:noFill/>
          <a:ln/>
        </p:spPr>
        <p:txBody>
          <a:bodyPr wrap="square" lIns="0" tIns="0" rIns="0" bIns="0" rtlCol="0" anchor="ctr"/>
          <a:lstStyle/>
          <a:p>
            <a:r>
              <a:rPr lang="en-US" sz="1120" b="1" dirty="0">
                <a:solidFill>
                  <a:srgbClr val="CA6F1E"/>
                </a:solidFill>
              </a:rPr>
              <a:t>S2 sector</a:t>
            </a:r>
            <a:endParaRPr lang="en-US" sz="1120" dirty="0"/>
          </a:p>
          <a:p>
            <a:r>
              <a:rPr lang="en-US" sz="1120" b="1" dirty="0">
                <a:solidFill>
                  <a:srgbClr val="CA6F1E"/>
                </a:solidFill>
              </a:rPr>
              <a:t>(30 pixels)</a:t>
            </a:r>
            <a:endParaRPr lang="en-US" sz="1120" dirty="0"/>
          </a:p>
        </p:txBody>
      </p:sp>
      <p:sp>
        <p:nvSpPr>
          <p:cNvPr id="29" name="Text 27"/>
          <p:cNvSpPr/>
          <p:nvPr/>
        </p:nvSpPr>
        <p:spPr>
          <a:xfrm>
            <a:off x="5735117" y="3893973"/>
            <a:ext cx="2470709" cy="665683"/>
          </a:xfrm>
          <a:prstGeom prst="rect">
            <a:avLst/>
          </a:prstGeom>
          <a:noFill/>
          <a:ln/>
        </p:spPr>
        <p:txBody>
          <a:bodyPr wrap="square" lIns="0" tIns="0" rIns="0" bIns="0" rtlCol="0" anchor="ctr"/>
          <a:lstStyle/>
          <a:p>
            <a:r>
              <a:rPr lang="en-US" sz="1162" dirty="0">
                <a:solidFill>
                  <a:srgbClr val="1C2833"/>
                </a:solidFill>
              </a:rPr>
              <a:t>Regular street grid + smaller buildings → residential, suburban. user_relevance = high.</a:t>
            </a:r>
            <a:endParaRPr lang="en-US" sz="1162" dirty="0"/>
          </a:p>
        </p:txBody>
      </p:sp>
      <p:sp>
        <p:nvSpPr>
          <p:cNvPr id="30" name="Text 28"/>
          <p:cNvSpPr/>
          <p:nvPr/>
        </p:nvSpPr>
        <p:spPr>
          <a:xfrm>
            <a:off x="4352544" y="4610862"/>
            <a:ext cx="1344168" cy="332842"/>
          </a:xfrm>
          <a:prstGeom prst="rect">
            <a:avLst/>
          </a:prstGeom>
          <a:noFill/>
          <a:ln/>
        </p:spPr>
        <p:txBody>
          <a:bodyPr wrap="square" lIns="0" tIns="0" rIns="0" bIns="0" rtlCol="0" anchor="ctr"/>
          <a:lstStyle/>
          <a:p>
            <a:r>
              <a:rPr lang="en-US" sz="1120" b="1" dirty="0">
                <a:solidFill>
                  <a:srgbClr val="CA6F1E"/>
                </a:solidFill>
              </a:rPr>
              <a:t>Coverage hole</a:t>
            </a:r>
            <a:endParaRPr lang="en-US" sz="1120" dirty="0"/>
          </a:p>
        </p:txBody>
      </p:sp>
      <p:sp>
        <p:nvSpPr>
          <p:cNvPr id="31" name="Text 29"/>
          <p:cNvSpPr/>
          <p:nvPr/>
        </p:nvSpPr>
        <p:spPr>
          <a:xfrm>
            <a:off x="5735117" y="4610862"/>
            <a:ext cx="2470709" cy="665683"/>
          </a:xfrm>
          <a:prstGeom prst="rect">
            <a:avLst/>
          </a:prstGeom>
          <a:noFill/>
          <a:ln/>
        </p:spPr>
        <p:txBody>
          <a:bodyPr wrap="square" lIns="0" tIns="0" rIns="0" bIns="0" rtlCol="0" anchor="ctr"/>
          <a:lstStyle/>
          <a:p>
            <a:r>
              <a:rPr lang="en-US" sz="1162" dirty="0">
                <a:solidFill>
                  <a:srgbClr val="1C2833"/>
                </a:solidFill>
              </a:rPr>
              <a:t>Single pixel at tower/park interface — not a broad residential impact. Bulk of S2 is residential.</a:t>
            </a:r>
            <a:endParaRPr lang="en-US" sz="1162" dirty="0"/>
          </a:p>
        </p:txBody>
      </p:sp>
      <p:sp>
        <p:nvSpPr>
          <p:cNvPr id="32" name="Text 30"/>
          <p:cNvSpPr/>
          <p:nvPr/>
        </p:nvSpPr>
        <p:spPr>
          <a:xfrm>
            <a:off x="4352544" y="5327751"/>
            <a:ext cx="1344168" cy="332842"/>
          </a:xfrm>
          <a:prstGeom prst="rect">
            <a:avLst/>
          </a:prstGeom>
          <a:noFill/>
          <a:ln/>
        </p:spPr>
        <p:txBody>
          <a:bodyPr wrap="square" lIns="0" tIns="0" rIns="0" bIns="0" rtlCol="0" anchor="ctr"/>
          <a:lstStyle/>
          <a:p>
            <a:r>
              <a:rPr lang="en-US" sz="1120" b="1" dirty="0">
                <a:solidFill>
                  <a:srgbClr val="CA6F1E"/>
                </a:solidFill>
              </a:rPr>
              <a:t>Self-flags</a:t>
            </a:r>
            <a:endParaRPr lang="en-US" sz="1120" dirty="0"/>
          </a:p>
        </p:txBody>
      </p:sp>
      <p:sp>
        <p:nvSpPr>
          <p:cNvPr id="33" name="Text 31"/>
          <p:cNvSpPr/>
          <p:nvPr/>
        </p:nvSpPr>
        <p:spPr>
          <a:xfrm>
            <a:off x="5735117" y="5327752"/>
            <a:ext cx="2470709" cy="665683"/>
          </a:xfrm>
          <a:prstGeom prst="rect">
            <a:avLst/>
          </a:prstGeom>
          <a:noFill/>
          <a:ln/>
        </p:spPr>
        <p:txBody>
          <a:bodyPr wrap="square" lIns="0" tIns="0" rIns="0" bIns="0" rtlCol="0" anchor="ctr"/>
          <a:lstStyle/>
          <a:p>
            <a:r>
              <a:rPr lang="en-US" sz="1162" dirty="0">
                <a:solidFill>
                  <a:srgbClr val="1C2833"/>
                </a:solidFill>
              </a:rPr>
              <a:t>terrain_attenuation_active = false · high_sensitivity_area = false (no hospital or school found)</a:t>
            </a:r>
            <a:endParaRPr lang="en-US" sz="1162" dirty="0"/>
          </a:p>
        </p:txBody>
      </p:sp>
      <p:sp>
        <p:nvSpPr>
          <p:cNvPr id="34" name="Text 32"/>
          <p:cNvSpPr/>
          <p:nvPr/>
        </p:nvSpPr>
        <p:spPr>
          <a:xfrm>
            <a:off x="4352544" y="6044641"/>
            <a:ext cx="1344168" cy="332842"/>
          </a:xfrm>
          <a:prstGeom prst="rect">
            <a:avLst/>
          </a:prstGeom>
          <a:noFill/>
          <a:ln/>
        </p:spPr>
        <p:txBody>
          <a:bodyPr wrap="square" lIns="0" tIns="0" rIns="0" bIns="0" rtlCol="0" anchor="ctr"/>
          <a:lstStyle/>
          <a:p>
            <a:r>
              <a:rPr lang="en-US" sz="1120" b="1" dirty="0">
                <a:solidFill>
                  <a:srgbClr val="CA6F1E"/>
                </a:solidFill>
              </a:rPr>
              <a:t>Key insight</a:t>
            </a:r>
            <a:endParaRPr lang="en-US" sz="1120" dirty="0"/>
          </a:p>
        </p:txBody>
      </p:sp>
      <p:sp>
        <p:nvSpPr>
          <p:cNvPr id="35" name="Text 33"/>
          <p:cNvSpPr/>
          <p:nvPr/>
        </p:nvSpPr>
        <p:spPr>
          <a:xfrm>
            <a:off x="5735117" y="6044641"/>
            <a:ext cx="2470709" cy="665683"/>
          </a:xfrm>
          <a:prstGeom prst="rect">
            <a:avLst/>
          </a:prstGeom>
          <a:noFill/>
          <a:ln/>
        </p:spPr>
        <p:txBody>
          <a:bodyPr wrap="square" lIns="0" tIns="0" rIns="0" bIns="0" rtlCol="0" anchor="ctr"/>
          <a:lstStyle/>
          <a:p>
            <a:r>
              <a:rPr lang="en-US" sz="1162" dirty="0">
                <a:solidFill>
                  <a:srgbClr val="1C2833"/>
                </a:solidFill>
              </a:rPr>
              <a:t>Primary backups USID_01 and USID_25 sit in/near park territory → lower native load than KPI model assumes → actual headroom may exceed forecast</a:t>
            </a:r>
            <a:endParaRPr lang="en-US" sz="1162" dirty="0"/>
          </a:p>
        </p:txBody>
      </p:sp>
      <p:sp>
        <p:nvSpPr>
          <p:cNvPr id="36" name="Shape 34"/>
          <p:cNvSpPr/>
          <p:nvPr/>
        </p:nvSpPr>
        <p:spPr>
          <a:xfrm>
            <a:off x="8513064" y="1474470"/>
            <a:ext cx="4032504" cy="5952744"/>
          </a:xfrm>
          <a:prstGeom prst="rect">
            <a:avLst/>
          </a:prstGeom>
          <a:solidFill>
            <a:srgbClr val="FDF2F8"/>
          </a:solidFill>
          <a:ln w="12700">
            <a:solidFill>
              <a:srgbClr val="C0392B"/>
            </a:solidFill>
            <a:prstDash val="solid"/>
          </a:ln>
        </p:spPr>
        <p:txBody>
          <a:bodyPr/>
          <a:lstStyle/>
          <a:p>
            <a:endParaRPr lang="en-US" sz="2519"/>
          </a:p>
        </p:txBody>
      </p:sp>
      <p:sp>
        <p:nvSpPr>
          <p:cNvPr id="37" name="Shape 35"/>
          <p:cNvSpPr/>
          <p:nvPr/>
        </p:nvSpPr>
        <p:spPr>
          <a:xfrm>
            <a:off x="8513064" y="1474470"/>
            <a:ext cx="4032504" cy="486461"/>
          </a:xfrm>
          <a:prstGeom prst="rect">
            <a:avLst/>
          </a:prstGeom>
          <a:solidFill>
            <a:srgbClr val="C0392B"/>
          </a:solidFill>
          <a:ln/>
        </p:spPr>
        <p:txBody>
          <a:bodyPr/>
          <a:lstStyle/>
          <a:p>
            <a:endParaRPr lang="en-US" sz="2519"/>
          </a:p>
        </p:txBody>
      </p:sp>
      <p:sp>
        <p:nvSpPr>
          <p:cNvPr id="38" name="Text 36"/>
          <p:cNvSpPr/>
          <p:nvPr/>
        </p:nvSpPr>
        <p:spPr>
          <a:xfrm>
            <a:off x="8641080" y="1474470"/>
            <a:ext cx="3776472" cy="486461"/>
          </a:xfrm>
          <a:prstGeom prst="rect">
            <a:avLst/>
          </a:prstGeom>
          <a:noFill/>
          <a:ln/>
        </p:spPr>
        <p:txBody>
          <a:bodyPr wrap="square" lIns="0" tIns="0" rIns="0" bIns="0" rtlCol="0" anchor="ctr"/>
          <a:lstStyle/>
          <a:p>
            <a:r>
              <a:rPr lang="en-US" sz="1540" b="1" dirty="0">
                <a:solidFill>
                  <a:srgbClr val="FFFFFF"/>
                </a:solidFill>
              </a:rPr>
              <a:t>Assessment Agent</a:t>
            </a:r>
            <a:endParaRPr lang="en-US" sz="1540" dirty="0"/>
          </a:p>
        </p:txBody>
      </p:sp>
      <p:sp>
        <p:nvSpPr>
          <p:cNvPr id="39" name="Text 37"/>
          <p:cNvSpPr/>
          <p:nvPr/>
        </p:nvSpPr>
        <p:spPr>
          <a:xfrm>
            <a:off x="8679485" y="2050542"/>
            <a:ext cx="3712464" cy="332842"/>
          </a:xfrm>
          <a:prstGeom prst="rect">
            <a:avLst/>
          </a:prstGeom>
          <a:noFill/>
          <a:ln/>
        </p:spPr>
        <p:txBody>
          <a:bodyPr wrap="square" lIns="0" tIns="0" rIns="0" bIns="0" rtlCol="0" anchor="ctr"/>
          <a:lstStyle/>
          <a:p>
            <a:r>
              <a:rPr lang="en-US" sz="1190" i="1" dirty="0">
                <a:solidFill>
                  <a:srgbClr val="C0392B"/>
                </a:solidFill>
              </a:rPr>
              <a:t>What is the final severity?</a:t>
            </a:r>
            <a:endParaRPr lang="en-US" sz="1190" dirty="0"/>
          </a:p>
        </p:txBody>
      </p:sp>
      <p:sp>
        <p:nvSpPr>
          <p:cNvPr id="40" name="Text 38"/>
          <p:cNvSpPr/>
          <p:nvPr/>
        </p:nvSpPr>
        <p:spPr>
          <a:xfrm>
            <a:off x="8679485" y="2408987"/>
            <a:ext cx="3712464" cy="1177747"/>
          </a:xfrm>
          <a:prstGeom prst="rect">
            <a:avLst/>
          </a:prstGeom>
          <a:noFill/>
          <a:ln/>
        </p:spPr>
        <p:txBody>
          <a:bodyPr wrap="square" lIns="0" tIns="0" rIns="0" bIns="0" rtlCol="0" anchor="ctr"/>
          <a:lstStyle/>
          <a:p>
            <a:pPr algn="ctr"/>
            <a:r>
              <a:rPr lang="en-US" sz="9100" b="1" dirty="0">
                <a:solidFill>
                  <a:srgbClr val="D4AC0D"/>
                </a:solidFill>
              </a:rPr>
              <a:t>P2</a:t>
            </a:r>
            <a:endParaRPr lang="en-US" sz="9100" dirty="0"/>
          </a:p>
        </p:txBody>
      </p:sp>
      <p:sp>
        <p:nvSpPr>
          <p:cNvPr id="41" name="Shape 39"/>
          <p:cNvSpPr/>
          <p:nvPr/>
        </p:nvSpPr>
        <p:spPr>
          <a:xfrm>
            <a:off x="8730691" y="3637940"/>
            <a:ext cx="3610051" cy="384048"/>
          </a:xfrm>
          <a:prstGeom prst="rect">
            <a:avLst/>
          </a:prstGeom>
          <a:solidFill>
            <a:srgbClr val="D4AC0D"/>
          </a:solidFill>
          <a:ln/>
        </p:spPr>
        <p:txBody>
          <a:bodyPr/>
          <a:lstStyle/>
          <a:p>
            <a:endParaRPr lang="en-US" sz="2519"/>
          </a:p>
        </p:txBody>
      </p:sp>
      <p:sp>
        <p:nvSpPr>
          <p:cNvPr id="42" name="Text 40"/>
          <p:cNvSpPr/>
          <p:nvPr/>
        </p:nvSpPr>
        <p:spPr>
          <a:xfrm>
            <a:off x="8730691" y="3637940"/>
            <a:ext cx="3610051" cy="384048"/>
          </a:xfrm>
          <a:prstGeom prst="rect">
            <a:avLst/>
          </a:prstGeom>
          <a:noFill/>
          <a:ln/>
        </p:spPr>
        <p:txBody>
          <a:bodyPr wrap="square" lIns="0" tIns="0" rIns="0" bIns="0" rtlCol="0" anchor="ctr"/>
          <a:lstStyle/>
          <a:p>
            <a:pPr algn="ctr"/>
            <a:r>
              <a:rPr lang="en-US" sz="1260" b="1" dirty="0">
                <a:solidFill>
                  <a:srgbClr val="1C2833"/>
                </a:solidFill>
              </a:rPr>
              <a:t>confidence = medium</a:t>
            </a:r>
            <a:endParaRPr lang="en-US" sz="1260" dirty="0"/>
          </a:p>
        </p:txBody>
      </p:sp>
      <p:sp>
        <p:nvSpPr>
          <p:cNvPr id="43" name="Text 41"/>
          <p:cNvSpPr/>
          <p:nvPr/>
        </p:nvSpPr>
        <p:spPr>
          <a:xfrm>
            <a:off x="8679485" y="4021988"/>
            <a:ext cx="1280160" cy="256032"/>
          </a:xfrm>
          <a:prstGeom prst="rect">
            <a:avLst/>
          </a:prstGeom>
          <a:noFill/>
          <a:ln/>
        </p:spPr>
        <p:txBody>
          <a:bodyPr wrap="square" lIns="0" tIns="0" rIns="0" bIns="0" rtlCol="0" anchor="ctr"/>
          <a:lstStyle/>
          <a:p>
            <a:r>
              <a:rPr lang="en-US" sz="1050" b="1" dirty="0">
                <a:solidFill>
                  <a:srgbClr val="C0392B"/>
                </a:solidFill>
              </a:rPr>
              <a:t>How</a:t>
            </a:r>
            <a:endParaRPr lang="en-US" sz="1050" dirty="0"/>
          </a:p>
        </p:txBody>
      </p:sp>
      <p:sp>
        <p:nvSpPr>
          <p:cNvPr id="44" name="Text 42"/>
          <p:cNvSpPr/>
          <p:nvPr/>
        </p:nvSpPr>
        <p:spPr>
          <a:xfrm>
            <a:off x="8679485" y="4265219"/>
            <a:ext cx="3840480" cy="307238"/>
          </a:xfrm>
          <a:prstGeom prst="rect">
            <a:avLst/>
          </a:prstGeom>
          <a:noFill/>
          <a:ln/>
        </p:spPr>
        <p:txBody>
          <a:bodyPr wrap="square" lIns="0" tIns="0" rIns="0" bIns="0" rtlCol="0" anchor="ctr"/>
          <a:lstStyle/>
          <a:p>
            <a:r>
              <a:rPr lang="en-US" sz="1120" dirty="0">
                <a:solidFill>
                  <a:srgbClr val="1C2833"/>
                </a:solidFill>
              </a:rPr>
              <a:t>Reads all four specialist outputs. Applies P1/P2/P3 rules in sequence.</a:t>
            </a:r>
            <a:endParaRPr lang="en-US" sz="1120" dirty="0"/>
          </a:p>
        </p:txBody>
      </p:sp>
      <p:sp>
        <p:nvSpPr>
          <p:cNvPr id="45" name="Text 43"/>
          <p:cNvSpPr/>
          <p:nvPr/>
        </p:nvSpPr>
        <p:spPr>
          <a:xfrm>
            <a:off x="8679485" y="4585259"/>
            <a:ext cx="1280160" cy="256032"/>
          </a:xfrm>
          <a:prstGeom prst="rect">
            <a:avLst/>
          </a:prstGeom>
          <a:noFill/>
          <a:ln/>
        </p:spPr>
        <p:txBody>
          <a:bodyPr wrap="square" lIns="0" tIns="0" rIns="0" bIns="0" rtlCol="0" anchor="ctr"/>
          <a:lstStyle/>
          <a:p>
            <a:r>
              <a:rPr lang="en-US" sz="1050" b="1" dirty="0">
                <a:solidFill>
                  <a:srgbClr val="C0392B"/>
                </a:solidFill>
              </a:rPr>
              <a:t>P1 not triggered</a:t>
            </a:r>
            <a:endParaRPr lang="en-US" sz="1050" dirty="0"/>
          </a:p>
        </p:txBody>
      </p:sp>
      <p:sp>
        <p:nvSpPr>
          <p:cNvPr id="46" name="Text 44"/>
          <p:cNvSpPr/>
          <p:nvPr/>
        </p:nvSpPr>
        <p:spPr>
          <a:xfrm>
            <a:off x="8679485" y="4828489"/>
            <a:ext cx="3840480" cy="307238"/>
          </a:xfrm>
          <a:prstGeom prst="rect">
            <a:avLst/>
          </a:prstGeom>
          <a:noFill/>
          <a:ln/>
        </p:spPr>
        <p:txBody>
          <a:bodyPr wrap="square" lIns="0" tIns="0" rIns="0" bIns="0" rtlCol="0" anchor="ctr"/>
          <a:lstStyle/>
          <a:p>
            <a:r>
              <a:rPr lang="en-US" sz="1120" dirty="0">
                <a:solidFill>
                  <a:srgbClr val="1C2833"/>
                </a:solidFill>
              </a:rPr>
              <a:t>Coverage=adequate</a:t>
            </a:r>
            <a:r>
              <a:rPr lang="en-US" altLang="zh-CN" sz="1120" dirty="0">
                <a:solidFill>
                  <a:srgbClr val="1C2833"/>
                </a:solidFill>
              </a:rPr>
              <a:t>,</a:t>
            </a:r>
            <a:r>
              <a:rPr lang="en-US" sz="1120" dirty="0">
                <a:solidFill>
                  <a:srgbClr val="1C2833"/>
                </a:solidFill>
              </a:rPr>
              <a:t> geo_escalation=false. No two critical conditions met simultaneously.</a:t>
            </a:r>
            <a:endParaRPr lang="en-US" sz="1120" dirty="0"/>
          </a:p>
        </p:txBody>
      </p:sp>
      <p:sp>
        <p:nvSpPr>
          <p:cNvPr id="47" name="Text 45"/>
          <p:cNvSpPr/>
          <p:nvPr/>
        </p:nvSpPr>
        <p:spPr>
          <a:xfrm>
            <a:off x="8679485" y="5148529"/>
            <a:ext cx="1280160" cy="256032"/>
          </a:xfrm>
          <a:prstGeom prst="rect">
            <a:avLst/>
          </a:prstGeom>
          <a:noFill/>
          <a:ln/>
        </p:spPr>
        <p:txBody>
          <a:bodyPr wrap="square" lIns="0" tIns="0" rIns="0" bIns="0" rtlCol="0" anchor="ctr"/>
          <a:lstStyle/>
          <a:p>
            <a:r>
              <a:rPr lang="en-US" sz="1050" b="1" dirty="0">
                <a:solidFill>
                  <a:srgbClr val="C0392B"/>
                </a:solidFill>
              </a:rPr>
              <a:t>P2 triggered</a:t>
            </a:r>
            <a:endParaRPr lang="en-US" sz="1050" dirty="0"/>
          </a:p>
        </p:txBody>
      </p:sp>
      <p:sp>
        <p:nvSpPr>
          <p:cNvPr id="48" name="Text 46"/>
          <p:cNvSpPr/>
          <p:nvPr/>
        </p:nvSpPr>
        <p:spPr>
          <a:xfrm>
            <a:off x="8679485" y="5391760"/>
            <a:ext cx="3840480" cy="307238"/>
          </a:xfrm>
          <a:prstGeom prst="rect">
            <a:avLst/>
          </a:prstGeom>
          <a:noFill/>
          <a:ln/>
        </p:spPr>
        <p:txBody>
          <a:bodyPr wrap="square" lIns="0" tIns="0" rIns="0" bIns="0" rtlCol="0" anchor="ctr"/>
          <a:lstStyle/>
          <a:p>
            <a:r>
              <a:rPr lang="en-US" sz="1120" dirty="0">
                <a:solidFill>
                  <a:srgbClr val="1C2833"/>
                </a:solidFill>
              </a:rPr>
              <a:t>sustained=</a:t>
            </a:r>
            <a:r>
              <a:rPr lang="zh-CN" altLang="en-US" sz="1120" dirty="0">
                <a:solidFill>
                  <a:srgbClr val="1C2833"/>
                </a:solidFill>
              </a:rPr>
              <a:t> </a:t>
            </a:r>
            <a:r>
              <a:rPr lang="en-US" sz="1120" dirty="0">
                <a:solidFill>
                  <a:srgbClr val="1C2833"/>
                </a:solidFill>
              </a:rPr>
              <a:t>capacity</a:t>
            </a:r>
            <a:r>
              <a:rPr lang="zh-CN" altLang="en-US" sz="1120" dirty="0">
                <a:solidFill>
                  <a:srgbClr val="1C2833"/>
                </a:solidFill>
              </a:rPr>
              <a:t> </a:t>
            </a:r>
            <a:r>
              <a:rPr lang="en-US" altLang="zh-CN" sz="1120" dirty="0">
                <a:solidFill>
                  <a:srgbClr val="1C2833"/>
                </a:solidFill>
              </a:rPr>
              <a:t>risk</a:t>
            </a:r>
            <a:r>
              <a:rPr lang="en-US" sz="1120" dirty="0">
                <a:solidFill>
                  <a:srgbClr val="1C2833"/>
                </a:solidFill>
              </a:rPr>
              <a:t> (11/11 hrs, both base+stress) + NSA 5G downgrade risk flagged.</a:t>
            </a:r>
            <a:endParaRPr lang="en-US" sz="1120" dirty="0"/>
          </a:p>
        </p:txBody>
      </p:sp>
      <p:sp>
        <p:nvSpPr>
          <p:cNvPr id="49" name="Text 47"/>
          <p:cNvSpPr/>
          <p:nvPr/>
        </p:nvSpPr>
        <p:spPr>
          <a:xfrm>
            <a:off x="8679485" y="5711800"/>
            <a:ext cx="1280160" cy="256032"/>
          </a:xfrm>
          <a:prstGeom prst="rect">
            <a:avLst/>
          </a:prstGeom>
          <a:noFill/>
          <a:ln/>
        </p:spPr>
        <p:txBody>
          <a:bodyPr wrap="square" lIns="0" tIns="0" rIns="0" bIns="0" rtlCol="0" anchor="ctr"/>
          <a:lstStyle/>
          <a:p>
            <a:r>
              <a:rPr lang="en-US" sz="1050" b="1" dirty="0">
                <a:solidFill>
                  <a:srgbClr val="C0392B"/>
                </a:solidFill>
              </a:rPr>
              <a:t>Core conflict</a:t>
            </a:r>
            <a:endParaRPr lang="en-US" sz="1050" dirty="0"/>
          </a:p>
        </p:txBody>
      </p:sp>
      <p:sp>
        <p:nvSpPr>
          <p:cNvPr id="50" name="Text 48"/>
          <p:cNvSpPr/>
          <p:nvPr/>
        </p:nvSpPr>
        <p:spPr>
          <a:xfrm>
            <a:off x="8679485" y="6044641"/>
            <a:ext cx="3840480" cy="217627"/>
          </a:xfrm>
          <a:prstGeom prst="rect">
            <a:avLst/>
          </a:prstGeom>
          <a:noFill/>
          <a:ln/>
        </p:spPr>
        <p:txBody>
          <a:bodyPr wrap="square" lIns="0" tIns="0" rIns="0" bIns="0" rtlCol="0" anchor="ctr"/>
          <a:lstStyle/>
          <a:p>
            <a:r>
              <a:rPr lang="en-US" sz="1120" dirty="0">
                <a:solidFill>
                  <a:srgbClr val="1C2833"/>
                </a:solidFill>
              </a:rPr>
              <a:t>Coverage=adequate vs KPI=critical. Geo explains why: backup towers in low-load park area, so RF looks fine but traffic pressure is real.</a:t>
            </a:r>
            <a:endParaRPr lang="en-US" sz="1120" dirty="0"/>
          </a:p>
        </p:txBody>
      </p:sp>
      <p:sp>
        <p:nvSpPr>
          <p:cNvPr id="51" name="Text 49"/>
          <p:cNvSpPr/>
          <p:nvPr/>
        </p:nvSpPr>
        <p:spPr>
          <a:xfrm>
            <a:off x="8679485" y="6275070"/>
            <a:ext cx="1280160" cy="256032"/>
          </a:xfrm>
          <a:prstGeom prst="rect">
            <a:avLst/>
          </a:prstGeom>
          <a:noFill/>
          <a:ln/>
        </p:spPr>
        <p:txBody>
          <a:bodyPr wrap="square" lIns="0" tIns="0" rIns="0" bIns="0" rtlCol="0" anchor="ctr"/>
          <a:lstStyle/>
          <a:p>
            <a:r>
              <a:rPr lang="en-US" sz="1050" b="1" dirty="0">
                <a:solidFill>
                  <a:srgbClr val="C0392B"/>
                </a:solidFill>
              </a:rPr>
              <a:t>Confidence</a:t>
            </a:r>
            <a:endParaRPr lang="en-US" sz="1050" dirty="0"/>
          </a:p>
        </p:txBody>
      </p:sp>
      <p:sp>
        <p:nvSpPr>
          <p:cNvPr id="52" name="Text 50"/>
          <p:cNvSpPr/>
          <p:nvPr/>
        </p:nvSpPr>
        <p:spPr>
          <a:xfrm>
            <a:off x="8679485" y="6518301"/>
            <a:ext cx="3840480" cy="307238"/>
          </a:xfrm>
          <a:prstGeom prst="rect">
            <a:avLst/>
          </a:prstGeom>
          <a:noFill/>
          <a:ln/>
        </p:spPr>
        <p:txBody>
          <a:bodyPr wrap="square" lIns="0" tIns="0" rIns="0" bIns="0" rtlCol="0" anchor="ctr"/>
          <a:lstStyle/>
          <a:p>
            <a:r>
              <a:rPr lang="en-US" sz="1120" dirty="0">
                <a:solidFill>
                  <a:srgbClr val="1C2833"/>
                </a:solidFill>
              </a:rPr>
              <a:t>Medium — Coverage and KPI point in different directions. KPI estimate carries uncertainty (p90 proxy, forest neighbors).</a:t>
            </a:r>
            <a:endParaRPr lang="en-US" sz="11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793699"/>
          </a:xfrm>
          <a:prstGeom prst="rect">
            <a:avLst/>
          </a:prstGeom>
          <a:solidFill>
            <a:srgbClr val="1A5F6D"/>
          </a:solidFill>
          <a:ln/>
        </p:spPr>
        <p:txBody>
          <a:bodyPr/>
          <a:lstStyle/>
          <a:p>
            <a:endParaRPr lang="en-US" sz="2519"/>
          </a:p>
        </p:txBody>
      </p:sp>
      <p:sp>
        <p:nvSpPr>
          <p:cNvPr id="3" name="Text 1"/>
          <p:cNvSpPr/>
          <p:nvPr/>
        </p:nvSpPr>
        <p:spPr>
          <a:xfrm>
            <a:off x="384048" y="514350"/>
            <a:ext cx="12033504" cy="793699"/>
          </a:xfrm>
          <a:prstGeom prst="rect">
            <a:avLst/>
          </a:prstGeom>
          <a:noFill/>
          <a:ln/>
        </p:spPr>
        <p:txBody>
          <a:bodyPr wrap="square" lIns="0" tIns="0" rIns="0" bIns="0" rtlCol="0" anchor="ctr"/>
          <a:lstStyle/>
          <a:p>
            <a:r>
              <a:rPr lang="en-US" sz="2940" b="1" dirty="0">
                <a:solidFill>
                  <a:srgbClr val="FFFFFF"/>
                </a:solidFill>
              </a:rPr>
              <a:t>Verification &amp; Reflection — Quality Control and Learning</a:t>
            </a:r>
            <a:endParaRPr lang="en-US" sz="2940" dirty="0"/>
          </a:p>
        </p:txBody>
      </p:sp>
      <p:sp>
        <p:nvSpPr>
          <p:cNvPr id="4" name="Shape 2"/>
          <p:cNvSpPr/>
          <p:nvPr/>
        </p:nvSpPr>
        <p:spPr>
          <a:xfrm>
            <a:off x="256032" y="1474470"/>
            <a:ext cx="5824728" cy="3008376"/>
          </a:xfrm>
          <a:prstGeom prst="rect">
            <a:avLst/>
          </a:prstGeom>
          <a:solidFill>
            <a:srgbClr val="EAF2FF"/>
          </a:solidFill>
          <a:ln w="12700">
            <a:solidFill>
              <a:srgbClr val="2471A3"/>
            </a:solidFill>
            <a:prstDash val="solid"/>
          </a:ln>
        </p:spPr>
        <p:txBody>
          <a:bodyPr/>
          <a:lstStyle/>
          <a:p>
            <a:endParaRPr lang="en-US" sz="2519"/>
          </a:p>
        </p:txBody>
      </p:sp>
      <p:sp>
        <p:nvSpPr>
          <p:cNvPr id="5" name="Shape 3"/>
          <p:cNvSpPr/>
          <p:nvPr/>
        </p:nvSpPr>
        <p:spPr>
          <a:xfrm>
            <a:off x="256032" y="1474470"/>
            <a:ext cx="5824728" cy="486461"/>
          </a:xfrm>
          <a:prstGeom prst="rect">
            <a:avLst/>
          </a:prstGeom>
          <a:solidFill>
            <a:srgbClr val="2471A3"/>
          </a:solidFill>
          <a:ln/>
        </p:spPr>
        <p:txBody>
          <a:bodyPr/>
          <a:lstStyle/>
          <a:p>
            <a:endParaRPr lang="en-US" sz="2519"/>
          </a:p>
        </p:txBody>
      </p:sp>
      <p:sp>
        <p:nvSpPr>
          <p:cNvPr id="6" name="Text 4"/>
          <p:cNvSpPr/>
          <p:nvPr/>
        </p:nvSpPr>
        <p:spPr>
          <a:xfrm>
            <a:off x="384048" y="1474470"/>
            <a:ext cx="5568696" cy="486461"/>
          </a:xfrm>
          <a:prstGeom prst="rect">
            <a:avLst/>
          </a:prstGeom>
          <a:noFill/>
          <a:ln/>
        </p:spPr>
        <p:txBody>
          <a:bodyPr wrap="square" lIns="0" tIns="0" rIns="0" bIns="0" rtlCol="0" anchor="ctr"/>
          <a:lstStyle/>
          <a:p>
            <a:r>
              <a:rPr lang="en-US" sz="1680" b="1" dirty="0">
                <a:solidFill>
                  <a:srgbClr val="FFFFFF"/>
                </a:solidFill>
              </a:rPr>
              <a:t>Per-Agent Verifier</a:t>
            </a:r>
            <a:endParaRPr lang="en-US" sz="1680" dirty="0"/>
          </a:p>
        </p:txBody>
      </p:sp>
      <p:sp>
        <p:nvSpPr>
          <p:cNvPr id="7" name="Text 5"/>
          <p:cNvSpPr/>
          <p:nvPr/>
        </p:nvSpPr>
        <p:spPr>
          <a:xfrm>
            <a:off x="409651" y="2050542"/>
            <a:ext cx="5504688" cy="460858"/>
          </a:xfrm>
          <a:prstGeom prst="rect">
            <a:avLst/>
          </a:prstGeom>
          <a:noFill/>
          <a:ln/>
        </p:spPr>
        <p:txBody>
          <a:bodyPr wrap="square" lIns="0" tIns="0" rIns="0" bIns="0" rtlCol="0" anchor="ctr"/>
          <a:lstStyle/>
          <a:p>
            <a:r>
              <a:rPr lang="en-US" sz="1260" i="1" dirty="0">
                <a:solidFill>
                  <a:srgbClr val="2471A3"/>
                </a:solidFill>
              </a:rPr>
              <a:t>Question: Is each agent's reasoning internally consistent and are its assumptions appropriate for this scenario?</a:t>
            </a:r>
            <a:endParaRPr lang="en-US" sz="1260" dirty="0"/>
          </a:p>
        </p:txBody>
      </p:sp>
      <p:sp>
        <p:nvSpPr>
          <p:cNvPr id="8" name="Shape 6"/>
          <p:cNvSpPr/>
          <p:nvPr/>
        </p:nvSpPr>
        <p:spPr>
          <a:xfrm>
            <a:off x="384048" y="2588209"/>
            <a:ext cx="5568696" cy="384048"/>
          </a:xfrm>
          <a:prstGeom prst="rect">
            <a:avLst/>
          </a:prstGeom>
          <a:solidFill>
            <a:srgbClr val="EAFAF1"/>
          </a:solidFill>
          <a:ln w="5080">
            <a:solidFill>
              <a:srgbClr val="1E8449"/>
            </a:solidFill>
            <a:prstDash val="solid"/>
          </a:ln>
        </p:spPr>
        <p:txBody>
          <a:bodyPr/>
          <a:lstStyle/>
          <a:p>
            <a:endParaRPr lang="en-US" sz="2519"/>
          </a:p>
        </p:txBody>
      </p:sp>
      <p:sp>
        <p:nvSpPr>
          <p:cNvPr id="9" name="Shape 7"/>
          <p:cNvSpPr/>
          <p:nvPr/>
        </p:nvSpPr>
        <p:spPr>
          <a:xfrm>
            <a:off x="384048" y="2588209"/>
            <a:ext cx="960120" cy="384048"/>
          </a:xfrm>
          <a:prstGeom prst="rect">
            <a:avLst/>
          </a:prstGeom>
          <a:solidFill>
            <a:srgbClr val="1E8449"/>
          </a:solidFill>
          <a:ln/>
        </p:spPr>
        <p:txBody>
          <a:bodyPr/>
          <a:lstStyle/>
          <a:p>
            <a:endParaRPr lang="en-US" sz="2519"/>
          </a:p>
        </p:txBody>
      </p:sp>
      <p:sp>
        <p:nvSpPr>
          <p:cNvPr id="10" name="Text 8"/>
          <p:cNvSpPr/>
          <p:nvPr/>
        </p:nvSpPr>
        <p:spPr>
          <a:xfrm>
            <a:off x="384048" y="2588209"/>
            <a:ext cx="960120" cy="384048"/>
          </a:xfrm>
          <a:prstGeom prst="rect">
            <a:avLst/>
          </a:prstGeom>
          <a:noFill/>
          <a:ln/>
        </p:spPr>
        <p:txBody>
          <a:bodyPr wrap="square" lIns="0" tIns="0" rIns="0" bIns="0" rtlCol="0" anchor="ctr"/>
          <a:lstStyle/>
          <a:p>
            <a:pPr algn="ctr"/>
            <a:r>
              <a:rPr lang="en-US" sz="1120" b="1" dirty="0">
                <a:solidFill>
                  <a:srgbClr val="FFFFFF"/>
                </a:solidFill>
              </a:rPr>
              <a:t>Coverage</a:t>
            </a:r>
            <a:endParaRPr lang="en-US" sz="1120" dirty="0"/>
          </a:p>
        </p:txBody>
      </p:sp>
      <p:sp>
        <p:nvSpPr>
          <p:cNvPr id="11" name="Shape 9"/>
          <p:cNvSpPr/>
          <p:nvPr/>
        </p:nvSpPr>
        <p:spPr>
          <a:xfrm>
            <a:off x="1369771" y="2588209"/>
            <a:ext cx="614477" cy="384048"/>
          </a:xfrm>
          <a:prstGeom prst="rect">
            <a:avLst/>
          </a:prstGeom>
          <a:solidFill>
            <a:srgbClr val="1E8449"/>
          </a:solidFill>
          <a:ln/>
        </p:spPr>
        <p:txBody>
          <a:bodyPr/>
          <a:lstStyle/>
          <a:p>
            <a:endParaRPr lang="en-US" sz="2519"/>
          </a:p>
        </p:txBody>
      </p:sp>
      <p:sp>
        <p:nvSpPr>
          <p:cNvPr id="12" name="Text 10"/>
          <p:cNvSpPr/>
          <p:nvPr/>
        </p:nvSpPr>
        <p:spPr>
          <a:xfrm>
            <a:off x="1369771" y="2588209"/>
            <a:ext cx="614477" cy="384048"/>
          </a:xfrm>
          <a:prstGeom prst="rect">
            <a:avLst/>
          </a:prstGeom>
          <a:noFill/>
          <a:ln/>
        </p:spPr>
        <p:txBody>
          <a:bodyPr wrap="square" lIns="0" tIns="0" rIns="0" bIns="0" rtlCol="0" anchor="ctr"/>
          <a:lstStyle/>
          <a:p>
            <a:pPr algn="ctr"/>
            <a:r>
              <a:rPr lang="en-US" sz="1050" b="1" dirty="0">
                <a:solidFill>
                  <a:srgbClr val="FFFFFF"/>
                </a:solidFill>
              </a:rPr>
              <a:t>pass</a:t>
            </a:r>
            <a:endParaRPr lang="en-US" sz="1050" dirty="0"/>
          </a:p>
        </p:txBody>
      </p:sp>
      <p:sp>
        <p:nvSpPr>
          <p:cNvPr id="13" name="Text 11"/>
          <p:cNvSpPr/>
          <p:nvPr/>
        </p:nvSpPr>
        <p:spPr>
          <a:xfrm>
            <a:off x="2048256" y="2639416"/>
            <a:ext cx="3840480" cy="281635"/>
          </a:xfrm>
          <a:prstGeom prst="rect">
            <a:avLst/>
          </a:prstGeom>
          <a:noFill/>
          <a:ln/>
        </p:spPr>
        <p:txBody>
          <a:bodyPr wrap="square" lIns="0" tIns="0" rIns="0" bIns="0" rtlCol="0" anchor="ctr"/>
          <a:lstStyle/>
          <a:p>
            <a:r>
              <a:rPr lang="en-US" sz="1092" dirty="0">
                <a:solidFill>
                  <a:srgbClr val="1C2833"/>
                </a:solidFill>
              </a:rPr>
              <a:t>verdict_scope = failed_sectors_only ✓  ·  per_zone exists for S0, S2 ✓</a:t>
            </a:r>
            <a:endParaRPr lang="en-US" sz="1092" dirty="0"/>
          </a:p>
        </p:txBody>
      </p:sp>
      <p:sp>
        <p:nvSpPr>
          <p:cNvPr id="14" name="Shape 12"/>
          <p:cNvSpPr/>
          <p:nvPr/>
        </p:nvSpPr>
        <p:spPr>
          <a:xfrm>
            <a:off x="384048" y="3049067"/>
            <a:ext cx="5568696" cy="384048"/>
          </a:xfrm>
          <a:prstGeom prst="rect">
            <a:avLst/>
          </a:prstGeom>
          <a:solidFill>
            <a:srgbClr val="EAFAF1"/>
          </a:solidFill>
          <a:ln w="5080">
            <a:solidFill>
              <a:srgbClr val="1E8449"/>
            </a:solidFill>
            <a:prstDash val="solid"/>
          </a:ln>
        </p:spPr>
        <p:txBody>
          <a:bodyPr/>
          <a:lstStyle/>
          <a:p>
            <a:endParaRPr lang="en-US" sz="2519"/>
          </a:p>
        </p:txBody>
      </p:sp>
      <p:sp>
        <p:nvSpPr>
          <p:cNvPr id="15" name="Shape 13"/>
          <p:cNvSpPr/>
          <p:nvPr/>
        </p:nvSpPr>
        <p:spPr>
          <a:xfrm>
            <a:off x="384048" y="3049067"/>
            <a:ext cx="960120" cy="384048"/>
          </a:xfrm>
          <a:prstGeom prst="rect">
            <a:avLst/>
          </a:prstGeom>
          <a:solidFill>
            <a:srgbClr val="1E8449"/>
          </a:solidFill>
          <a:ln/>
        </p:spPr>
        <p:txBody>
          <a:bodyPr/>
          <a:lstStyle/>
          <a:p>
            <a:endParaRPr lang="en-US" sz="2519"/>
          </a:p>
        </p:txBody>
      </p:sp>
      <p:sp>
        <p:nvSpPr>
          <p:cNvPr id="16" name="Text 14"/>
          <p:cNvSpPr/>
          <p:nvPr/>
        </p:nvSpPr>
        <p:spPr>
          <a:xfrm>
            <a:off x="384048" y="3049067"/>
            <a:ext cx="960120" cy="384048"/>
          </a:xfrm>
          <a:prstGeom prst="rect">
            <a:avLst/>
          </a:prstGeom>
          <a:noFill/>
          <a:ln/>
        </p:spPr>
        <p:txBody>
          <a:bodyPr wrap="square" lIns="0" tIns="0" rIns="0" bIns="0" rtlCol="0" anchor="ctr"/>
          <a:lstStyle/>
          <a:p>
            <a:pPr algn="ctr"/>
            <a:r>
              <a:rPr lang="en-US" sz="1120" b="1" dirty="0">
                <a:solidFill>
                  <a:srgbClr val="FFFFFF"/>
                </a:solidFill>
              </a:rPr>
              <a:t>Config</a:t>
            </a:r>
            <a:endParaRPr lang="en-US" sz="1120" dirty="0"/>
          </a:p>
        </p:txBody>
      </p:sp>
      <p:sp>
        <p:nvSpPr>
          <p:cNvPr id="17" name="Shape 15"/>
          <p:cNvSpPr/>
          <p:nvPr/>
        </p:nvSpPr>
        <p:spPr>
          <a:xfrm>
            <a:off x="1369771" y="3049067"/>
            <a:ext cx="614477" cy="384048"/>
          </a:xfrm>
          <a:prstGeom prst="rect">
            <a:avLst/>
          </a:prstGeom>
          <a:solidFill>
            <a:srgbClr val="1E8449"/>
          </a:solidFill>
          <a:ln/>
        </p:spPr>
        <p:txBody>
          <a:bodyPr/>
          <a:lstStyle/>
          <a:p>
            <a:endParaRPr lang="en-US" sz="2519"/>
          </a:p>
        </p:txBody>
      </p:sp>
      <p:sp>
        <p:nvSpPr>
          <p:cNvPr id="18" name="Text 16"/>
          <p:cNvSpPr/>
          <p:nvPr/>
        </p:nvSpPr>
        <p:spPr>
          <a:xfrm>
            <a:off x="1369771" y="3049067"/>
            <a:ext cx="614477" cy="384048"/>
          </a:xfrm>
          <a:prstGeom prst="rect">
            <a:avLst/>
          </a:prstGeom>
          <a:noFill/>
          <a:ln/>
        </p:spPr>
        <p:txBody>
          <a:bodyPr wrap="square" lIns="0" tIns="0" rIns="0" bIns="0" rtlCol="0" anchor="ctr"/>
          <a:lstStyle/>
          <a:p>
            <a:pPr algn="ctr"/>
            <a:r>
              <a:rPr lang="en-US" sz="1050" b="1" dirty="0">
                <a:solidFill>
                  <a:srgbClr val="FFFFFF"/>
                </a:solidFill>
              </a:rPr>
              <a:t>pass</a:t>
            </a:r>
            <a:endParaRPr lang="en-US" sz="1050" dirty="0"/>
          </a:p>
        </p:txBody>
      </p:sp>
      <p:sp>
        <p:nvSpPr>
          <p:cNvPr id="19" name="Text 17"/>
          <p:cNvSpPr/>
          <p:nvPr/>
        </p:nvSpPr>
        <p:spPr>
          <a:xfrm>
            <a:off x="2048256" y="3100273"/>
            <a:ext cx="3840480" cy="281635"/>
          </a:xfrm>
          <a:prstGeom prst="rect">
            <a:avLst/>
          </a:prstGeom>
          <a:noFill/>
          <a:ln/>
        </p:spPr>
        <p:txBody>
          <a:bodyPr wrap="square" lIns="0" tIns="0" rIns="0" bIns="0" rtlCol="0" anchor="ctr"/>
          <a:lstStyle/>
          <a:p>
            <a:r>
              <a:rPr lang="en-US" sz="1092" dirty="0">
                <a:solidFill>
                  <a:srgbClr val="1C2833"/>
                </a:solidFill>
              </a:rPr>
              <a:t>Feasibility rules applied correctly ✓  ·  micro-site limitation documented ✓</a:t>
            </a:r>
            <a:endParaRPr lang="en-US" sz="1092" dirty="0"/>
          </a:p>
        </p:txBody>
      </p:sp>
      <p:sp>
        <p:nvSpPr>
          <p:cNvPr id="20" name="Shape 18"/>
          <p:cNvSpPr/>
          <p:nvPr/>
        </p:nvSpPr>
        <p:spPr>
          <a:xfrm>
            <a:off x="384048" y="3509924"/>
            <a:ext cx="5568696" cy="384048"/>
          </a:xfrm>
          <a:prstGeom prst="rect">
            <a:avLst/>
          </a:prstGeom>
          <a:solidFill>
            <a:srgbClr val="EAFAF1"/>
          </a:solidFill>
          <a:ln w="5080">
            <a:solidFill>
              <a:srgbClr val="1E8449"/>
            </a:solidFill>
            <a:prstDash val="solid"/>
          </a:ln>
        </p:spPr>
        <p:txBody>
          <a:bodyPr/>
          <a:lstStyle/>
          <a:p>
            <a:endParaRPr lang="en-US" sz="2519"/>
          </a:p>
        </p:txBody>
      </p:sp>
      <p:sp>
        <p:nvSpPr>
          <p:cNvPr id="21" name="Shape 19"/>
          <p:cNvSpPr/>
          <p:nvPr/>
        </p:nvSpPr>
        <p:spPr>
          <a:xfrm>
            <a:off x="384048" y="3509924"/>
            <a:ext cx="960120" cy="384048"/>
          </a:xfrm>
          <a:prstGeom prst="rect">
            <a:avLst/>
          </a:prstGeom>
          <a:solidFill>
            <a:srgbClr val="1E8449"/>
          </a:solidFill>
          <a:ln/>
        </p:spPr>
        <p:txBody>
          <a:bodyPr/>
          <a:lstStyle/>
          <a:p>
            <a:endParaRPr lang="en-US" sz="2519"/>
          </a:p>
        </p:txBody>
      </p:sp>
      <p:sp>
        <p:nvSpPr>
          <p:cNvPr id="22" name="Text 20"/>
          <p:cNvSpPr/>
          <p:nvPr/>
        </p:nvSpPr>
        <p:spPr>
          <a:xfrm>
            <a:off x="384048" y="3509924"/>
            <a:ext cx="960120" cy="384048"/>
          </a:xfrm>
          <a:prstGeom prst="rect">
            <a:avLst/>
          </a:prstGeom>
          <a:noFill/>
          <a:ln/>
        </p:spPr>
        <p:txBody>
          <a:bodyPr wrap="square" lIns="0" tIns="0" rIns="0" bIns="0" rtlCol="0" anchor="ctr"/>
          <a:lstStyle/>
          <a:p>
            <a:pPr algn="ctr"/>
            <a:r>
              <a:rPr lang="en-US" sz="1120" b="1" dirty="0">
                <a:solidFill>
                  <a:srgbClr val="FFFFFF"/>
                </a:solidFill>
              </a:rPr>
              <a:t>Geo</a:t>
            </a:r>
            <a:endParaRPr lang="en-US" sz="1120" dirty="0"/>
          </a:p>
        </p:txBody>
      </p:sp>
      <p:sp>
        <p:nvSpPr>
          <p:cNvPr id="23" name="Shape 21"/>
          <p:cNvSpPr/>
          <p:nvPr/>
        </p:nvSpPr>
        <p:spPr>
          <a:xfrm>
            <a:off x="1369771" y="3509924"/>
            <a:ext cx="614477" cy="384048"/>
          </a:xfrm>
          <a:prstGeom prst="rect">
            <a:avLst/>
          </a:prstGeom>
          <a:solidFill>
            <a:srgbClr val="1E8449"/>
          </a:solidFill>
          <a:ln/>
        </p:spPr>
        <p:txBody>
          <a:bodyPr/>
          <a:lstStyle/>
          <a:p>
            <a:endParaRPr lang="en-US" sz="2519"/>
          </a:p>
        </p:txBody>
      </p:sp>
      <p:sp>
        <p:nvSpPr>
          <p:cNvPr id="24" name="Text 22"/>
          <p:cNvSpPr/>
          <p:nvPr/>
        </p:nvSpPr>
        <p:spPr>
          <a:xfrm>
            <a:off x="1369771" y="3509924"/>
            <a:ext cx="614477" cy="384048"/>
          </a:xfrm>
          <a:prstGeom prst="rect">
            <a:avLst/>
          </a:prstGeom>
          <a:noFill/>
          <a:ln/>
        </p:spPr>
        <p:txBody>
          <a:bodyPr wrap="square" lIns="0" tIns="0" rIns="0" bIns="0" rtlCol="0" anchor="ctr"/>
          <a:lstStyle/>
          <a:p>
            <a:pPr algn="ctr"/>
            <a:r>
              <a:rPr lang="en-US" sz="1050" b="1" dirty="0">
                <a:solidFill>
                  <a:srgbClr val="FFFFFF"/>
                </a:solidFill>
              </a:rPr>
              <a:t>pass</a:t>
            </a:r>
            <a:endParaRPr lang="en-US" sz="1050" dirty="0"/>
          </a:p>
        </p:txBody>
      </p:sp>
      <p:sp>
        <p:nvSpPr>
          <p:cNvPr id="25" name="Text 23"/>
          <p:cNvSpPr/>
          <p:nvPr/>
        </p:nvSpPr>
        <p:spPr>
          <a:xfrm>
            <a:off x="2048256" y="3561131"/>
            <a:ext cx="3840480" cy="281635"/>
          </a:xfrm>
          <a:prstGeom prst="rect">
            <a:avLst/>
          </a:prstGeom>
          <a:noFill/>
          <a:ln/>
        </p:spPr>
        <p:txBody>
          <a:bodyPr wrap="square" lIns="0" tIns="0" rIns="0" bIns="0" rtlCol="0" anchor="ctr"/>
          <a:lstStyle/>
          <a:p>
            <a:r>
              <a:rPr lang="en-US" sz="1092" dirty="0">
                <a:solidFill>
                  <a:srgbClr val="1C2833"/>
                </a:solidFill>
              </a:rPr>
              <a:t>Land-use from map evidence ✓  ·  no unsupported infrastructure flag ✓</a:t>
            </a:r>
            <a:endParaRPr lang="en-US" sz="1092" dirty="0"/>
          </a:p>
        </p:txBody>
      </p:sp>
      <p:sp>
        <p:nvSpPr>
          <p:cNvPr id="26" name="Shape 24"/>
          <p:cNvSpPr/>
          <p:nvPr/>
        </p:nvSpPr>
        <p:spPr>
          <a:xfrm>
            <a:off x="384048" y="3970782"/>
            <a:ext cx="5568696" cy="384048"/>
          </a:xfrm>
          <a:prstGeom prst="rect">
            <a:avLst/>
          </a:prstGeom>
          <a:solidFill>
            <a:srgbClr val="FEE2E2"/>
          </a:solidFill>
          <a:ln w="5080">
            <a:solidFill>
              <a:srgbClr val="C0392B"/>
            </a:solidFill>
            <a:prstDash val="solid"/>
          </a:ln>
        </p:spPr>
        <p:txBody>
          <a:bodyPr/>
          <a:lstStyle/>
          <a:p>
            <a:endParaRPr lang="en-US" sz="2519"/>
          </a:p>
        </p:txBody>
      </p:sp>
      <p:sp>
        <p:nvSpPr>
          <p:cNvPr id="27" name="Shape 25"/>
          <p:cNvSpPr/>
          <p:nvPr/>
        </p:nvSpPr>
        <p:spPr>
          <a:xfrm>
            <a:off x="384048" y="3970782"/>
            <a:ext cx="960120" cy="384048"/>
          </a:xfrm>
          <a:prstGeom prst="rect">
            <a:avLst/>
          </a:prstGeom>
          <a:solidFill>
            <a:srgbClr val="C0392B"/>
          </a:solidFill>
          <a:ln/>
        </p:spPr>
        <p:txBody>
          <a:bodyPr/>
          <a:lstStyle/>
          <a:p>
            <a:endParaRPr lang="en-US" sz="2519"/>
          </a:p>
        </p:txBody>
      </p:sp>
      <p:sp>
        <p:nvSpPr>
          <p:cNvPr id="28" name="Text 26"/>
          <p:cNvSpPr/>
          <p:nvPr/>
        </p:nvSpPr>
        <p:spPr>
          <a:xfrm>
            <a:off x="384048" y="3970782"/>
            <a:ext cx="960120" cy="384048"/>
          </a:xfrm>
          <a:prstGeom prst="rect">
            <a:avLst/>
          </a:prstGeom>
          <a:noFill/>
          <a:ln/>
        </p:spPr>
        <p:txBody>
          <a:bodyPr wrap="square" lIns="0" tIns="0" rIns="0" bIns="0" rtlCol="0" anchor="ctr"/>
          <a:lstStyle/>
          <a:p>
            <a:pPr algn="ctr"/>
            <a:r>
              <a:rPr lang="en-US" sz="1120" b="1" dirty="0">
                <a:solidFill>
                  <a:srgbClr val="FFFFFF"/>
                </a:solidFill>
              </a:rPr>
              <a:t>KPI</a:t>
            </a:r>
            <a:endParaRPr lang="en-US" sz="1120" dirty="0"/>
          </a:p>
        </p:txBody>
      </p:sp>
      <p:sp>
        <p:nvSpPr>
          <p:cNvPr id="29" name="Shape 27"/>
          <p:cNvSpPr/>
          <p:nvPr/>
        </p:nvSpPr>
        <p:spPr>
          <a:xfrm>
            <a:off x="1369771" y="3970782"/>
            <a:ext cx="614477" cy="384048"/>
          </a:xfrm>
          <a:prstGeom prst="rect">
            <a:avLst/>
          </a:prstGeom>
          <a:solidFill>
            <a:srgbClr val="C0392B"/>
          </a:solidFill>
          <a:ln/>
        </p:spPr>
        <p:txBody>
          <a:bodyPr/>
          <a:lstStyle/>
          <a:p>
            <a:endParaRPr lang="en-US" sz="2519"/>
          </a:p>
        </p:txBody>
      </p:sp>
      <p:sp>
        <p:nvSpPr>
          <p:cNvPr id="30" name="Text 28"/>
          <p:cNvSpPr/>
          <p:nvPr/>
        </p:nvSpPr>
        <p:spPr>
          <a:xfrm>
            <a:off x="1369771" y="3970782"/>
            <a:ext cx="614477" cy="384048"/>
          </a:xfrm>
          <a:prstGeom prst="rect">
            <a:avLst/>
          </a:prstGeom>
          <a:noFill/>
          <a:ln/>
        </p:spPr>
        <p:txBody>
          <a:bodyPr wrap="square" lIns="0" tIns="0" rIns="0" bIns="0" rtlCol="0" anchor="ctr"/>
          <a:lstStyle/>
          <a:p>
            <a:pPr algn="ctr"/>
            <a:r>
              <a:rPr lang="en-US" sz="1050" b="1" dirty="0">
                <a:solidFill>
                  <a:srgbClr val="FFFFFF"/>
                </a:solidFill>
              </a:rPr>
              <a:t>FAIL</a:t>
            </a:r>
            <a:endParaRPr lang="en-US" sz="1050" dirty="0"/>
          </a:p>
        </p:txBody>
      </p:sp>
      <p:sp>
        <p:nvSpPr>
          <p:cNvPr id="31" name="Text 29"/>
          <p:cNvSpPr/>
          <p:nvPr/>
        </p:nvSpPr>
        <p:spPr>
          <a:xfrm>
            <a:off x="2048256" y="4021989"/>
            <a:ext cx="3840480" cy="281635"/>
          </a:xfrm>
          <a:prstGeom prst="rect">
            <a:avLst/>
          </a:prstGeom>
          <a:noFill/>
          <a:ln/>
        </p:spPr>
        <p:txBody>
          <a:bodyPr wrap="square" lIns="0" tIns="0" rIns="0" bIns="0" rtlCol="0" anchor="ctr"/>
          <a:lstStyle/>
          <a:p>
            <a:r>
              <a:rPr lang="en-US" sz="1092" dirty="0">
                <a:solidFill>
                  <a:srgbClr val="1C2833"/>
                </a:solidFill>
              </a:rPr>
              <a:t>Risk</a:t>
            </a:r>
            <a:r>
              <a:rPr lang="zh-CN" altLang="en-US" sz="1092" dirty="0">
                <a:solidFill>
                  <a:srgbClr val="1C2833"/>
                </a:solidFill>
              </a:rPr>
              <a:t> </a:t>
            </a:r>
            <a:r>
              <a:rPr lang="en-US" sz="1092" dirty="0">
                <a:solidFill>
                  <a:srgbClr val="1C2833"/>
                </a:solidFill>
              </a:rPr>
              <a:t>note described the forecast without clearly framing it as an estimated capacity-pressure</a:t>
            </a:r>
            <a:endParaRPr lang="en-US" sz="1092" dirty="0"/>
          </a:p>
        </p:txBody>
      </p:sp>
      <p:sp>
        <p:nvSpPr>
          <p:cNvPr id="32" name="Shape 30"/>
          <p:cNvSpPr/>
          <p:nvPr/>
        </p:nvSpPr>
        <p:spPr>
          <a:xfrm>
            <a:off x="256032" y="4610862"/>
            <a:ext cx="5824728" cy="2816352"/>
          </a:xfrm>
          <a:prstGeom prst="rect">
            <a:avLst/>
          </a:prstGeom>
          <a:solidFill>
            <a:srgbClr val="FFF5F5"/>
          </a:solidFill>
          <a:ln w="12700">
            <a:solidFill>
              <a:srgbClr val="C0392B"/>
            </a:solidFill>
            <a:prstDash val="solid"/>
          </a:ln>
        </p:spPr>
        <p:txBody>
          <a:bodyPr/>
          <a:lstStyle/>
          <a:p>
            <a:endParaRPr lang="en-US" sz="2519"/>
          </a:p>
        </p:txBody>
      </p:sp>
      <p:sp>
        <p:nvSpPr>
          <p:cNvPr id="33" name="Shape 31"/>
          <p:cNvSpPr/>
          <p:nvPr/>
        </p:nvSpPr>
        <p:spPr>
          <a:xfrm>
            <a:off x="256032" y="4610862"/>
            <a:ext cx="5824728" cy="486461"/>
          </a:xfrm>
          <a:prstGeom prst="rect">
            <a:avLst/>
          </a:prstGeom>
          <a:solidFill>
            <a:srgbClr val="C0392B"/>
          </a:solidFill>
          <a:ln/>
        </p:spPr>
        <p:txBody>
          <a:bodyPr/>
          <a:lstStyle/>
          <a:p>
            <a:endParaRPr lang="en-US" sz="2519"/>
          </a:p>
        </p:txBody>
      </p:sp>
      <p:sp>
        <p:nvSpPr>
          <p:cNvPr id="34" name="Text 32"/>
          <p:cNvSpPr/>
          <p:nvPr/>
        </p:nvSpPr>
        <p:spPr>
          <a:xfrm>
            <a:off x="384048" y="4610862"/>
            <a:ext cx="5568696" cy="486461"/>
          </a:xfrm>
          <a:prstGeom prst="rect">
            <a:avLst/>
          </a:prstGeom>
          <a:noFill/>
          <a:ln/>
        </p:spPr>
        <p:txBody>
          <a:bodyPr wrap="square" lIns="0" tIns="0" rIns="0" bIns="0" rtlCol="0" anchor="ctr"/>
          <a:lstStyle/>
          <a:p>
            <a:r>
              <a:rPr lang="en-US" sz="1680" b="1" dirty="0">
                <a:solidFill>
                  <a:srgbClr val="FFFFFF"/>
                </a:solidFill>
              </a:rPr>
              <a:t>Cross-Agent Verifier</a:t>
            </a:r>
            <a:endParaRPr lang="en-US" sz="1680" dirty="0"/>
          </a:p>
        </p:txBody>
      </p:sp>
      <p:sp>
        <p:nvSpPr>
          <p:cNvPr id="35" name="Text 33"/>
          <p:cNvSpPr/>
          <p:nvPr/>
        </p:nvSpPr>
        <p:spPr>
          <a:xfrm>
            <a:off x="409651" y="5174132"/>
            <a:ext cx="5504688" cy="358445"/>
          </a:xfrm>
          <a:prstGeom prst="rect">
            <a:avLst/>
          </a:prstGeom>
          <a:noFill/>
          <a:ln/>
        </p:spPr>
        <p:txBody>
          <a:bodyPr wrap="square" lIns="0" tIns="0" rIns="0" bIns="0" rtlCol="0" anchor="ctr"/>
          <a:lstStyle/>
          <a:p>
            <a:r>
              <a:rPr lang="en-US" sz="1260" i="1" dirty="0">
                <a:solidFill>
                  <a:srgbClr val="C0392B"/>
                </a:solidFill>
              </a:rPr>
              <a:t>Do agent outputs agree across layers — and what action follows disagreement?</a:t>
            </a:r>
            <a:endParaRPr lang="en-US" sz="1260" dirty="0"/>
          </a:p>
        </p:txBody>
      </p:sp>
      <p:sp>
        <p:nvSpPr>
          <p:cNvPr id="36" name="Text 34"/>
          <p:cNvSpPr/>
          <p:nvPr/>
        </p:nvSpPr>
        <p:spPr>
          <a:xfrm>
            <a:off x="384048" y="5609387"/>
            <a:ext cx="358445" cy="307238"/>
          </a:xfrm>
          <a:prstGeom prst="rect">
            <a:avLst/>
          </a:prstGeom>
          <a:noFill/>
          <a:ln/>
        </p:spPr>
        <p:txBody>
          <a:bodyPr wrap="square" lIns="0" tIns="0" rIns="0" bIns="0" rtlCol="0" anchor="ctr"/>
          <a:lstStyle/>
          <a:p>
            <a:pPr algn="ctr"/>
            <a:r>
              <a:rPr lang="en-US" sz="1400" b="1" dirty="0">
                <a:solidFill>
                  <a:srgbClr val="C0392B"/>
                </a:solidFill>
              </a:rPr>
              <a:t>🔴</a:t>
            </a:r>
            <a:endParaRPr lang="en-US" sz="1400" dirty="0"/>
          </a:p>
        </p:txBody>
      </p:sp>
      <p:sp>
        <p:nvSpPr>
          <p:cNvPr id="37" name="Text 35"/>
          <p:cNvSpPr/>
          <p:nvPr/>
        </p:nvSpPr>
        <p:spPr>
          <a:xfrm>
            <a:off x="793699" y="5634990"/>
            <a:ext cx="1984248" cy="256032"/>
          </a:xfrm>
          <a:prstGeom prst="rect">
            <a:avLst/>
          </a:prstGeom>
          <a:noFill/>
          <a:ln/>
        </p:spPr>
        <p:txBody>
          <a:bodyPr wrap="square" lIns="0" tIns="0" rIns="0" bIns="0" rtlCol="0" anchor="ctr"/>
          <a:lstStyle/>
          <a:p>
            <a:r>
              <a:rPr lang="en-US" sz="1120" b="1" dirty="0">
                <a:solidFill>
                  <a:srgbClr val="1C2833"/>
                </a:solidFill>
              </a:rPr>
              <a:t>Coverage ↔ KPI:</a:t>
            </a:r>
            <a:endParaRPr lang="en-US" sz="1120" dirty="0"/>
          </a:p>
        </p:txBody>
      </p:sp>
      <p:sp>
        <p:nvSpPr>
          <p:cNvPr id="38" name="Text 36"/>
          <p:cNvSpPr/>
          <p:nvPr/>
        </p:nvSpPr>
        <p:spPr>
          <a:xfrm>
            <a:off x="2816352" y="5634990"/>
            <a:ext cx="3200400" cy="256032"/>
          </a:xfrm>
          <a:prstGeom prst="rect">
            <a:avLst/>
          </a:prstGeom>
          <a:noFill/>
          <a:ln/>
        </p:spPr>
        <p:txBody>
          <a:bodyPr wrap="square" lIns="0" tIns="0" rIns="0" bIns="0" rtlCol="0" anchor="ctr"/>
          <a:lstStyle/>
          <a:p>
            <a:r>
              <a:rPr lang="en-US" sz="1092" b="1" dirty="0">
                <a:solidFill>
                  <a:srgbClr val="C0392B"/>
                </a:solidFill>
              </a:rPr>
              <a:t>MAJOR — signal_capacity_conflict</a:t>
            </a:r>
            <a:endParaRPr lang="en-US" sz="1092" dirty="0"/>
          </a:p>
        </p:txBody>
      </p:sp>
      <p:sp>
        <p:nvSpPr>
          <p:cNvPr id="39" name="Text 37"/>
          <p:cNvSpPr/>
          <p:nvPr/>
        </p:nvSpPr>
        <p:spPr>
          <a:xfrm>
            <a:off x="384048" y="5967832"/>
            <a:ext cx="358445" cy="307238"/>
          </a:xfrm>
          <a:prstGeom prst="rect">
            <a:avLst/>
          </a:prstGeom>
          <a:noFill/>
          <a:ln/>
        </p:spPr>
        <p:txBody>
          <a:bodyPr wrap="square" lIns="0" tIns="0" rIns="0" bIns="0" rtlCol="0" anchor="ctr"/>
          <a:lstStyle/>
          <a:p>
            <a:pPr algn="ctr"/>
            <a:r>
              <a:rPr lang="en-US" sz="1400" b="1" dirty="0">
                <a:solidFill>
                  <a:srgbClr val="D4AC0D"/>
                </a:solidFill>
              </a:rPr>
              <a:t>⚠</a:t>
            </a:r>
            <a:endParaRPr lang="en-US" sz="1400" dirty="0"/>
          </a:p>
        </p:txBody>
      </p:sp>
      <p:sp>
        <p:nvSpPr>
          <p:cNvPr id="40" name="Text 38"/>
          <p:cNvSpPr/>
          <p:nvPr/>
        </p:nvSpPr>
        <p:spPr>
          <a:xfrm>
            <a:off x="793699" y="5993435"/>
            <a:ext cx="1984248" cy="256032"/>
          </a:xfrm>
          <a:prstGeom prst="rect">
            <a:avLst/>
          </a:prstGeom>
          <a:noFill/>
          <a:ln/>
        </p:spPr>
        <p:txBody>
          <a:bodyPr wrap="square" lIns="0" tIns="0" rIns="0" bIns="0" rtlCol="0" anchor="ctr"/>
          <a:lstStyle/>
          <a:p>
            <a:r>
              <a:rPr lang="en-US" sz="1120" b="1" dirty="0">
                <a:solidFill>
                  <a:srgbClr val="1C2833"/>
                </a:solidFill>
              </a:rPr>
              <a:t>KPI ↔ Config:</a:t>
            </a:r>
            <a:endParaRPr lang="en-US" sz="1120" dirty="0"/>
          </a:p>
        </p:txBody>
      </p:sp>
      <p:sp>
        <p:nvSpPr>
          <p:cNvPr id="41" name="Text 39"/>
          <p:cNvSpPr/>
          <p:nvPr/>
        </p:nvSpPr>
        <p:spPr>
          <a:xfrm>
            <a:off x="2816352" y="5993435"/>
            <a:ext cx="3200400" cy="256032"/>
          </a:xfrm>
          <a:prstGeom prst="rect">
            <a:avLst/>
          </a:prstGeom>
          <a:noFill/>
          <a:ln/>
        </p:spPr>
        <p:txBody>
          <a:bodyPr wrap="square" lIns="0" tIns="0" rIns="0" bIns="0" rtlCol="0" anchor="ctr"/>
          <a:lstStyle/>
          <a:p>
            <a:r>
              <a:rPr lang="en-US" sz="1092" b="1" dirty="0">
                <a:solidFill>
                  <a:srgbClr val="D4AC0D"/>
                </a:solidFill>
              </a:rPr>
              <a:t>minor — config_or_software_bottleneck</a:t>
            </a:r>
            <a:endParaRPr lang="en-US" sz="1092" dirty="0"/>
          </a:p>
        </p:txBody>
      </p:sp>
      <p:sp>
        <p:nvSpPr>
          <p:cNvPr id="42" name="Text 40"/>
          <p:cNvSpPr/>
          <p:nvPr/>
        </p:nvSpPr>
        <p:spPr>
          <a:xfrm>
            <a:off x="384048" y="6326277"/>
            <a:ext cx="358445" cy="307238"/>
          </a:xfrm>
          <a:prstGeom prst="rect">
            <a:avLst/>
          </a:prstGeom>
          <a:noFill/>
          <a:ln/>
        </p:spPr>
        <p:txBody>
          <a:bodyPr wrap="square" lIns="0" tIns="0" rIns="0" bIns="0" rtlCol="0" anchor="ctr"/>
          <a:lstStyle/>
          <a:p>
            <a:pPr algn="ctr"/>
            <a:r>
              <a:rPr lang="en-US" sz="1400" b="1" dirty="0">
                <a:solidFill>
                  <a:srgbClr val="1E8449"/>
                </a:solidFill>
              </a:rPr>
              <a:t>✓</a:t>
            </a:r>
            <a:endParaRPr lang="en-US" sz="1400" dirty="0"/>
          </a:p>
        </p:txBody>
      </p:sp>
      <p:sp>
        <p:nvSpPr>
          <p:cNvPr id="43" name="Text 41"/>
          <p:cNvSpPr/>
          <p:nvPr/>
        </p:nvSpPr>
        <p:spPr>
          <a:xfrm>
            <a:off x="793699" y="6351880"/>
            <a:ext cx="1984248" cy="256032"/>
          </a:xfrm>
          <a:prstGeom prst="rect">
            <a:avLst/>
          </a:prstGeom>
          <a:noFill/>
          <a:ln/>
        </p:spPr>
        <p:txBody>
          <a:bodyPr wrap="square" lIns="0" tIns="0" rIns="0" bIns="0" rtlCol="0" anchor="ctr"/>
          <a:lstStyle/>
          <a:p>
            <a:r>
              <a:rPr lang="en-US" sz="1120" b="1" dirty="0">
                <a:solidFill>
                  <a:srgbClr val="1C2833"/>
                </a:solidFill>
              </a:rPr>
              <a:t>Coverage ↔ Geo:</a:t>
            </a:r>
            <a:endParaRPr lang="en-US" sz="1120" dirty="0"/>
          </a:p>
        </p:txBody>
      </p:sp>
      <p:sp>
        <p:nvSpPr>
          <p:cNvPr id="44" name="Text 42"/>
          <p:cNvSpPr/>
          <p:nvPr/>
        </p:nvSpPr>
        <p:spPr>
          <a:xfrm>
            <a:off x="2816352" y="6351880"/>
            <a:ext cx="3200400" cy="256032"/>
          </a:xfrm>
          <a:prstGeom prst="rect">
            <a:avLst/>
          </a:prstGeom>
          <a:noFill/>
          <a:ln/>
        </p:spPr>
        <p:txBody>
          <a:bodyPr wrap="square" lIns="0" tIns="0" rIns="0" bIns="0" rtlCol="0" anchor="ctr"/>
          <a:lstStyle/>
          <a:p>
            <a:r>
              <a:rPr lang="en-US" sz="1092" dirty="0">
                <a:solidFill>
                  <a:srgbClr val="1E8449"/>
                </a:solidFill>
              </a:rPr>
              <a:t>consistent</a:t>
            </a:r>
            <a:endParaRPr lang="en-US" sz="1092" dirty="0"/>
          </a:p>
        </p:txBody>
      </p:sp>
      <p:sp>
        <p:nvSpPr>
          <p:cNvPr id="45" name="Text 43"/>
          <p:cNvSpPr/>
          <p:nvPr/>
        </p:nvSpPr>
        <p:spPr>
          <a:xfrm>
            <a:off x="384048" y="6684721"/>
            <a:ext cx="358445" cy="307238"/>
          </a:xfrm>
          <a:prstGeom prst="rect">
            <a:avLst/>
          </a:prstGeom>
          <a:noFill/>
          <a:ln/>
        </p:spPr>
        <p:txBody>
          <a:bodyPr wrap="square" lIns="0" tIns="0" rIns="0" bIns="0" rtlCol="0" anchor="ctr"/>
          <a:lstStyle/>
          <a:p>
            <a:pPr algn="ctr"/>
            <a:r>
              <a:rPr lang="en-US" sz="1400" b="1" dirty="0">
                <a:solidFill>
                  <a:srgbClr val="1E8449"/>
                </a:solidFill>
              </a:rPr>
              <a:t>✓</a:t>
            </a:r>
            <a:endParaRPr lang="en-US" sz="1400" dirty="0"/>
          </a:p>
        </p:txBody>
      </p:sp>
      <p:sp>
        <p:nvSpPr>
          <p:cNvPr id="46" name="Text 44"/>
          <p:cNvSpPr/>
          <p:nvPr/>
        </p:nvSpPr>
        <p:spPr>
          <a:xfrm>
            <a:off x="793699" y="6710324"/>
            <a:ext cx="1984248" cy="256032"/>
          </a:xfrm>
          <a:prstGeom prst="rect">
            <a:avLst/>
          </a:prstGeom>
          <a:noFill/>
          <a:ln/>
        </p:spPr>
        <p:txBody>
          <a:bodyPr wrap="square" lIns="0" tIns="0" rIns="0" bIns="0" rtlCol="0" anchor="ctr"/>
          <a:lstStyle/>
          <a:p>
            <a:r>
              <a:rPr lang="en-US" sz="1120" b="1" dirty="0">
                <a:solidFill>
                  <a:srgbClr val="1C2833"/>
                </a:solidFill>
              </a:rPr>
              <a:t>Geo ↔ Assessment:</a:t>
            </a:r>
            <a:endParaRPr lang="en-US" sz="1120" dirty="0"/>
          </a:p>
        </p:txBody>
      </p:sp>
      <p:sp>
        <p:nvSpPr>
          <p:cNvPr id="47" name="Text 45"/>
          <p:cNvSpPr/>
          <p:nvPr/>
        </p:nvSpPr>
        <p:spPr>
          <a:xfrm>
            <a:off x="2816352" y="6710324"/>
            <a:ext cx="3200400" cy="256032"/>
          </a:xfrm>
          <a:prstGeom prst="rect">
            <a:avLst/>
          </a:prstGeom>
          <a:noFill/>
          <a:ln/>
        </p:spPr>
        <p:txBody>
          <a:bodyPr wrap="square" lIns="0" tIns="0" rIns="0" bIns="0" rtlCol="0" anchor="ctr"/>
          <a:lstStyle/>
          <a:p>
            <a:r>
              <a:rPr lang="en-US" sz="1092" dirty="0">
                <a:solidFill>
                  <a:srgbClr val="1E8449"/>
                </a:solidFill>
              </a:rPr>
              <a:t>consistent</a:t>
            </a:r>
            <a:endParaRPr lang="en-US" sz="1092" dirty="0"/>
          </a:p>
        </p:txBody>
      </p:sp>
      <p:sp>
        <p:nvSpPr>
          <p:cNvPr id="48" name="Text 46"/>
          <p:cNvSpPr/>
          <p:nvPr/>
        </p:nvSpPr>
        <p:spPr>
          <a:xfrm>
            <a:off x="384048" y="7043166"/>
            <a:ext cx="358445" cy="307238"/>
          </a:xfrm>
          <a:prstGeom prst="rect">
            <a:avLst/>
          </a:prstGeom>
          <a:noFill/>
          <a:ln/>
        </p:spPr>
        <p:txBody>
          <a:bodyPr wrap="square" lIns="0" tIns="0" rIns="0" bIns="0" rtlCol="0" anchor="ctr"/>
          <a:lstStyle/>
          <a:p>
            <a:pPr algn="ctr"/>
            <a:r>
              <a:rPr lang="en-US" sz="1400" b="1" dirty="0">
                <a:solidFill>
                  <a:srgbClr val="1E8449"/>
                </a:solidFill>
              </a:rPr>
              <a:t>✓</a:t>
            </a:r>
            <a:endParaRPr lang="en-US" sz="1400" dirty="0"/>
          </a:p>
        </p:txBody>
      </p:sp>
      <p:sp>
        <p:nvSpPr>
          <p:cNvPr id="49" name="Text 47"/>
          <p:cNvSpPr/>
          <p:nvPr/>
        </p:nvSpPr>
        <p:spPr>
          <a:xfrm>
            <a:off x="793699" y="7068769"/>
            <a:ext cx="1984248" cy="256032"/>
          </a:xfrm>
          <a:prstGeom prst="rect">
            <a:avLst/>
          </a:prstGeom>
          <a:noFill/>
          <a:ln/>
        </p:spPr>
        <p:txBody>
          <a:bodyPr wrap="square" lIns="0" tIns="0" rIns="0" bIns="0" rtlCol="0" anchor="ctr"/>
          <a:lstStyle/>
          <a:p>
            <a:r>
              <a:rPr lang="en-US" sz="1120" b="1" dirty="0">
                <a:solidFill>
                  <a:srgbClr val="1C2833"/>
                </a:solidFill>
              </a:rPr>
              <a:t>Assessment logic:</a:t>
            </a:r>
            <a:endParaRPr lang="en-US" sz="1120" dirty="0"/>
          </a:p>
        </p:txBody>
      </p:sp>
      <p:sp>
        <p:nvSpPr>
          <p:cNvPr id="50" name="Text 48"/>
          <p:cNvSpPr/>
          <p:nvPr/>
        </p:nvSpPr>
        <p:spPr>
          <a:xfrm>
            <a:off x="2816352" y="7068769"/>
            <a:ext cx="3200400" cy="256032"/>
          </a:xfrm>
          <a:prstGeom prst="rect">
            <a:avLst/>
          </a:prstGeom>
          <a:noFill/>
          <a:ln/>
        </p:spPr>
        <p:txBody>
          <a:bodyPr wrap="square" lIns="0" tIns="0" rIns="0" bIns="0" rtlCol="0" anchor="ctr"/>
          <a:lstStyle/>
          <a:p>
            <a:r>
              <a:rPr lang="en-US" sz="1092" dirty="0">
                <a:solidFill>
                  <a:srgbClr val="1E8449"/>
                </a:solidFill>
              </a:rPr>
              <a:t>consistent</a:t>
            </a:r>
            <a:endParaRPr lang="en-US" sz="1092" dirty="0"/>
          </a:p>
        </p:txBody>
      </p:sp>
      <p:sp>
        <p:nvSpPr>
          <p:cNvPr id="51" name="Shape 49"/>
          <p:cNvSpPr/>
          <p:nvPr/>
        </p:nvSpPr>
        <p:spPr>
          <a:xfrm>
            <a:off x="384048" y="7017563"/>
            <a:ext cx="5568696" cy="384048"/>
          </a:xfrm>
          <a:prstGeom prst="rect">
            <a:avLst/>
          </a:prstGeom>
          <a:solidFill>
            <a:srgbClr val="C0392B"/>
          </a:solidFill>
          <a:ln/>
        </p:spPr>
        <p:txBody>
          <a:bodyPr/>
          <a:lstStyle/>
          <a:p>
            <a:endParaRPr lang="en-US" sz="2519"/>
          </a:p>
        </p:txBody>
      </p:sp>
      <p:sp>
        <p:nvSpPr>
          <p:cNvPr id="52" name="Text 50"/>
          <p:cNvSpPr/>
          <p:nvPr/>
        </p:nvSpPr>
        <p:spPr>
          <a:xfrm>
            <a:off x="486461" y="7043166"/>
            <a:ext cx="5351069" cy="307238"/>
          </a:xfrm>
          <a:prstGeom prst="rect">
            <a:avLst/>
          </a:prstGeom>
          <a:noFill/>
          <a:ln/>
        </p:spPr>
        <p:txBody>
          <a:bodyPr wrap="square" lIns="0" tIns="0" rIns="0" bIns="0" rtlCol="0" anchor="ctr"/>
          <a:lstStyle/>
          <a:p>
            <a:r>
              <a:rPr lang="en-US" sz="1120" b="1" dirty="0">
                <a:solidFill>
                  <a:srgbClr val="FFFFFF"/>
                </a:solidFill>
              </a:rPr>
              <a:t>→  RERUN triggered: KPI Agent re-runs with discrepancy note injected into prompt. If still major after retry → HITL.</a:t>
            </a:r>
            <a:endParaRPr lang="en-US" sz="1120" dirty="0"/>
          </a:p>
        </p:txBody>
      </p:sp>
      <p:sp>
        <p:nvSpPr>
          <p:cNvPr id="53" name="Shape 51"/>
          <p:cNvSpPr/>
          <p:nvPr/>
        </p:nvSpPr>
        <p:spPr>
          <a:xfrm>
            <a:off x="6336792" y="1474470"/>
            <a:ext cx="6208776" cy="5952744"/>
          </a:xfrm>
          <a:prstGeom prst="rect">
            <a:avLst/>
          </a:prstGeom>
          <a:solidFill>
            <a:srgbClr val="F5F0FF"/>
          </a:solidFill>
          <a:ln w="12700">
            <a:solidFill>
              <a:srgbClr val="6C3483"/>
            </a:solidFill>
            <a:prstDash val="solid"/>
          </a:ln>
        </p:spPr>
        <p:txBody>
          <a:bodyPr/>
          <a:lstStyle/>
          <a:p>
            <a:endParaRPr lang="en-US" sz="2519"/>
          </a:p>
        </p:txBody>
      </p:sp>
      <p:sp>
        <p:nvSpPr>
          <p:cNvPr id="54" name="Shape 52"/>
          <p:cNvSpPr/>
          <p:nvPr/>
        </p:nvSpPr>
        <p:spPr>
          <a:xfrm>
            <a:off x="6336792" y="1474470"/>
            <a:ext cx="6208776" cy="486461"/>
          </a:xfrm>
          <a:prstGeom prst="rect">
            <a:avLst/>
          </a:prstGeom>
          <a:solidFill>
            <a:srgbClr val="6C3483"/>
          </a:solidFill>
          <a:ln/>
        </p:spPr>
        <p:txBody>
          <a:bodyPr/>
          <a:lstStyle/>
          <a:p>
            <a:endParaRPr lang="en-US" sz="2519"/>
          </a:p>
        </p:txBody>
      </p:sp>
      <p:sp>
        <p:nvSpPr>
          <p:cNvPr id="55" name="Text 53"/>
          <p:cNvSpPr/>
          <p:nvPr/>
        </p:nvSpPr>
        <p:spPr>
          <a:xfrm>
            <a:off x="6464808" y="1474470"/>
            <a:ext cx="5952744" cy="486461"/>
          </a:xfrm>
          <a:prstGeom prst="rect">
            <a:avLst/>
          </a:prstGeom>
          <a:noFill/>
          <a:ln/>
        </p:spPr>
        <p:txBody>
          <a:bodyPr wrap="square" lIns="0" tIns="0" rIns="0" bIns="0" rtlCol="0" anchor="ctr"/>
          <a:lstStyle/>
          <a:p>
            <a:r>
              <a:rPr lang="en-US" sz="1680" b="1" dirty="0">
                <a:solidFill>
                  <a:srgbClr val="FFFFFF"/>
                </a:solidFill>
              </a:rPr>
              <a:t>Reflector + Memory Store</a:t>
            </a:r>
            <a:endParaRPr lang="en-US" sz="1680" dirty="0"/>
          </a:p>
        </p:txBody>
      </p:sp>
      <p:sp>
        <p:nvSpPr>
          <p:cNvPr id="56" name="Text 54"/>
          <p:cNvSpPr/>
          <p:nvPr/>
        </p:nvSpPr>
        <p:spPr>
          <a:xfrm>
            <a:off x="6490411" y="2050542"/>
            <a:ext cx="5888736" cy="384048"/>
          </a:xfrm>
          <a:prstGeom prst="rect">
            <a:avLst/>
          </a:prstGeom>
          <a:noFill/>
          <a:ln/>
        </p:spPr>
        <p:txBody>
          <a:bodyPr wrap="square" lIns="0" tIns="0" rIns="0" bIns="0" rtlCol="0" anchor="ctr"/>
          <a:lstStyle/>
          <a:p>
            <a:r>
              <a:rPr lang="en-US" sz="1260" i="1" dirty="0">
                <a:solidFill>
                  <a:srgbClr val="6C3483"/>
                </a:solidFill>
              </a:rPr>
              <a:t>What does this run teach us about recurring patterns and prediction accuracy?</a:t>
            </a:r>
            <a:endParaRPr lang="en-US" sz="1260" dirty="0"/>
          </a:p>
        </p:txBody>
      </p:sp>
      <p:sp>
        <p:nvSpPr>
          <p:cNvPr id="57" name="Shape 55"/>
          <p:cNvSpPr/>
          <p:nvPr/>
        </p:nvSpPr>
        <p:spPr>
          <a:xfrm>
            <a:off x="6490411" y="2511400"/>
            <a:ext cx="5888736" cy="793699"/>
          </a:xfrm>
          <a:prstGeom prst="rect">
            <a:avLst/>
          </a:prstGeom>
          <a:solidFill>
            <a:srgbClr val="EAFAF1"/>
          </a:solidFill>
          <a:ln w="6350">
            <a:solidFill>
              <a:srgbClr val="1E8449"/>
            </a:solidFill>
            <a:prstDash val="solid"/>
          </a:ln>
        </p:spPr>
        <p:txBody>
          <a:bodyPr/>
          <a:lstStyle/>
          <a:p>
            <a:endParaRPr lang="en-US" sz="2519"/>
          </a:p>
        </p:txBody>
      </p:sp>
      <p:sp>
        <p:nvSpPr>
          <p:cNvPr id="58" name="Text 56"/>
          <p:cNvSpPr/>
          <p:nvPr/>
        </p:nvSpPr>
        <p:spPr>
          <a:xfrm>
            <a:off x="6592824" y="2562606"/>
            <a:ext cx="5632704" cy="281635"/>
          </a:xfrm>
          <a:prstGeom prst="rect">
            <a:avLst/>
          </a:prstGeom>
          <a:noFill/>
          <a:ln/>
        </p:spPr>
        <p:txBody>
          <a:bodyPr wrap="square" lIns="0" tIns="0" rIns="0" bIns="0" rtlCol="0" anchor="ctr"/>
          <a:lstStyle/>
          <a:p>
            <a:r>
              <a:rPr lang="en-US" sz="1330" b="1" dirty="0">
                <a:solidFill>
                  <a:srgbClr val="1E8449"/>
                </a:solidFill>
              </a:rPr>
              <a:t>Ground Truth</a:t>
            </a:r>
            <a:endParaRPr lang="en-US" sz="1330" dirty="0"/>
          </a:p>
        </p:txBody>
      </p:sp>
      <p:sp>
        <p:nvSpPr>
          <p:cNvPr id="59" name="Text 57"/>
          <p:cNvSpPr/>
          <p:nvPr/>
        </p:nvSpPr>
        <p:spPr>
          <a:xfrm>
            <a:off x="6592824" y="2844241"/>
            <a:ext cx="5632704" cy="409651"/>
          </a:xfrm>
          <a:prstGeom prst="rect">
            <a:avLst/>
          </a:prstGeom>
          <a:noFill/>
          <a:ln/>
        </p:spPr>
        <p:txBody>
          <a:bodyPr wrap="square" lIns="0" tIns="0" rIns="0" bIns="0" rtlCol="0" anchor="ctr"/>
          <a:lstStyle/>
          <a:p>
            <a:r>
              <a:rPr lang="en-US" sz="1232" dirty="0">
                <a:solidFill>
                  <a:srgbClr val="1C2833"/>
                </a:solidFill>
              </a:rPr>
              <a:t>Predicted P2  ·  Actual P2 (hardware fault resolved 10.5h)  →  CORRECT</a:t>
            </a:r>
            <a:endParaRPr lang="en-US" sz="1232" dirty="0"/>
          </a:p>
          <a:p>
            <a:r>
              <a:rPr lang="en-US" sz="1232" dirty="0">
                <a:solidFill>
                  <a:srgbClr val="1C2833"/>
                </a:solidFill>
              </a:rPr>
              <a:t>Memory Store: 5 entries total  ·  1 validated  ·  1 correct prediction</a:t>
            </a:r>
            <a:endParaRPr lang="en-US" sz="1232" dirty="0"/>
          </a:p>
        </p:txBody>
      </p:sp>
      <p:sp>
        <p:nvSpPr>
          <p:cNvPr id="60" name="Text 58"/>
          <p:cNvSpPr/>
          <p:nvPr/>
        </p:nvSpPr>
        <p:spPr>
          <a:xfrm>
            <a:off x="6490411" y="3407511"/>
            <a:ext cx="5888736" cy="332842"/>
          </a:xfrm>
          <a:prstGeom prst="rect">
            <a:avLst/>
          </a:prstGeom>
          <a:noFill/>
          <a:ln/>
        </p:spPr>
        <p:txBody>
          <a:bodyPr wrap="square" lIns="0" tIns="0" rIns="0" bIns="0" rtlCol="0" anchor="ctr"/>
          <a:lstStyle/>
          <a:p>
            <a:r>
              <a:rPr lang="en-US" sz="1330" b="1" dirty="0">
                <a:solidFill>
                  <a:srgbClr val="6C3483"/>
                </a:solidFill>
              </a:rPr>
              <a:t>Lessons this run:</a:t>
            </a:r>
            <a:endParaRPr lang="en-US" sz="1330" dirty="0"/>
          </a:p>
        </p:txBody>
      </p:sp>
      <p:sp>
        <p:nvSpPr>
          <p:cNvPr id="61" name="Shape 59"/>
          <p:cNvSpPr/>
          <p:nvPr/>
        </p:nvSpPr>
        <p:spPr>
          <a:xfrm>
            <a:off x="6490411" y="3817163"/>
            <a:ext cx="5888736" cy="588874"/>
          </a:xfrm>
          <a:prstGeom prst="rect">
            <a:avLst/>
          </a:prstGeom>
          <a:solidFill>
            <a:srgbClr val="FFFFFF"/>
          </a:solidFill>
          <a:ln w="6350">
            <a:solidFill>
              <a:srgbClr val="CCBBEE"/>
            </a:solidFill>
            <a:prstDash val="solid"/>
          </a:ln>
        </p:spPr>
        <p:txBody>
          <a:bodyPr/>
          <a:lstStyle/>
          <a:p>
            <a:endParaRPr lang="en-US" sz="2519"/>
          </a:p>
        </p:txBody>
      </p:sp>
      <p:sp>
        <p:nvSpPr>
          <p:cNvPr id="62" name="Shape 60"/>
          <p:cNvSpPr/>
          <p:nvPr/>
        </p:nvSpPr>
        <p:spPr>
          <a:xfrm>
            <a:off x="6490411" y="3817163"/>
            <a:ext cx="89611" cy="588874"/>
          </a:xfrm>
          <a:prstGeom prst="rect">
            <a:avLst/>
          </a:prstGeom>
          <a:solidFill>
            <a:srgbClr val="6C3483"/>
          </a:solidFill>
          <a:ln/>
        </p:spPr>
        <p:txBody>
          <a:bodyPr/>
          <a:lstStyle/>
          <a:p>
            <a:endParaRPr lang="en-US" sz="2519"/>
          </a:p>
        </p:txBody>
      </p:sp>
      <p:sp>
        <p:nvSpPr>
          <p:cNvPr id="63" name="Text 61"/>
          <p:cNvSpPr/>
          <p:nvPr/>
        </p:nvSpPr>
        <p:spPr>
          <a:xfrm>
            <a:off x="6656832" y="3855568"/>
            <a:ext cx="5607101" cy="230429"/>
          </a:xfrm>
          <a:prstGeom prst="rect">
            <a:avLst/>
          </a:prstGeom>
          <a:noFill/>
          <a:ln/>
        </p:spPr>
        <p:txBody>
          <a:bodyPr wrap="square" lIns="0" tIns="0" rIns="0" bIns="0" rtlCol="0" anchor="ctr"/>
          <a:lstStyle/>
          <a:p>
            <a:r>
              <a:rPr lang="en-US" sz="1190" b="1" dirty="0">
                <a:solidFill>
                  <a:srgbClr val="6C3483"/>
                </a:solidFill>
              </a:rPr>
              <a:t>Coverage/KPI conflict is recurring for this site</a:t>
            </a:r>
            <a:endParaRPr lang="en-US" sz="1190" dirty="0"/>
          </a:p>
        </p:txBody>
      </p:sp>
      <p:sp>
        <p:nvSpPr>
          <p:cNvPr id="64" name="Text 62"/>
          <p:cNvSpPr/>
          <p:nvPr/>
        </p:nvSpPr>
        <p:spPr>
          <a:xfrm>
            <a:off x="6656832" y="4098798"/>
            <a:ext cx="5607101" cy="281635"/>
          </a:xfrm>
          <a:prstGeom prst="rect">
            <a:avLst/>
          </a:prstGeom>
          <a:noFill/>
          <a:ln/>
        </p:spPr>
        <p:txBody>
          <a:bodyPr wrap="square" lIns="0" tIns="0" rIns="0" bIns="0" rtlCol="0" anchor="ctr"/>
          <a:lstStyle/>
          <a:p>
            <a:r>
              <a:rPr lang="en-US" sz="1120" dirty="0">
                <a:solidFill>
                  <a:srgbClr val="1C2833"/>
                </a:solidFill>
              </a:rPr>
              <a:t>Spatial proxy (post_load_factor low) and KPI forecast (pressure high on USID_01/25) consistently diverge. Pattern recorded for future interpretation.</a:t>
            </a:r>
            <a:endParaRPr lang="en-US" sz="1120" dirty="0"/>
          </a:p>
        </p:txBody>
      </p:sp>
      <p:sp>
        <p:nvSpPr>
          <p:cNvPr id="65" name="Shape 63"/>
          <p:cNvSpPr/>
          <p:nvPr/>
        </p:nvSpPr>
        <p:spPr>
          <a:xfrm>
            <a:off x="6490411" y="4457243"/>
            <a:ext cx="5888736" cy="588874"/>
          </a:xfrm>
          <a:prstGeom prst="rect">
            <a:avLst/>
          </a:prstGeom>
          <a:solidFill>
            <a:srgbClr val="FFFFFF"/>
          </a:solidFill>
          <a:ln w="6350">
            <a:solidFill>
              <a:srgbClr val="CCBBEE"/>
            </a:solidFill>
            <a:prstDash val="solid"/>
          </a:ln>
        </p:spPr>
        <p:txBody>
          <a:bodyPr/>
          <a:lstStyle/>
          <a:p>
            <a:endParaRPr lang="en-US" sz="2519"/>
          </a:p>
        </p:txBody>
      </p:sp>
      <p:sp>
        <p:nvSpPr>
          <p:cNvPr id="66" name="Shape 64"/>
          <p:cNvSpPr/>
          <p:nvPr/>
        </p:nvSpPr>
        <p:spPr>
          <a:xfrm>
            <a:off x="6490411" y="4457243"/>
            <a:ext cx="89611" cy="588874"/>
          </a:xfrm>
          <a:prstGeom prst="rect">
            <a:avLst/>
          </a:prstGeom>
          <a:solidFill>
            <a:srgbClr val="6C3483"/>
          </a:solidFill>
          <a:ln/>
        </p:spPr>
        <p:txBody>
          <a:bodyPr/>
          <a:lstStyle/>
          <a:p>
            <a:endParaRPr lang="en-US" sz="2519"/>
          </a:p>
        </p:txBody>
      </p:sp>
      <p:sp>
        <p:nvSpPr>
          <p:cNvPr id="67" name="Text 65"/>
          <p:cNvSpPr/>
          <p:nvPr/>
        </p:nvSpPr>
        <p:spPr>
          <a:xfrm>
            <a:off x="6656832" y="4495648"/>
            <a:ext cx="5607101" cy="230429"/>
          </a:xfrm>
          <a:prstGeom prst="rect">
            <a:avLst/>
          </a:prstGeom>
          <a:noFill/>
          <a:ln/>
        </p:spPr>
        <p:txBody>
          <a:bodyPr wrap="square" lIns="0" tIns="0" rIns="0" bIns="0" rtlCol="0" anchor="ctr"/>
          <a:lstStyle/>
          <a:p>
            <a:r>
              <a:rPr lang="en-US" sz="1190" b="1" dirty="0">
                <a:solidFill>
                  <a:srgbClr val="6C3483"/>
                </a:solidFill>
              </a:rPr>
              <a:t>kpi_config labeled config_or_software_bottleneck</a:t>
            </a:r>
            <a:endParaRPr lang="en-US" sz="1190" dirty="0"/>
          </a:p>
        </p:txBody>
      </p:sp>
      <p:sp>
        <p:nvSpPr>
          <p:cNvPr id="68" name="Text 66"/>
          <p:cNvSpPr/>
          <p:nvPr/>
        </p:nvSpPr>
        <p:spPr>
          <a:xfrm>
            <a:off x="6656832" y="4738878"/>
            <a:ext cx="5607101" cy="281635"/>
          </a:xfrm>
          <a:prstGeom prst="rect">
            <a:avLst/>
          </a:prstGeom>
          <a:noFill/>
          <a:ln/>
        </p:spPr>
        <p:txBody>
          <a:bodyPr wrap="square" lIns="0" tIns="0" rIns="0" bIns="0" rtlCol="0" anchor="ctr"/>
          <a:lstStyle/>
          <a:p>
            <a:r>
              <a:rPr lang="en-US" sz="1120" dirty="0">
                <a:solidFill>
                  <a:srgbClr val="1C2833"/>
                </a:solidFill>
              </a:rPr>
              <a:t>Hardware capacity OK but KPI forecasts exceed p90. Now confirmed pattern — not a one-off. Does not require HITL.</a:t>
            </a:r>
            <a:endParaRPr lang="en-US" sz="1120" dirty="0"/>
          </a:p>
        </p:txBody>
      </p:sp>
      <p:sp>
        <p:nvSpPr>
          <p:cNvPr id="69" name="Shape 67"/>
          <p:cNvSpPr/>
          <p:nvPr/>
        </p:nvSpPr>
        <p:spPr>
          <a:xfrm>
            <a:off x="6490411" y="5097323"/>
            <a:ext cx="5888736" cy="588874"/>
          </a:xfrm>
          <a:prstGeom prst="rect">
            <a:avLst/>
          </a:prstGeom>
          <a:solidFill>
            <a:srgbClr val="FFFFFF"/>
          </a:solidFill>
          <a:ln w="6350">
            <a:solidFill>
              <a:srgbClr val="CCBBEE"/>
            </a:solidFill>
            <a:prstDash val="solid"/>
          </a:ln>
        </p:spPr>
        <p:txBody>
          <a:bodyPr/>
          <a:lstStyle/>
          <a:p>
            <a:endParaRPr lang="en-US" sz="2519"/>
          </a:p>
        </p:txBody>
      </p:sp>
      <p:sp>
        <p:nvSpPr>
          <p:cNvPr id="70" name="Shape 68"/>
          <p:cNvSpPr/>
          <p:nvPr/>
        </p:nvSpPr>
        <p:spPr>
          <a:xfrm>
            <a:off x="6490411" y="5097323"/>
            <a:ext cx="89611" cy="588874"/>
          </a:xfrm>
          <a:prstGeom prst="rect">
            <a:avLst/>
          </a:prstGeom>
          <a:solidFill>
            <a:srgbClr val="6C3483"/>
          </a:solidFill>
          <a:ln/>
        </p:spPr>
        <p:txBody>
          <a:bodyPr/>
          <a:lstStyle/>
          <a:p>
            <a:endParaRPr lang="en-US" sz="2519"/>
          </a:p>
        </p:txBody>
      </p:sp>
      <p:sp>
        <p:nvSpPr>
          <p:cNvPr id="71" name="Text 69"/>
          <p:cNvSpPr/>
          <p:nvPr/>
        </p:nvSpPr>
        <p:spPr>
          <a:xfrm>
            <a:off x="6656832" y="5135728"/>
            <a:ext cx="5607101" cy="230429"/>
          </a:xfrm>
          <a:prstGeom prst="rect">
            <a:avLst/>
          </a:prstGeom>
          <a:noFill/>
          <a:ln/>
        </p:spPr>
        <p:txBody>
          <a:bodyPr wrap="square" lIns="0" tIns="0" rIns="0" bIns="0" rtlCol="0" anchor="ctr"/>
          <a:lstStyle/>
          <a:p>
            <a:r>
              <a:rPr lang="en-US" sz="1190" b="1" dirty="0">
                <a:solidFill>
                  <a:srgbClr val="6C3483"/>
                </a:solidFill>
              </a:rPr>
              <a:t>Rerun path confirmed</a:t>
            </a:r>
            <a:endParaRPr lang="en-US" sz="1190" dirty="0"/>
          </a:p>
        </p:txBody>
      </p:sp>
      <p:sp>
        <p:nvSpPr>
          <p:cNvPr id="72" name="Text 70"/>
          <p:cNvSpPr/>
          <p:nvPr/>
        </p:nvSpPr>
        <p:spPr>
          <a:xfrm>
            <a:off x="6656832" y="5378958"/>
            <a:ext cx="5607101" cy="281635"/>
          </a:xfrm>
          <a:prstGeom prst="rect">
            <a:avLst/>
          </a:prstGeom>
          <a:noFill/>
          <a:ln/>
        </p:spPr>
        <p:txBody>
          <a:bodyPr wrap="square" lIns="0" tIns="0" rIns="0" bIns="0" rtlCol="0" anchor="ctr"/>
          <a:lstStyle/>
          <a:p>
            <a:r>
              <a:rPr lang="en-US" sz="1120" dirty="0">
                <a:solidFill>
                  <a:srgbClr val="1C2833"/>
                </a:solidFill>
              </a:rPr>
              <a:t>First-pass major conflict → KPI rerun with discrepancy note. HITL reserved for persistent conflict after retry. This is the expected control-flow path.</a:t>
            </a:r>
            <a:endParaRPr lang="en-US" sz="1120" dirty="0"/>
          </a:p>
        </p:txBody>
      </p:sp>
      <p:sp>
        <p:nvSpPr>
          <p:cNvPr id="73" name="Shape 71"/>
          <p:cNvSpPr/>
          <p:nvPr/>
        </p:nvSpPr>
        <p:spPr>
          <a:xfrm>
            <a:off x="6490411" y="5737403"/>
            <a:ext cx="5888736" cy="588874"/>
          </a:xfrm>
          <a:prstGeom prst="rect">
            <a:avLst/>
          </a:prstGeom>
          <a:solidFill>
            <a:srgbClr val="FFFFFF"/>
          </a:solidFill>
          <a:ln w="6350">
            <a:solidFill>
              <a:srgbClr val="CCBBEE"/>
            </a:solidFill>
            <a:prstDash val="solid"/>
          </a:ln>
        </p:spPr>
        <p:txBody>
          <a:bodyPr/>
          <a:lstStyle/>
          <a:p>
            <a:endParaRPr lang="en-US" sz="2519"/>
          </a:p>
        </p:txBody>
      </p:sp>
      <p:sp>
        <p:nvSpPr>
          <p:cNvPr id="74" name="Shape 72"/>
          <p:cNvSpPr/>
          <p:nvPr/>
        </p:nvSpPr>
        <p:spPr>
          <a:xfrm>
            <a:off x="6490411" y="5737403"/>
            <a:ext cx="89611" cy="588874"/>
          </a:xfrm>
          <a:prstGeom prst="rect">
            <a:avLst/>
          </a:prstGeom>
          <a:solidFill>
            <a:srgbClr val="6C3483"/>
          </a:solidFill>
          <a:ln/>
        </p:spPr>
        <p:txBody>
          <a:bodyPr/>
          <a:lstStyle/>
          <a:p>
            <a:endParaRPr lang="en-US" sz="2519"/>
          </a:p>
        </p:txBody>
      </p:sp>
      <p:sp>
        <p:nvSpPr>
          <p:cNvPr id="75" name="Text 73"/>
          <p:cNvSpPr/>
          <p:nvPr/>
        </p:nvSpPr>
        <p:spPr>
          <a:xfrm>
            <a:off x="6656832" y="5775808"/>
            <a:ext cx="5607101" cy="230429"/>
          </a:xfrm>
          <a:prstGeom prst="rect">
            <a:avLst/>
          </a:prstGeom>
          <a:noFill/>
          <a:ln/>
        </p:spPr>
        <p:txBody>
          <a:bodyPr wrap="square" lIns="0" tIns="0" rIns="0" bIns="0" rtlCol="0" anchor="ctr"/>
          <a:lstStyle/>
          <a:p>
            <a:r>
              <a:rPr lang="en-US" sz="1190" b="1" dirty="0">
                <a:solidFill>
                  <a:srgbClr val="6C3483"/>
                </a:solidFill>
              </a:rPr>
              <a:t>P2 prediction accuracy strengthened</a:t>
            </a:r>
            <a:endParaRPr lang="en-US" sz="1190" dirty="0"/>
          </a:p>
        </p:txBody>
      </p:sp>
      <p:sp>
        <p:nvSpPr>
          <p:cNvPr id="76" name="Text 74"/>
          <p:cNvSpPr/>
          <p:nvPr/>
        </p:nvSpPr>
        <p:spPr>
          <a:xfrm>
            <a:off x="6656832" y="6019038"/>
            <a:ext cx="5607101" cy="281635"/>
          </a:xfrm>
          <a:prstGeom prst="rect">
            <a:avLst/>
          </a:prstGeom>
          <a:noFill/>
          <a:ln/>
        </p:spPr>
        <p:txBody>
          <a:bodyPr wrap="square" lIns="0" tIns="0" rIns="0" bIns="0" rtlCol="0" anchor="ctr"/>
          <a:lstStyle/>
          <a:p>
            <a:r>
              <a:rPr lang="en-US" sz="1120" dirty="0">
                <a:solidFill>
                  <a:srgbClr val="1C2833"/>
                </a:solidFill>
              </a:rPr>
              <a:t>P2 correct across multiple runs for Partial Outage + suburban + hardware fault pattern. Confidence in this pattern type increased.</a:t>
            </a:r>
            <a:endParaRPr lang="en-US" sz="11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92962-BBB3-4F69-A93F-37D3601CABE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185C2B6-6B58-F573-71B4-D92FDB48DBEE}"/>
              </a:ext>
            </a:extLst>
          </p:cNvPr>
          <p:cNvSpPr/>
          <p:nvPr/>
        </p:nvSpPr>
        <p:spPr>
          <a:xfrm>
            <a:off x="0" y="489000"/>
            <a:ext cx="12801600" cy="793699"/>
          </a:xfrm>
          <a:prstGeom prst="rect">
            <a:avLst/>
          </a:prstGeom>
          <a:solidFill>
            <a:srgbClr val="1A5F6D"/>
          </a:solidFill>
          <a:ln/>
        </p:spPr>
        <p:txBody>
          <a:bodyPr/>
          <a:lstStyle/>
          <a:p>
            <a:endParaRPr lang="en-US" sz="2519"/>
          </a:p>
        </p:txBody>
      </p:sp>
      <p:sp>
        <p:nvSpPr>
          <p:cNvPr id="3" name="Text 1">
            <a:extLst>
              <a:ext uri="{FF2B5EF4-FFF2-40B4-BE49-F238E27FC236}">
                <a16:creationId xmlns:a16="http://schemas.microsoft.com/office/drawing/2014/main" id="{68C03A5E-0A2D-DB5D-3F0B-2FB05344C0CB}"/>
              </a:ext>
            </a:extLst>
          </p:cNvPr>
          <p:cNvSpPr/>
          <p:nvPr/>
        </p:nvSpPr>
        <p:spPr>
          <a:xfrm>
            <a:off x="384048" y="514350"/>
            <a:ext cx="12033504" cy="793699"/>
          </a:xfrm>
          <a:prstGeom prst="rect">
            <a:avLst/>
          </a:prstGeom>
          <a:noFill/>
          <a:ln/>
        </p:spPr>
        <p:txBody>
          <a:bodyPr wrap="square" lIns="0" tIns="0" rIns="0" bIns="0" rtlCol="0" anchor="ctr"/>
          <a:lstStyle/>
          <a:p>
            <a:r>
              <a:rPr lang="en-US" sz="2940" b="1" dirty="0">
                <a:solidFill>
                  <a:srgbClr val="FFFFFF"/>
                </a:solidFill>
              </a:rPr>
              <a:t>Verifier</a:t>
            </a:r>
            <a:r>
              <a:rPr lang="en-US" altLang="zh-CN" sz="2940" b="1" dirty="0">
                <a:solidFill>
                  <a:srgbClr val="FFFFFF"/>
                </a:solidFill>
              </a:rPr>
              <a:t>:</a:t>
            </a:r>
            <a:r>
              <a:rPr lang="zh-CN" altLang="en-US" sz="2940" b="1" dirty="0">
                <a:solidFill>
                  <a:srgbClr val="FFFFFF"/>
                </a:solidFill>
              </a:rPr>
              <a:t> </a:t>
            </a:r>
            <a:r>
              <a:rPr lang="en-US" altLang="zh-CN" sz="2940" b="1" dirty="0">
                <a:solidFill>
                  <a:srgbClr val="FFFFFF"/>
                </a:solidFill>
              </a:rPr>
              <a:t>LLM as a judge</a:t>
            </a:r>
            <a:endParaRPr lang="en-US" sz="2940" dirty="0"/>
          </a:p>
        </p:txBody>
      </p:sp>
      <p:sp>
        <p:nvSpPr>
          <p:cNvPr id="4" name="Shape 2">
            <a:extLst>
              <a:ext uri="{FF2B5EF4-FFF2-40B4-BE49-F238E27FC236}">
                <a16:creationId xmlns:a16="http://schemas.microsoft.com/office/drawing/2014/main" id="{55E3EB20-DAAD-8E7C-C2D7-75B26AF13292}"/>
              </a:ext>
            </a:extLst>
          </p:cNvPr>
          <p:cNvSpPr/>
          <p:nvPr/>
        </p:nvSpPr>
        <p:spPr>
          <a:xfrm>
            <a:off x="256032" y="1474470"/>
            <a:ext cx="5824728" cy="3008376"/>
          </a:xfrm>
          <a:prstGeom prst="rect">
            <a:avLst/>
          </a:prstGeom>
          <a:solidFill>
            <a:srgbClr val="EAF2FF"/>
          </a:solidFill>
          <a:ln w="12700">
            <a:solidFill>
              <a:srgbClr val="2471A3"/>
            </a:solidFill>
            <a:prstDash val="solid"/>
          </a:ln>
        </p:spPr>
        <p:txBody>
          <a:bodyPr/>
          <a:lstStyle/>
          <a:p>
            <a:endParaRPr lang="en-US" sz="2519"/>
          </a:p>
        </p:txBody>
      </p:sp>
      <p:sp>
        <p:nvSpPr>
          <p:cNvPr id="5" name="Shape 3">
            <a:extLst>
              <a:ext uri="{FF2B5EF4-FFF2-40B4-BE49-F238E27FC236}">
                <a16:creationId xmlns:a16="http://schemas.microsoft.com/office/drawing/2014/main" id="{E745510D-4FD8-65E2-92F2-2FC6B1220C72}"/>
              </a:ext>
            </a:extLst>
          </p:cNvPr>
          <p:cNvSpPr/>
          <p:nvPr/>
        </p:nvSpPr>
        <p:spPr>
          <a:xfrm>
            <a:off x="256032" y="1474470"/>
            <a:ext cx="5824728" cy="486461"/>
          </a:xfrm>
          <a:prstGeom prst="rect">
            <a:avLst/>
          </a:prstGeom>
          <a:solidFill>
            <a:srgbClr val="2471A3"/>
          </a:solidFill>
          <a:ln/>
        </p:spPr>
        <p:txBody>
          <a:bodyPr/>
          <a:lstStyle/>
          <a:p>
            <a:endParaRPr lang="en-US" sz="2519"/>
          </a:p>
        </p:txBody>
      </p:sp>
      <p:sp>
        <p:nvSpPr>
          <p:cNvPr id="6" name="Text 4">
            <a:extLst>
              <a:ext uri="{FF2B5EF4-FFF2-40B4-BE49-F238E27FC236}">
                <a16:creationId xmlns:a16="http://schemas.microsoft.com/office/drawing/2014/main" id="{5C7A5F9A-C981-6D6C-5CCD-0BC55625C35F}"/>
              </a:ext>
            </a:extLst>
          </p:cNvPr>
          <p:cNvSpPr/>
          <p:nvPr/>
        </p:nvSpPr>
        <p:spPr>
          <a:xfrm>
            <a:off x="384048" y="1474470"/>
            <a:ext cx="5568696" cy="486461"/>
          </a:xfrm>
          <a:prstGeom prst="rect">
            <a:avLst/>
          </a:prstGeom>
          <a:noFill/>
          <a:ln/>
        </p:spPr>
        <p:txBody>
          <a:bodyPr wrap="square" lIns="0" tIns="0" rIns="0" bIns="0" rtlCol="0" anchor="ctr"/>
          <a:lstStyle/>
          <a:p>
            <a:r>
              <a:rPr lang="en-US" sz="1680" b="1" dirty="0">
                <a:solidFill>
                  <a:srgbClr val="FFFFFF"/>
                </a:solidFill>
              </a:rPr>
              <a:t>Per-Agent Verifier</a:t>
            </a:r>
            <a:endParaRPr lang="en-US" sz="1680" dirty="0"/>
          </a:p>
        </p:txBody>
      </p:sp>
      <p:sp>
        <p:nvSpPr>
          <p:cNvPr id="7" name="Text 5">
            <a:extLst>
              <a:ext uri="{FF2B5EF4-FFF2-40B4-BE49-F238E27FC236}">
                <a16:creationId xmlns:a16="http://schemas.microsoft.com/office/drawing/2014/main" id="{D5F53130-592B-0BA3-DC72-44AA8048706D}"/>
              </a:ext>
            </a:extLst>
          </p:cNvPr>
          <p:cNvSpPr/>
          <p:nvPr/>
        </p:nvSpPr>
        <p:spPr>
          <a:xfrm>
            <a:off x="409651" y="2050542"/>
            <a:ext cx="5504688" cy="460858"/>
          </a:xfrm>
          <a:prstGeom prst="rect">
            <a:avLst/>
          </a:prstGeom>
          <a:noFill/>
          <a:ln/>
        </p:spPr>
        <p:txBody>
          <a:bodyPr wrap="square" lIns="0" tIns="0" rIns="0" bIns="0" rtlCol="0" anchor="ctr"/>
          <a:lstStyle/>
          <a:p>
            <a:r>
              <a:rPr lang="en-US" sz="1260" i="1" dirty="0">
                <a:solidFill>
                  <a:srgbClr val="2471A3"/>
                </a:solidFill>
              </a:rPr>
              <a:t>Question: Is each agent's reasoning internally consistent and are its assumptions appropriate for this scenario?</a:t>
            </a:r>
            <a:endParaRPr lang="en-US" sz="1260" dirty="0"/>
          </a:p>
        </p:txBody>
      </p:sp>
      <p:sp>
        <p:nvSpPr>
          <p:cNvPr id="8" name="Shape 6">
            <a:extLst>
              <a:ext uri="{FF2B5EF4-FFF2-40B4-BE49-F238E27FC236}">
                <a16:creationId xmlns:a16="http://schemas.microsoft.com/office/drawing/2014/main" id="{1077EFE1-55E8-E917-0BED-C62FE7A75091}"/>
              </a:ext>
            </a:extLst>
          </p:cNvPr>
          <p:cNvSpPr/>
          <p:nvPr/>
        </p:nvSpPr>
        <p:spPr>
          <a:xfrm>
            <a:off x="384048" y="2588209"/>
            <a:ext cx="5568696" cy="384048"/>
          </a:xfrm>
          <a:prstGeom prst="rect">
            <a:avLst/>
          </a:prstGeom>
          <a:solidFill>
            <a:srgbClr val="EAFAF1"/>
          </a:solidFill>
          <a:ln w="5080">
            <a:solidFill>
              <a:srgbClr val="1E8449"/>
            </a:solidFill>
            <a:prstDash val="solid"/>
          </a:ln>
        </p:spPr>
        <p:txBody>
          <a:bodyPr/>
          <a:lstStyle/>
          <a:p>
            <a:endParaRPr lang="en-US" sz="2519"/>
          </a:p>
        </p:txBody>
      </p:sp>
      <p:sp>
        <p:nvSpPr>
          <p:cNvPr id="9" name="Shape 7">
            <a:extLst>
              <a:ext uri="{FF2B5EF4-FFF2-40B4-BE49-F238E27FC236}">
                <a16:creationId xmlns:a16="http://schemas.microsoft.com/office/drawing/2014/main" id="{BA063E48-EC4D-A553-397F-51863B1AFB2A}"/>
              </a:ext>
            </a:extLst>
          </p:cNvPr>
          <p:cNvSpPr/>
          <p:nvPr/>
        </p:nvSpPr>
        <p:spPr>
          <a:xfrm>
            <a:off x="384048" y="2588209"/>
            <a:ext cx="960120" cy="384048"/>
          </a:xfrm>
          <a:prstGeom prst="rect">
            <a:avLst/>
          </a:prstGeom>
          <a:solidFill>
            <a:srgbClr val="1E8449"/>
          </a:solidFill>
          <a:ln/>
        </p:spPr>
        <p:txBody>
          <a:bodyPr/>
          <a:lstStyle/>
          <a:p>
            <a:endParaRPr lang="en-US" sz="2519"/>
          </a:p>
        </p:txBody>
      </p:sp>
      <p:sp>
        <p:nvSpPr>
          <p:cNvPr id="10" name="Text 8">
            <a:extLst>
              <a:ext uri="{FF2B5EF4-FFF2-40B4-BE49-F238E27FC236}">
                <a16:creationId xmlns:a16="http://schemas.microsoft.com/office/drawing/2014/main" id="{1D9932D1-9CBF-F2A7-6B7D-85A2DED0A272}"/>
              </a:ext>
            </a:extLst>
          </p:cNvPr>
          <p:cNvSpPr/>
          <p:nvPr/>
        </p:nvSpPr>
        <p:spPr>
          <a:xfrm>
            <a:off x="384048" y="2588209"/>
            <a:ext cx="960120" cy="384048"/>
          </a:xfrm>
          <a:prstGeom prst="rect">
            <a:avLst/>
          </a:prstGeom>
          <a:noFill/>
          <a:ln/>
        </p:spPr>
        <p:txBody>
          <a:bodyPr wrap="square" lIns="0" tIns="0" rIns="0" bIns="0" rtlCol="0" anchor="ctr"/>
          <a:lstStyle/>
          <a:p>
            <a:pPr algn="ctr"/>
            <a:r>
              <a:rPr lang="en-US" sz="1120" b="1" dirty="0">
                <a:solidFill>
                  <a:srgbClr val="FFFFFF"/>
                </a:solidFill>
              </a:rPr>
              <a:t>Coverage</a:t>
            </a:r>
            <a:endParaRPr lang="en-US" sz="1120" dirty="0"/>
          </a:p>
        </p:txBody>
      </p:sp>
      <p:sp>
        <p:nvSpPr>
          <p:cNvPr id="11" name="Shape 9">
            <a:extLst>
              <a:ext uri="{FF2B5EF4-FFF2-40B4-BE49-F238E27FC236}">
                <a16:creationId xmlns:a16="http://schemas.microsoft.com/office/drawing/2014/main" id="{F4A9CA0F-AB54-AF22-C979-51187FD28608}"/>
              </a:ext>
            </a:extLst>
          </p:cNvPr>
          <p:cNvSpPr/>
          <p:nvPr/>
        </p:nvSpPr>
        <p:spPr>
          <a:xfrm>
            <a:off x="1369771" y="2588209"/>
            <a:ext cx="614477" cy="384048"/>
          </a:xfrm>
          <a:prstGeom prst="rect">
            <a:avLst/>
          </a:prstGeom>
          <a:solidFill>
            <a:srgbClr val="1E8449"/>
          </a:solidFill>
          <a:ln/>
        </p:spPr>
        <p:txBody>
          <a:bodyPr/>
          <a:lstStyle/>
          <a:p>
            <a:endParaRPr lang="en-US" sz="2519"/>
          </a:p>
        </p:txBody>
      </p:sp>
      <p:sp>
        <p:nvSpPr>
          <p:cNvPr id="12" name="Text 10">
            <a:extLst>
              <a:ext uri="{FF2B5EF4-FFF2-40B4-BE49-F238E27FC236}">
                <a16:creationId xmlns:a16="http://schemas.microsoft.com/office/drawing/2014/main" id="{B9070101-6FE8-76E6-F172-F0EAE1649FFD}"/>
              </a:ext>
            </a:extLst>
          </p:cNvPr>
          <p:cNvSpPr/>
          <p:nvPr/>
        </p:nvSpPr>
        <p:spPr>
          <a:xfrm>
            <a:off x="1369771" y="2588209"/>
            <a:ext cx="614477" cy="384048"/>
          </a:xfrm>
          <a:prstGeom prst="rect">
            <a:avLst/>
          </a:prstGeom>
          <a:noFill/>
          <a:ln/>
        </p:spPr>
        <p:txBody>
          <a:bodyPr wrap="square" lIns="0" tIns="0" rIns="0" bIns="0" rtlCol="0" anchor="ctr"/>
          <a:lstStyle/>
          <a:p>
            <a:pPr algn="ctr"/>
            <a:r>
              <a:rPr lang="en-US" sz="1050" b="1" dirty="0">
                <a:solidFill>
                  <a:srgbClr val="FFFFFF"/>
                </a:solidFill>
              </a:rPr>
              <a:t>pass</a:t>
            </a:r>
            <a:endParaRPr lang="en-US" sz="1050" dirty="0"/>
          </a:p>
        </p:txBody>
      </p:sp>
      <p:sp>
        <p:nvSpPr>
          <p:cNvPr id="13" name="Text 11">
            <a:extLst>
              <a:ext uri="{FF2B5EF4-FFF2-40B4-BE49-F238E27FC236}">
                <a16:creationId xmlns:a16="http://schemas.microsoft.com/office/drawing/2014/main" id="{CEF5F0F1-2C86-4C27-70D1-B57A6A64AA8E}"/>
              </a:ext>
            </a:extLst>
          </p:cNvPr>
          <p:cNvSpPr/>
          <p:nvPr/>
        </p:nvSpPr>
        <p:spPr>
          <a:xfrm>
            <a:off x="2048256" y="2639416"/>
            <a:ext cx="3840480" cy="281635"/>
          </a:xfrm>
          <a:prstGeom prst="rect">
            <a:avLst/>
          </a:prstGeom>
          <a:noFill/>
          <a:ln/>
        </p:spPr>
        <p:txBody>
          <a:bodyPr wrap="square" lIns="0" tIns="0" rIns="0" bIns="0" rtlCol="0" anchor="ctr"/>
          <a:lstStyle/>
          <a:p>
            <a:r>
              <a:rPr lang="en-US" sz="1092" dirty="0">
                <a:solidFill>
                  <a:srgbClr val="1C2833"/>
                </a:solidFill>
              </a:rPr>
              <a:t>verdict_scope = failed_sectors_only ✓  ·  per_zone exists for S0, S2 ✓</a:t>
            </a:r>
            <a:endParaRPr lang="en-US" sz="1092" dirty="0"/>
          </a:p>
        </p:txBody>
      </p:sp>
      <p:sp>
        <p:nvSpPr>
          <p:cNvPr id="14" name="Shape 12">
            <a:extLst>
              <a:ext uri="{FF2B5EF4-FFF2-40B4-BE49-F238E27FC236}">
                <a16:creationId xmlns:a16="http://schemas.microsoft.com/office/drawing/2014/main" id="{7C5D4DC9-B676-1CC1-19E5-EB75D60AFEC6}"/>
              </a:ext>
            </a:extLst>
          </p:cNvPr>
          <p:cNvSpPr/>
          <p:nvPr/>
        </p:nvSpPr>
        <p:spPr>
          <a:xfrm>
            <a:off x="384048" y="3049067"/>
            <a:ext cx="5568696" cy="384048"/>
          </a:xfrm>
          <a:prstGeom prst="rect">
            <a:avLst/>
          </a:prstGeom>
          <a:solidFill>
            <a:srgbClr val="EAFAF1"/>
          </a:solidFill>
          <a:ln w="5080">
            <a:solidFill>
              <a:srgbClr val="1E8449"/>
            </a:solidFill>
            <a:prstDash val="solid"/>
          </a:ln>
        </p:spPr>
        <p:txBody>
          <a:bodyPr/>
          <a:lstStyle/>
          <a:p>
            <a:endParaRPr lang="en-US" sz="2519"/>
          </a:p>
        </p:txBody>
      </p:sp>
      <p:sp>
        <p:nvSpPr>
          <p:cNvPr id="15" name="Shape 13">
            <a:extLst>
              <a:ext uri="{FF2B5EF4-FFF2-40B4-BE49-F238E27FC236}">
                <a16:creationId xmlns:a16="http://schemas.microsoft.com/office/drawing/2014/main" id="{A8EC9FF7-4796-95BF-898E-6B46BBD9ABEE}"/>
              </a:ext>
            </a:extLst>
          </p:cNvPr>
          <p:cNvSpPr/>
          <p:nvPr/>
        </p:nvSpPr>
        <p:spPr>
          <a:xfrm>
            <a:off x="384048" y="3049067"/>
            <a:ext cx="960120" cy="384048"/>
          </a:xfrm>
          <a:prstGeom prst="rect">
            <a:avLst/>
          </a:prstGeom>
          <a:solidFill>
            <a:srgbClr val="1E8449"/>
          </a:solidFill>
          <a:ln/>
        </p:spPr>
        <p:txBody>
          <a:bodyPr/>
          <a:lstStyle/>
          <a:p>
            <a:endParaRPr lang="en-US" sz="2519"/>
          </a:p>
        </p:txBody>
      </p:sp>
      <p:sp>
        <p:nvSpPr>
          <p:cNvPr id="16" name="Text 14">
            <a:extLst>
              <a:ext uri="{FF2B5EF4-FFF2-40B4-BE49-F238E27FC236}">
                <a16:creationId xmlns:a16="http://schemas.microsoft.com/office/drawing/2014/main" id="{493408FA-71C2-DB2E-A608-7DD776823339}"/>
              </a:ext>
            </a:extLst>
          </p:cNvPr>
          <p:cNvSpPr/>
          <p:nvPr/>
        </p:nvSpPr>
        <p:spPr>
          <a:xfrm>
            <a:off x="384048" y="3049067"/>
            <a:ext cx="960120" cy="384048"/>
          </a:xfrm>
          <a:prstGeom prst="rect">
            <a:avLst/>
          </a:prstGeom>
          <a:noFill/>
          <a:ln/>
        </p:spPr>
        <p:txBody>
          <a:bodyPr wrap="square" lIns="0" tIns="0" rIns="0" bIns="0" rtlCol="0" anchor="ctr"/>
          <a:lstStyle/>
          <a:p>
            <a:pPr algn="ctr"/>
            <a:r>
              <a:rPr lang="en-US" sz="1120" b="1" dirty="0">
                <a:solidFill>
                  <a:srgbClr val="FFFFFF"/>
                </a:solidFill>
              </a:rPr>
              <a:t>Config</a:t>
            </a:r>
            <a:endParaRPr lang="en-US" sz="1120" dirty="0"/>
          </a:p>
        </p:txBody>
      </p:sp>
      <p:sp>
        <p:nvSpPr>
          <p:cNvPr id="17" name="Shape 15">
            <a:extLst>
              <a:ext uri="{FF2B5EF4-FFF2-40B4-BE49-F238E27FC236}">
                <a16:creationId xmlns:a16="http://schemas.microsoft.com/office/drawing/2014/main" id="{D0F02513-7728-E70D-E63D-CF66A82CD865}"/>
              </a:ext>
            </a:extLst>
          </p:cNvPr>
          <p:cNvSpPr/>
          <p:nvPr/>
        </p:nvSpPr>
        <p:spPr>
          <a:xfrm>
            <a:off x="1369771" y="3049067"/>
            <a:ext cx="614477" cy="384048"/>
          </a:xfrm>
          <a:prstGeom prst="rect">
            <a:avLst/>
          </a:prstGeom>
          <a:solidFill>
            <a:srgbClr val="1E8449"/>
          </a:solidFill>
          <a:ln/>
        </p:spPr>
        <p:txBody>
          <a:bodyPr/>
          <a:lstStyle/>
          <a:p>
            <a:endParaRPr lang="en-US" sz="2519"/>
          </a:p>
        </p:txBody>
      </p:sp>
      <p:sp>
        <p:nvSpPr>
          <p:cNvPr id="18" name="Text 16">
            <a:extLst>
              <a:ext uri="{FF2B5EF4-FFF2-40B4-BE49-F238E27FC236}">
                <a16:creationId xmlns:a16="http://schemas.microsoft.com/office/drawing/2014/main" id="{1CC4C6FE-141D-6E7D-2CF6-27E0A8750330}"/>
              </a:ext>
            </a:extLst>
          </p:cNvPr>
          <p:cNvSpPr/>
          <p:nvPr/>
        </p:nvSpPr>
        <p:spPr>
          <a:xfrm>
            <a:off x="1369771" y="3049067"/>
            <a:ext cx="614477" cy="384048"/>
          </a:xfrm>
          <a:prstGeom prst="rect">
            <a:avLst/>
          </a:prstGeom>
          <a:noFill/>
          <a:ln/>
        </p:spPr>
        <p:txBody>
          <a:bodyPr wrap="square" lIns="0" tIns="0" rIns="0" bIns="0" rtlCol="0" anchor="ctr"/>
          <a:lstStyle/>
          <a:p>
            <a:pPr algn="ctr"/>
            <a:r>
              <a:rPr lang="en-US" sz="1050" b="1" dirty="0">
                <a:solidFill>
                  <a:srgbClr val="FFFFFF"/>
                </a:solidFill>
              </a:rPr>
              <a:t>pass</a:t>
            </a:r>
            <a:endParaRPr lang="en-US" sz="1050" dirty="0"/>
          </a:p>
        </p:txBody>
      </p:sp>
      <p:sp>
        <p:nvSpPr>
          <p:cNvPr id="19" name="Text 17">
            <a:extLst>
              <a:ext uri="{FF2B5EF4-FFF2-40B4-BE49-F238E27FC236}">
                <a16:creationId xmlns:a16="http://schemas.microsoft.com/office/drawing/2014/main" id="{7FD6ED13-6AE7-9152-99E2-FB257619562B}"/>
              </a:ext>
            </a:extLst>
          </p:cNvPr>
          <p:cNvSpPr/>
          <p:nvPr/>
        </p:nvSpPr>
        <p:spPr>
          <a:xfrm>
            <a:off x="2048256" y="3100273"/>
            <a:ext cx="3840480" cy="281635"/>
          </a:xfrm>
          <a:prstGeom prst="rect">
            <a:avLst/>
          </a:prstGeom>
          <a:noFill/>
          <a:ln/>
        </p:spPr>
        <p:txBody>
          <a:bodyPr wrap="square" lIns="0" tIns="0" rIns="0" bIns="0" rtlCol="0" anchor="ctr"/>
          <a:lstStyle/>
          <a:p>
            <a:r>
              <a:rPr lang="en-US" sz="1092" dirty="0">
                <a:solidFill>
                  <a:srgbClr val="1C2833"/>
                </a:solidFill>
              </a:rPr>
              <a:t>Feasibility rules applied correctly ✓  ·  micro-site limitation documented ✓</a:t>
            </a:r>
            <a:endParaRPr lang="en-US" sz="1092" dirty="0"/>
          </a:p>
        </p:txBody>
      </p:sp>
      <p:sp>
        <p:nvSpPr>
          <p:cNvPr id="20" name="Shape 18">
            <a:extLst>
              <a:ext uri="{FF2B5EF4-FFF2-40B4-BE49-F238E27FC236}">
                <a16:creationId xmlns:a16="http://schemas.microsoft.com/office/drawing/2014/main" id="{9C28A95C-75E2-C2E0-50C1-32E1CDBFD62D}"/>
              </a:ext>
            </a:extLst>
          </p:cNvPr>
          <p:cNvSpPr/>
          <p:nvPr/>
        </p:nvSpPr>
        <p:spPr>
          <a:xfrm>
            <a:off x="384048" y="3509924"/>
            <a:ext cx="5568696" cy="384048"/>
          </a:xfrm>
          <a:prstGeom prst="rect">
            <a:avLst/>
          </a:prstGeom>
          <a:solidFill>
            <a:srgbClr val="EAFAF1"/>
          </a:solidFill>
          <a:ln w="5080">
            <a:solidFill>
              <a:srgbClr val="1E8449"/>
            </a:solidFill>
            <a:prstDash val="solid"/>
          </a:ln>
        </p:spPr>
        <p:txBody>
          <a:bodyPr/>
          <a:lstStyle/>
          <a:p>
            <a:endParaRPr lang="en-US" sz="2519"/>
          </a:p>
        </p:txBody>
      </p:sp>
      <p:sp>
        <p:nvSpPr>
          <p:cNvPr id="21" name="Shape 19">
            <a:extLst>
              <a:ext uri="{FF2B5EF4-FFF2-40B4-BE49-F238E27FC236}">
                <a16:creationId xmlns:a16="http://schemas.microsoft.com/office/drawing/2014/main" id="{1D1EF3B7-320C-B86C-DC64-38A6822EC4D6}"/>
              </a:ext>
            </a:extLst>
          </p:cNvPr>
          <p:cNvSpPr/>
          <p:nvPr/>
        </p:nvSpPr>
        <p:spPr>
          <a:xfrm>
            <a:off x="384048" y="3509924"/>
            <a:ext cx="960120" cy="384048"/>
          </a:xfrm>
          <a:prstGeom prst="rect">
            <a:avLst/>
          </a:prstGeom>
          <a:solidFill>
            <a:srgbClr val="1E8449"/>
          </a:solidFill>
          <a:ln/>
        </p:spPr>
        <p:txBody>
          <a:bodyPr/>
          <a:lstStyle/>
          <a:p>
            <a:endParaRPr lang="en-US" sz="2519"/>
          </a:p>
        </p:txBody>
      </p:sp>
      <p:sp>
        <p:nvSpPr>
          <p:cNvPr id="22" name="Text 20">
            <a:extLst>
              <a:ext uri="{FF2B5EF4-FFF2-40B4-BE49-F238E27FC236}">
                <a16:creationId xmlns:a16="http://schemas.microsoft.com/office/drawing/2014/main" id="{BA98504C-9785-8E5F-2E23-713CBBE4D368}"/>
              </a:ext>
            </a:extLst>
          </p:cNvPr>
          <p:cNvSpPr/>
          <p:nvPr/>
        </p:nvSpPr>
        <p:spPr>
          <a:xfrm>
            <a:off x="384048" y="3509924"/>
            <a:ext cx="960120" cy="384048"/>
          </a:xfrm>
          <a:prstGeom prst="rect">
            <a:avLst/>
          </a:prstGeom>
          <a:noFill/>
          <a:ln/>
        </p:spPr>
        <p:txBody>
          <a:bodyPr wrap="square" lIns="0" tIns="0" rIns="0" bIns="0" rtlCol="0" anchor="ctr"/>
          <a:lstStyle/>
          <a:p>
            <a:pPr algn="ctr"/>
            <a:r>
              <a:rPr lang="en-US" sz="1120" b="1" dirty="0">
                <a:solidFill>
                  <a:srgbClr val="FFFFFF"/>
                </a:solidFill>
              </a:rPr>
              <a:t>Geo</a:t>
            </a:r>
            <a:endParaRPr lang="en-US" sz="1120" dirty="0"/>
          </a:p>
        </p:txBody>
      </p:sp>
      <p:sp>
        <p:nvSpPr>
          <p:cNvPr id="23" name="Shape 21">
            <a:extLst>
              <a:ext uri="{FF2B5EF4-FFF2-40B4-BE49-F238E27FC236}">
                <a16:creationId xmlns:a16="http://schemas.microsoft.com/office/drawing/2014/main" id="{69C36AF6-BC2D-5757-244F-DA1F4A9454E0}"/>
              </a:ext>
            </a:extLst>
          </p:cNvPr>
          <p:cNvSpPr/>
          <p:nvPr/>
        </p:nvSpPr>
        <p:spPr>
          <a:xfrm>
            <a:off x="1369771" y="3509924"/>
            <a:ext cx="614477" cy="384048"/>
          </a:xfrm>
          <a:prstGeom prst="rect">
            <a:avLst/>
          </a:prstGeom>
          <a:solidFill>
            <a:srgbClr val="1E8449"/>
          </a:solidFill>
          <a:ln/>
        </p:spPr>
        <p:txBody>
          <a:bodyPr/>
          <a:lstStyle/>
          <a:p>
            <a:endParaRPr lang="en-US" sz="2519"/>
          </a:p>
        </p:txBody>
      </p:sp>
      <p:sp>
        <p:nvSpPr>
          <p:cNvPr id="24" name="Text 22">
            <a:extLst>
              <a:ext uri="{FF2B5EF4-FFF2-40B4-BE49-F238E27FC236}">
                <a16:creationId xmlns:a16="http://schemas.microsoft.com/office/drawing/2014/main" id="{34A841BC-B020-FDEC-E754-72B3721471BC}"/>
              </a:ext>
            </a:extLst>
          </p:cNvPr>
          <p:cNvSpPr/>
          <p:nvPr/>
        </p:nvSpPr>
        <p:spPr>
          <a:xfrm>
            <a:off x="1369771" y="3509924"/>
            <a:ext cx="614477" cy="384048"/>
          </a:xfrm>
          <a:prstGeom prst="rect">
            <a:avLst/>
          </a:prstGeom>
          <a:noFill/>
          <a:ln/>
        </p:spPr>
        <p:txBody>
          <a:bodyPr wrap="square" lIns="0" tIns="0" rIns="0" bIns="0" rtlCol="0" anchor="ctr"/>
          <a:lstStyle/>
          <a:p>
            <a:pPr algn="ctr"/>
            <a:r>
              <a:rPr lang="en-US" sz="1050" b="1" dirty="0">
                <a:solidFill>
                  <a:srgbClr val="FFFFFF"/>
                </a:solidFill>
              </a:rPr>
              <a:t>pass</a:t>
            </a:r>
            <a:endParaRPr lang="en-US" sz="1050" dirty="0"/>
          </a:p>
        </p:txBody>
      </p:sp>
      <p:sp>
        <p:nvSpPr>
          <p:cNvPr id="25" name="Text 23">
            <a:extLst>
              <a:ext uri="{FF2B5EF4-FFF2-40B4-BE49-F238E27FC236}">
                <a16:creationId xmlns:a16="http://schemas.microsoft.com/office/drawing/2014/main" id="{3FB36576-601A-4158-37EA-5365C2A85430}"/>
              </a:ext>
            </a:extLst>
          </p:cNvPr>
          <p:cNvSpPr/>
          <p:nvPr/>
        </p:nvSpPr>
        <p:spPr>
          <a:xfrm>
            <a:off x="2048256" y="3561131"/>
            <a:ext cx="3840480" cy="281635"/>
          </a:xfrm>
          <a:prstGeom prst="rect">
            <a:avLst/>
          </a:prstGeom>
          <a:noFill/>
          <a:ln/>
        </p:spPr>
        <p:txBody>
          <a:bodyPr wrap="square" lIns="0" tIns="0" rIns="0" bIns="0" rtlCol="0" anchor="ctr"/>
          <a:lstStyle/>
          <a:p>
            <a:r>
              <a:rPr lang="en-US" sz="1092" dirty="0">
                <a:solidFill>
                  <a:srgbClr val="1C2833"/>
                </a:solidFill>
              </a:rPr>
              <a:t>Land-use from map evidence ✓  ·  no unsupported infrastructure flag ✓</a:t>
            </a:r>
            <a:endParaRPr lang="en-US" sz="1092" dirty="0"/>
          </a:p>
        </p:txBody>
      </p:sp>
      <p:sp>
        <p:nvSpPr>
          <p:cNvPr id="26" name="Shape 24">
            <a:extLst>
              <a:ext uri="{FF2B5EF4-FFF2-40B4-BE49-F238E27FC236}">
                <a16:creationId xmlns:a16="http://schemas.microsoft.com/office/drawing/2014/main" id="{423EC501-22C6-6EB4-AD66-55BFF52D6569}"/>
              </a:ext>
            </a:extLst>
          </p:cNvPr>
          <p:cNvSpPr/>
          <p:nvPr/>
        </p:nvSpPr>
        <p:spPr>
          <a:xfrm>
            <a:off x="384048" y="3970782"/>
            <a:ext cx="5568696" cy="384048"/>
          </a:xfrm>
          <a:prstGeom prst="rect">
            <a:avLst/>
          </a:prstGeom>
          <a:solidFill>
            <a:srgbClr val="FEE2E2"/>
          </a:solidFill>
          <a:ln w="5080">
            <a:solidFill>
              <a:srgbClr val="C0392B"/>
            </a:solidFill>
            <a:prstDash val="solid"/>
          </a:ln>
        </p:spPr>
        <p:txBody>
          <a:bodyPr/>
          <a:lstStyle/>
          <a:p>
            <a:endParaRPr lang="en-US" sz="2519"/>
          </a:p>
        </p:txBody>
      </p:sp>
      <p:sp>
        <p:nvSpPr>
          <p:cNvPr id="27" name="Shape 25">
            <a:extLst>
              <a:ext uri="{FF2B5EF4-FFF2-40B4-BE49-F238E27FC236}">
                <a16:creationId xmlns:a16="http://schemas.microsoft.com/office/drawing/2014/main" id="{429BF7AE-E4AE-57A2-62FF-5FA92B226AB5}"/>
              </a:ext>
            </a:extLst>
          </p:cNvPr>
          <p:cNvSpPr/>
          <p:nvPr/>
        </p:nvSpPr>
        <p:spPr>
          <a:xfrm>
            <a:off x="384048" y="3970782"/>
            <a:ext cx="960120" cy="384048"/>
          </a:xfrm>
          <a:prstGeom prst="rect">
            <a:avLst/>
          </a:prstGeom>
          <a:solidFill>
            <a:srgbClr val="C0392B"/>
          </a:solidFill>
          <a:ln/>
        </p:spPr>
        <p:txBody>
          <a:bodyPr/>
          <a:lstStyle/>
          <a:p>
            <a:endParaRPr lang="en-US" sz="2519"/>
          </a:p>
        </p:txBody>
      </p:sp>
      <p:sp>
        <p:nvSpPr>
          <p:cNvPr id="28" name="Text 26">
            <a:extLst>
              <a:ext uri="{FF2B5EF4-FFF2-40B4-BE49-F238E27FC236}">
                <a16:creationId xmlns:a16="http://schemas.microsoft.com/office/drawing/2014/main" id="{07E2C972-D70F-D458-C747-9D6520C14722}"/>
              </a:ext>
            </a:extLst>
          </p:cNvPr>
          <p:cNvSpPr/>
          <p:nvPr/>
        </p:nvSpPr>
        <p:spPr>
          <a:xfrm>
            <a:off x="384048" y="3970782"/>
            <a:ext cx="960120" cy="384048"/>
          </a:xfrm>
          <a:prstGeom prst="rect">
            <a:avLst/>
          </a:prstGeom>
          <a:noFill/>
          <a:ln/>
        </p:spPr>
        <p:txBody>
          <a:bodyPr wrap="square" lIns="0" tIns="0" rIns="0" bIns="0" rtlCol="0" anchor="ctr"/>
          <a:lstStyle/>
          <a:p>
            <a:pPr algn="ctr"/>
            <a:r>
              <a:rPr lang="en-US" sz="1120" b="1" dirty="0">
                <a:solidFill>
                  <a:srgbClr val="FFFFFF"/>
                </a:solidFill>
              </a:rPr>
              <a:t>KPI</a:t>
            </a:r>
            <a:endParaRPr lang="en-US" sz="1120" dirty="0"/>
          </a:p>
        </p:txBody>
      </p:sp>
      <p:sp>
        <p:nvSpPr>
          <p:cNvPr id="29" name="Shape 27">
            <a:extLst>
              <a:ext uri="{FF2B5EF4-FFF2-40B4-BE49-F238E27FC236}">
                <a16:creationId xmlns:a16="http://schemas.microsoft.com/office/drawing/2014/main" id="{2559270E-DF8A-1F54-89E2-6013649B6779}"/>
              </a:ext>
            </a:extLst>
          </p:cNvPr>
          <p:cNvSpPr/>
          <p:nvPr/>
        </p:nvSpPr>
        <p:spPr>
          <a:xfrm>
            <a:off x="1369771" y="3970782"/>
            <a:ext cx="614477" cy="384048"/>
          </a:xfrm>
          <a:prstGeom prst="rect">
            <a:avLst/>
          </a:prstGeom>
          <a:solidFill>
            <a:srgbClr val="C0392B"/>
          </a:solidFill>
          <a:ln/>
        </p:spPr>
        <p:txBody>
          <a:bodyPr/>
          <a:lstStyle/>
          <a:p>
            <a:endParaRPr lang="en-US" sz="2519"/>
          </a:p>
        </p:txBody>
      </p:sp>
      <p:sp>
        <p:nvSpPr>
          <p:cNvPr id="30" name="Text 28">
            <a:extLst>
              <a:ext uri="{FF2B5EF4-FFF2-40B4-BE49-F238E27FC236}">
                <a16:creationId xmlns:a16="http://schemas.microsoft.com/office/drawing/2014/main" id="{E7193145-A78C-0B15-7258-5678B0049008}"/>
              </a:ext>
            </a:extLst>
          </p:cNvPr>
          <p:cNvSpPr/>
          <p:nvPr/>
        </p:nvSpPr>
        <p:spPr>
          <a:xfrm>
            <a:off x="1369771" y="3970782"/>
            <a:ext cx="614477" cy="384048"/>
          </a:xfrm>
          <a:prstGeom prst="rect">
            <a:avLst/>
          </a:prstGeom>
          <a:noFill/>
          <a:ln/>
        </p:spPr>
        <p:txBody>
          <a:bodyPr wrap="square" lIns="0" tIns="0" rIns="0" bIns="0" rtlCol="0" anchor="ctr"/>
          <a:lstStyle/>
          <a:p>
            <a:pPr algn="ctr"/>
            <a:r>
              <a:rPr lang="en-US" sz="1050" b="1" dirty="0">
                <a:solidFill>
                  <a:srgbClr val="FFFFFF"/>
                </a:solidFill>
              </a:rPr>
              <a:t>FAIL</a:t>
            </a:r>
            <a:endParaRPr lang="en-US" sz="1050" dirty="0"/>
          </a:p>
        </p:txBody>
      </p:sp>
      <p:sp>
        <p:nvSpPr>
          <p:cNvPr id="31" name="Text 29">
            <a:extLst>
              <a:ext uri="{FF2B5EF4-FFF2-40B4-BE49-F238E27FC236}">
                <a16:creationId xmlns:a16="http://schemas.microsoft.com/office/drawing/2014/main" id="{7174CEA6-7B59-BB5A-D829-F45AF19921FD}"/>
              </a:ext>
            </a:extLst>
          </p:cNvPr>
          <p:cNvSpPr/>
          <p:nvPr/>
        </p:nvSpPr>
        <p:spPr>
          <a:xfrm>
            <a:off x="2048256" y="4021989"/>
            <a:ext cx="3840480" cy="281635"/>
          </a:xfrm>
          <a:prstGeom prst="rect">
            <a:avLst/>
          </a:prstGeom>
          <a:noFill/>
          <a:ln/>
        </p:spPr>
        <p:txBody>
          <a:bodyPr wrap="square" lIns="0" tIns="0" rIns="0" bIns="0" rtlCol="0" anchor="ctr"/>
          <a:lstStyle/>
          <a:p>
            <a:r>
              <a:rPr lang="en-US" sz="1092" dirty="0">
                <a:solidFill>
                  <a:srgbClr val="1C2833"/>
                </a:solidFill>
              </a:rPr>
              <a:t>Risk</a:t>
            </a:r>
            <a:r>
              <a:rPr lang="zh-CN" altLang="en-US" sz="1092" dirty="0">
                <a:solidFill>
                  <a:srgbClr val="1C2833"/>
                </a:solidFill>
              </a:rPr>
              <a:t> </a:t>
            </a:r>
            <a:r>
              <a:rPr lang="en-US" sz="1092" dirty="0">
                <a:solidFill>
                  <a:srgbClr val="1C2833"/>
                </a:solidFill>
              </a:rPr>
              <a:t>note described the forecast without clearly framing it as an estimated capacity-pressure</a:t>
            </a:r>
            <a:endParaRPr lang="en-US" sz="1092" dirty="0"/>
          </a:p>
        </p:txBody>
      </p:sp>
      <p:sp>
        <p:nvSpPr>
          <p:cNvPr id="32" name="Shape 30">
            <a:extLst>
              <a:ext uri="{FF2B5EF4-FFF2-40B4-BE49-F238E27FC236}">
                <a16:creationId xmlns:a16="http://schemas.microsoft.com/office/drawing/2014/main" id="{1003D01E-0E42-2FFC-2C73-A32711BBABCD}"/>
              </a:ext>
            </a:extLst>
          </p:cNvPr>
          <p:cNvSpPr/>
          <p:nvPr/>
        </p:nvSpPr>
        <p:spPr>
          <a:xfrm>
            <a:off x="256032" y="4610862"/>
            <a:ext cx="5824728" cy="2816352"/>
          </a:xfrm>
          <a:prstGeom prst="rect">
            <a:avLst/>
          </a:prstGeom>
          <a:solidFill>
            <a:srgbClr val="FFF5F5"/>
          </a:solidFill>
          <a:ln w="12700">
            <a:solidFill>
              <a:srgbClr val="C0392B"/>
            </a:solidFill>
            <a:prstDash val="solid"/>
          </a:ln>
        </p:spPr>
        <p:txBody>
          <a:bodyPr/>
          <a:lstStyle/>
          <a:p>
            <a:endParaRPr lang="en-US" sz="2519"/>
          </a:p>
        </p:txBody>
      </p:sp>
      <p:sp>
        <p:nvSpPr>
          <p:cNvPr id="33" name="Shape 31">
            <a:extLst>
              <a:ext uri="{FF2B5EF4-FFF2-40B4-BE49-F238E27FC236}">
                <a16:creationId xmlns:a16="http://schemas.microsoft.com/office/drawing/2014/main" id="{E1BA4113-1BAA-A0A5-E467-E019DA8C9205}"/>
              </a:ext>
            </a:extLst>
          </p:cNvPr>
          <p:cNvSpPr/>
          <p:nvPr/>
        </p:nvSpPr>
        <p:spPr>
          <a:xfrm>
            <a:off x="256032" y="4610862"/>
            <a:ext cx="5824728" cy="486461"/>
          </a:xfrm>
          <a:prstGeom prst="rect">
            <a:avLst/>
          </a:prstGeom>
          <a:solidFill>
            <a:srgbClr val="C0392B"/>
          </a:solidFill>
          <a:ln/>
        </p:spPr>
        <p:txBody>
          <a:bodyPr/>
          <a:lstStyle/>
          <a:p>
            <a:endParaRPr lang="en-US" sz="2519"/>
          </a:p>
        </p:txBody>
      </p:sp>
      <p:sp>
        <p:nvSpPr>
          <p:cNvPr id="34" name="Text 32">
            <a:extLst>
              <a:ext uri="{FF2B5EF4-FFF2-40B4-BE49-F238E27FC236}">
                <a16:creationId xmlns:a16="http://schemas.microsoft.com/office/drawing/2014/main" id="{6F1F45CA-BC84-EA2E-3F25-E92B869A465A}"/>
              </a:ext>
            </a:extLst>
          </p:cNvPr>
          <p:cNvSpPr/>
          <p:nvPr/>
        </p:nvSpPr>
        <p:spPr>
          <a:xfrm>
            <a:off x="384048" y="4610862"/>
            <a:ext cx="5568696" cy="486461"/>
          </a:xfrm>
          <a:prstGeom prst="rect">
            <a:avLst/>
          </a:prstGeom>
          <a:noFill/>
          <a:ln/>
        </p:spPr>
        <p:txBody>
          <a:bodyPr wrap="square" lIns="0" tIns="0" rIns="0" bIns="0" rtlCol="0" anchor="ctr"/>
          <a:lstStyle/>
          <a:p>
            <a:r>
              <a:rPr lang="en-US" sz="1680" b="1" dirty="0">
                <a:solidFill>
                  <a:srgbClr val="FFFFFF"/>
                </a:solidFill>
              </a:rPr>
              <a:t>Cross-Agent Verifier</a:t>
            </a:r>
            <a:endParaRPr lang="en-US" sz="1680" dirty="0"/>
          </a:p>
        </p:txBody>
      </p:sp>
      <p:sp>
        <p:nvSpPr>
          <p:cNvPr id="35" name="Text 33">
            <a:extLst>
              <a:ext uri="{FF2B5EF4-FFF2-40B4-BE49-F238E27FC236}">
                <a16:creationId xmlns:a16="http://schemas.microsoft.com/office/drawing/2014/main" id="{C0C59C15-D438-08A0-AF4F-8A9D7312CA69}"/>
              </a:ext>
            </a:extLst>
          </p:cNvPr>
          <p:cNvSpPr/>
          <p:nvPr/>
        </p:nvSpPr>
        <p:spPr>
          <a:xfrm>
            <a:off x="409651" y="5174132"/>
            <a:ext cx="5504688" cy="358445"/>
          </a:xfrm>
          <a:prstGeom prst="rect">
            <a:avLst/>
          </a:prstGeom>
          <a:noFill/>
          <a:ln/>
        </p:spPr>
        <p:txBody>
          <a:bodyPr wrap="square" lIns="0" tIns="0" rIns="0" bIns="0" rtlCol="0" anchor="ctr"/>
          <a:lstStyle/>
          <a:p>
            <a:r>
              <a:rPr lang="en-US" sz="1260" i="1" dirty="0">
                <a:solidFill>
                  <a:srgbClr val="C0392B"/>
                </a:solidFill>
              </a:rPr>
              <a:t>Do agent outputs agree across layers — and what action follows disagreement?</a:t>
            </a:r>
            <a:endParaRPr lang="en-US" sz="1260" dirty="0"/>
          </a:p>
        </p:txBody>
      </p:sp>
      <p:sp>
        <p:nvSpPr>
          <p:cNvPr id="36" name="Text 34">
            <a:extLst>
              <a:ext uri="{FF2B5EF4-FFF2-40B4-BE49-F238E27FC236}">
                <a16:creationId xmlns:a16="http://schemas.microsoft.com/office/drawing/2014/main" id="{09C0B160-8475-85F8-25F3-570E1920520D}"/>
              </a:ext>
            </a:extLst>
          </p:cNvPr>
          <p:cNvSpPr/>
          <p:nvPr/>
        </p:nvSpPr>
        <p:spPr>
          <a:xfrm>
            <a:off x="384048" y="5609387"/>
            <a:ext cx="358445" cy="307238"/>
          </a:xfrm>
          <a:prstGeom prst="rect">
            <a:avLst/>
          </a:prstGeom>
          <a:noFill/>
          <a:ln/>
        </p:spPr>
        <p:txBody>
          <a:bodyPr wrap="square" lIns="0" tIns="0" rIns="0" bIns="0" rtlCol="0" anchor="ctr"/>
          <a:lstStyle/>
          <a:p>
            <a:pPr algn="ctr"/>
            <a:r>
              <a:rPr lang="en-US" sz="1400" b="1" dirty="0">
                <a:solidFill>
                  <a:srgbClr val="C0392B"/>
                </a:solidFill>
              </a:rPr>
              <a:t>🔴</a:t>
            </a:r>
            <a:endParaRPr lang="en-US" sz="1400" dirty="0"/>
          </a:p>
        </p:txBody>
      </p:sp>
      <p:sp>
        <p:nvSpPr>
          <p:cNvPr id="37" name="Text 35">
            <a:extLst>
              <a:ext uri="{FF2B5EF4-FFF2-40B4-BE49-F238E27FC236}">
                <a16:creationId xmlns:a16="http://schemas.microsoft.com/office/drawing/2014/main" id="{17501215-D17B-C57C-4285-C5950406F056}"/>
              </a:ext>
            </a:extLst>
          </p:cNvPr>
          <p:cNvSpPr/>
          <p:nvPr/>
        </p:nvSpPr>
        <p:spPr>
          <a:xfrm>
            <a:off x="793699" y="5634990"/>
            <a:ext cx="1984248" cy="256032"/>
          </a:xfrm>
          <a:prstGeom prst="rect">
            <a:avLst/>
          </a:prstGeom>
          <a:noFill/>
          <a:ln/>
        </p:spPr>
        <p:txBody>
          <a:bodyPr wrap="square" lIns="0" tIns="0" rIns="0" bIns="0" rtlCol="0" anchor="ctr"/>
          <a:lstStyle/>
          <a:p>
            <a:r>
              <a:rPr lang="en-US" sz="1120" b="1" dirty="0">
                <a:solidFill>
                  <a:srgbClr val="1C2833"/>
                </a:solidFill>
              </a:rPr>
              <a:t>Coverage ↔ KPI:</a:t>
            </a:r>
            <a:endParaRPr lang="en-US" sz="1120" dirty="0"/>
          </a:p>
        </p:txBody>
      </p:sp>
      <p:sp>
        <p:nvSpPr>
          <p:cNvPr id="38" name="Text 36">
            <a:extLst>
              <a:ext uri="{FF2B5EF4-FFF2-40B4-BE49-F238E27FC236}">
                <a16:creationId xmlns:a16="http://schemas.microsoft.com/office/drawing/2014/main" id="{0D7AD039-505D-31E8-873D-B676CBBD0FBE}"/>
              </a:ext>
            </a:extLst>
          </p:cNvPr>
          <p:cNvSpPr/>
          <p:nvPr/>
        </p:nvSpPr>
        <p:spPr>
          <a:xfrm>
            <a:off x="2816352" y="5634990"/>
            <a:ext cx="3200400" cy="256032"/>
          </a:xfrm>
          <a:prstGeom prst="rect">
            <a:avLst/>
          </a:prstGeom>
          <a:noFill/>
          <a:ln/>
        </p:spPr>
        <p:txBody>
          <a:bodyPr wrap="square" lIns="0" tIns="0" rIns="0" bIns="0" rtlCol="0" anchor="ctr"/>
          <a:lstStyle/>
          <a:p>
            <a:r>
              <a:rPr lang="en-US" sz="1092" b="1" dirty="0">
                <a:solidFill>
                  <a:srgbClr val="C0392B"/>
                </a:solidFill>
              </a:rPr>
              <a:t>MAJOR — signal_capacity_conflict</a:t>
            </a:r>
            <a:endParaRPr lang="en-US" sz="1092" dirty="0"/>
          </a:p>
        </p:txBody>
      </p:sp>
      <p:sp>
        <p:nvSpPr>
          <p:cNvPr id="39" name="Text 37">
            <a:extLst>
              <a:ext uri="{FF2B5EF4-FFF2-40B4-BE49-F238E27FC236}">
                <a16:creationId xmlns:a16="http://schemas.microsoft.com/office/drawing/2014/main" id="{CA40B56F-E4E3-ADAB-B2EF-2BDF6CF5DA39}"/>
              </a:ext>
            </a:extLst>
          </p:cNvPr>
          <p:cNvSpPr/>
          <p:nvPr/>
        </p:nvSpPr>
        <p:spPr>
          <a:xfrm>
            <a:off x="384048" y="5967832"/>
            <a:ext cx="358445" cy="307238"/>
          </a:xfrm>
          <a:prstGeom prst="rect">
            <a:avLst/>
          </a:prstGeom>
          <a:noFill/>
          <a:ln/>
        </p:spPr>
        <p:txBody>
          <a:bodyPr wrap="square" lIns="0" tIns="0" rIns="0" bIns="0" rtlCol="0" anchor="ctr"/>
          <a:lstStyle/>
          <a:p>
            <a:pPr algn="ctr"/>
            <a:r>
              <a:rPr lang="en-US" sz="1400" b="1" dirty="0">
                <a:solidFill>
                  <a:srgbClr val="D4AC0D"/>
                </a:solidFill>
              </a:rPr>
              <a:t>⚠</a:t>
            </a:r>
            <a:endParaRPr lang="en-US" sz="1400" dirty="0"/>
          </a:p>
        </p:txBody>
      </p:sp>
      <p:sp>
        <p:nvSpPr>
          <p:cNvPr id="40" name="Text 38">
            <a:extLst>
              <a:ext uri="{FF2B5EF4-FFF2-40B4-BE49-F238E27FC236}">
                <a16:creationId xmlns:a16="http://schemas.microsoft.com/office/drawing/2014/main" id="{47D19111-C351-5F5F-815D-B3C6317A1668}"/>
              </a:ext>
            </a:extLst>
          </p:cNvPr>
          <p:cNvSpPr/>
          <p:nvPr/>
        </p:nvSpPr>
        <p:spPr>
          <a:xfrm>
            <a:off x="793699" y="5993435"/>
            <a:ext cx="1984248" cy="256032"/>
          </a:xfrm>
          <a:prstGeom prst="rect">
            <a:avLst/>
          </a:prstGeom>
          <a:noFill/>
          <a:ln/>
        </p:spPr>
        <p:txBody>
          <a:bodyPr wrap="square" lIns="0" tIns="0" rIns="0" bIns="0" rtlCol="0" anchor="ctr"/>
          <a:lstStyle/>
          <a:p>
            <a:r>
              <a:rPr lang="en-US" sz="1120" b="1" dirty="0">
                <a:solidFill>
                  <a:srgbClr val="1C2833"/>
                </a:solidFill>
              </a:rPr>
              <a:t>KPI ↔ Config:</a:t>
            </a:r>
            <a:endParaRPr lang="en-US" sz="1120" dirty="0"/>
          </a:p>
        </p:txBody>
      </p:sp>
      <p:sp>
        <p:nvSpPr>
          <p:cNvPr id="41" name="Text 39">
            <a:extLst>
              <a:ext uri="{FF2B5EF4-FFF2-40B4-BE49-F238E27FC236}">
                <a16:creationId xmlns:a16="http://schemas.microsoft.com/office/drawing/2014/main" id="{04C333EA-8A49-987C-D03A-750867DA69D9}"/>
              </a:ext>
            </a:extLst>
          </p:cNvPr>
          <p:cNvSpPr/>
          <p:nvPr/>
        </p:nvSpPr>
        <p:spPr>
          <a:xfrm>
            <a:off x="2816352" y="5993435"/>
            <a:ext cx="3200400" cy="256032"/>
          </a:xfrm>
          <a:prstGeom prst="rect">
            <a:avLst/>
          </a:prstGeom>
          <a:noFill/>
          <a:ln/>
        </p:spPr>
        <p:txBody>
          <a:bodyPr wrap="square" lIns="0" tIns="0" rIns="0" bIns="0" rtlCol="0" anchor="ctr"/>
          <a:lstStyle/>
          <a:p>
            <a:r>
              <a:rPr lang="en-US" sz="1092" b="1" dirty="0">
                <a:solidFill>
                  <a:srgbClr val="D4AC0D"/>
                </a:solidFill>
              </a:rPr>
              <a:t>minor — config_or_software_bottleneck</a:t>
            </a:r>
            <a:endParaRPr lang="en-US" sz="1092" dirty="0"/>
          </a:p>
        </p:txBody>
      </p:sp>
      <p:sp>
        <p:nvSpPr>
          <p:cNvPr id="42" name="Text 40">
            <a:extLst>
              <a:ext uri="{FF2B5EF4-FFF2-40B4-BE49-F238E27FC236}">
                <a16:creationId xmlns:a16="http://schemas.microsoft.com/office/drawing/2014/main" id="{BAC7FC60-CEF1-484C-7D7B-D9605ED06C58}"/>
              </a:ext>
            </a:extLst>
          </p:cNvPr>
          <p:cNvSpPr/>
          <p:nvPr/>
        </p:nvSpPr>
        <p:spPr>
          <a:xfrm>
            <a:off x="384048" y="6326277"/>
            <a:ext cx="358445" cy="307238"/>
          </a:xfrm>
          <a:prstGeom prst="rect">
            <a:avLst/>
          </a:prstGeom>
          <a:noFill/>
          <a:ln/>
        </p:spPr>
        <p:txBody>
          <a:bodyPr wrap="square" lIns="0" tIns="0" rIns="0" bIns="0" rtlCol="0" anchor="ctr"/>
          <a:lstStyle/>
          <a:p>
            <a:pPr algn="ctr"/>
            <a:r>
              <a:rPr lang="en-US" sz="1400" b="1" dirty="0">
                <a:solidFill>
                  <a:srgbClr val="1E8449"/>
                </a:solidFill>
              </a:rPr>
              <a:t>✓</a:t>
            </a:r>
            <a:endParaRPr lang="en-US" sz="1400" dirty="0"/>
          </a:p>
        </p:txBody>
      </p:sp>
      <p:sp>
        <p:nvSpPr>
          <p:cNvPr id="43" name="Text 41">
            <a:extLst>
              <a:ext uri="{FF2B5EF4-FFF2-40B4-BE49-F238E27FC236}">
                <a16:creationId xmlns:a16="http://schemas.microsoft.com/office/drawing/2014/main" id="{F0EC1445-BC35-9AEA-3524-06956574CD41}"/>
              </a:ext>
            </a:extLst>
          </p:cNvPr>
          <p:cNvSpPr/>
          <p:nvPr/>
        </p:nvSpPr>
        <p:spPr>
          <a:xfrm>
            <a:off x="793699" y="6351880"/>
            <a:ext cx="1984248" cy="256032"/>
          </a:xfrm>
          <a:prstGeom prst="rect">
            <a:avLst/>
          </a:prstGeom>
          <a:noFill/>
          <a:ln/>
        </p:spPr>
        <p:txBody>
          <a:bodyPr wrap="square" lIns="0" tIns="0" rIns="0" bIns="0" rtlCol="0" anchor="ctr"/>
          <a:lstStyle/>
          <a:p>
            <a:r>
              <a:rPr lang="en-US" sz="1120" b="1" dirty="0">
                <a:solidFill>
                  <a:srgbClr val="1C2833"/>
                </a:solidFill>
              </a:rPr>
              <a:t>Coverage ↔ Geo:</a:t>
            </a:r>
            <a:endParaRPr lang="en-US" sz="1120" dirty="0"/>
          </a:p>
        </p:txBody>
      </p:sp>
      <p:sp>
        <p:nvSpPr>
          <p:cNvPr id="44" name="Text 42">
            <a:extLst>
              <a:ext uri="{FF2B5EF4-FFF2-40B4-BE49-F238E27FC236}">
                <a16:creationId xmlns:a16="http://schemas.microsoft.com/office/drawing/2014/main" id="{2CC2B836-F625-C1B9-DA84-109AE53D8F2A}"/>
              </a:ext>
            </a:extLst>
          </p:cNvPr>
          <p:cNvSpPr/>
          <p:nvPr/>
        </p:nvSpPr>
        <p:spPr>
          <a:xfrm>
            <a:off x="2816352" y="6351880"/>
            <a:ext cx="3200400" cy="256032"/>
          </a:xfrm>
          <a:prstGeom prst="rect">
            <a:avLst/>
          </a:prstGeom>
          <a:noFill/>
          <a:ln/>
        </p:spPr>
        <p:txBody>
          <a:bodyPr wrap="square" lIns="0" tIns="0" rIns="0" bIns="0" rtlCol="0" anchor="ctr"/>
          <a:lstStyle/>
          <a:p>
            <a:r>
              <a:rPr lang="en-US" sz="1092" dirty="0">
                <a:solidFill>
                  <a:srgbClr val="1E8449"/>
                </a:solidFill>
              </a:rPr>
              <a:t>consistent</a:t>
            </a:r>
            <a:endParaRPr lang="en-US" sz="1092" dirty="0"/>
          </a:p>
        </p:txBody>
      </p:sp>
      <p:sp>
        <p:nvSpPr>
          <p:cNvPr id="45" name="Text 43">
            <a:extLst>
              <a:ext uri="{FF2B5EF4-FFF2-40B4-BE49-F238E27FC236}">
                <a16:creationId xmlns:a16="http://schemas.microsoft.com/office/drawing/2014/main" id="{F9214829-2B71-60CD-21EF-EDA329850D2C}"/>
              </a:ext>
            </a:extLst>
          </p:cNvPr>
          <p:cNvSpPr/>
          <p:nvPr/>
        </p:nvSpPr>
        <p:spPr>
          <a:xfrm>
            <a:off x="384048" y="6684721"/>
            <a:ext cx="358445" cy="307238"/>
          </a:xfrm>
          <a:prstGeom prst="rect">
            <a:avLst/>
          </a:prstGeom>
          <a:noFill/>
          <a:ln/>
        </p:spPr>
        <p:txBody>
          <a:bodyPr wrap="square" lIns="0" tIns="0" rIns="0" bIns="0" rtlCol="0" anchor="ctr"/>
          <a:lstStyle/>
          <a:p>
            <a:pPr algn="ctr"/>
            <a:r>
              <a:rPr lang="en-US" sz="1400" b="1" dirty="0">
                <a:solidFill>
                  <a:srgbClr val="1E8449"/>
                </a:solidFill>
              </a:rPr>
              <a:t>✓</a:t>
            </a:r>
            <a:endParaRPr lang="en-US" sz="1400" dirty="0"/>
          </a:p>
        </p:txBody>
      </p:sp>
      <p:sp>
        <p:nvSpPr>
          <p:cNvPr id="46" name="Text 44">
            <a:extLst>
              <a:ext uri="{FF2B5EF4-FFF2-40B4-BE49-F238E27FC236}">
                <a16:creationId xmlns:a16="http://schemas.microsoft.com/office/drawing/2014/main" id="{30D5CD92-0B0E-02A6-221A-6E23DEA45E21}"/>
              </a:ext>
            </a:extLst>
          </p:cNvPr>
          <p:cNvSpPr/>
          <p:nvPr/>
        </p:nvSpPr>
        <p:spPr>
          <a:xfrm>
            <a:off x="793699" y="6710324"/>
            <a:ext cx="1984248" cy="256032"/>
          </a:xfrm>
          <a:prstGeom prst="rect">
            <a:avLst/>
          </a:prstGeom>
          <a:noFill/>
          <a:ln/>
        </p:spPr>
        <p:txBody>
          <a:bodyPr wrap="square" lIns="0" tIns="0" rIns="0" bIns="0" rtlCol="0" anchor="ctr"/>
          <a:lstStyle/>
          <a:p>
            <a:r>
              <a:rPr lang="en-US" sz="1120" b="1" dirty="0">
                <a:solidFill>
                  <a:srgbClr val="1C2833"/>
                </a:solidFill>
              </a:rPr>
              <a:t>Geo ↔ Assessment:</a:t>
            </a:r>
            <a:endParaRPr lang="en-US" sz="1120" dirty="0"/>
          </a:p>
        </p:txBody>
      </p:sp>
      <p:sp>
        <p:nvSpPr>
          <p:cNvPr id="47" name="Text 45">
            <a:extLst>
              <a:ext uri="{FF2B5EF4-FFF2-40B4-BE49-F238E27FC236}">
                <a16:creationId xmlns:a16="http://schemas.microsoft.com/office/drawing/2014/main" id="{D6461147-7BF7-BE5E-7350-B6E2919880DD}"/>
              </a:ext>
            </a:extLst>
          </p:cNvPr>
          <p:cNvSpPr/>
          <p:nvPr/>
        </p:nvSpPr>
        <p:spPr>
          <a:xfrm>
            <a:off x="2816352" y="6710324"/>
            <a:ext cx="3200400" cy="256032"/>
          </a:xfrm>
          <a:prstGeom prst="rect">
            <a:avLst/>
          </a:prstGeom>
          <a:noFill/>
          <a:ln/>
        </p:spPr>
        <p:txBody>
          <a:bodyPr wrap="square" lIns="0" tIns="0" rIns="0" bIns="0" rtlCol="0" anchor="ctr"/>
          <a:lstStyle/>
          <a:p>
            <a:r>
              <a:rPr lang="en-US" sz="1092" dirty="0">
                <a:solidFill>
                  <a:srgbClr val="1E8449"/>
                </a:solidFill>
              </a:rPr>
              <a:t>consistent</a:t>
            </a:r>
            <a:endParaRPr lang="en-US" sz="1092" dirty="0"/>
          </a:p>
        </p:txBody>
      </p:sp>
      <p:sp>
        <p:nvSpPr>
          <p:cNvPr id="48" name="Text 46">
            <a:extLst>
              <a:ext uri="{FF2B5EF4-FFF2-40B4-BE49-F238E27FC236}">
                <a16:creationId xmlns:a16="http://schemas.microsoft.com/office/drawing/2014/main" id="{DDC08375-436D-E462-F27A-40FAD326C9F7}"/>
              </a:ext>
            </a:extLst>
          </p:cNvPr>
          <p:cNvSpPr/>
          <p:nvPr/>
        </p:nvSpPr>
        <p:spPr>
          <a:xfrm>
            <a:off x="384048" y="7043166"/>
            <a:ext cx="358445" cy="307238"/>
          </a:xfrm>
          <a:prstGeom prst="rect">
            <a:avLst/>
          </a:prstGeom>
          <a:noFill/>
          <a:ln/>
        </p:spPr>
        <p:txBody>
          <a:bodyPr wrap="square" lIns="0" tIns="0" rIns="0" bIns="0" rtlCol="0" anchor="ctr"/>
          <a:lstStyle/>
          <a:p>
            <a:pPr algn="ctr"/>
            <a:r>
              <a:rPr lang="en-US" sz="1400" b="1" dirty="0">
                <a:solidFill>
                  <a:srgbClr val="1E8449"/>
                </a:solidFill>
              </a:rPr>
              <a:t>✓</a:t>
            </a:r>
            <a:endParaRPr lang="en-US" sz="1400" dirty="0"/>
          </a:p>
        </p:txBody>
      </p:sp>
      <p:sp>
        <p:nvSpPr>
          <p:cNvPr id="49" name="Text 47">
            <a:extLst>
              <a:ext uri="{FF2B5EF4-FFF2-40B4-BE49-F238E27FC236}">
                <a16:creationId xmlns:a16="http://schemas.microsoft.com/office/drawing/2014/main" id="{EB73CBB6-9C64-08D5-1BFF-4F270F50AC37}"/>
              </a:ext>
            </a:extLst>
          </p:cNvPr>
          <p:cNvSpPr/>
          <p:nvPr/>
        </p:nvSpPr>
        <p:spPr>
          <a:xfrm>
            <a:off x="793699" y="7068769"/>
            <a:ext cx="1984248" cy="256032"/>
          </a:xfrm>
          <a:prstGeom prst="rect">
            <a:avLst/>
          </a:prstGeom>
          <a:noFill/>
          <a:ln/>
        </p:spPr>
        <p:txBody>
          <a:bodyPr wrap="square" lIns="0" tIns="0" rIns="0" bIns="0" rtlCol="0" anchor="ctr"/>
          <a:lstStyle/>
          <a:p>
            <a:r>
              <a:rPr lang="en-US" sz="1120" b="1" dirty="0">
                <a:solidFill>
                  <a:srgbClr val="1C2833"/>
                </a:solidFill>
              </a:rPr>
              <a:t>Assessment logic:</a:t>
            </a:r>
            <a:endParaRPr lang="en-US" sz="1120" dirty="0"/>
          </a:p>
        </p:txBody>
      </p:sp>
      <p:sp>
        <p:nvSpPr>
          <p:cNvPr id="50" name="Text 48">
            <a:extLst>
              <a:ext uri="{FF2B5EF4-FFF2-40B4-BE49-F238E27FC236}">
                <a16:creationId xmlns:a16="http://schemas.microsoft.com/office/drawing/2014/main" id="{E9389FE3-695E-E8F3-8F35-4E7D740AA2B8}"/>
              </a:ext>
            </a:extLst>
          </p:cNvPr>
          <p:cNvSpPr/>
          <p:nvPr/>
        </p:nvSpPr>
        <p:spPr>
          <a:xfrm>
            <a:off x="2816352" y="7068769"/>
            <a:ext cx="3200400" cy="256032"/>
          </a:xfrm>
          <a:prstGeom prst="rect">
            <a:avLst/>
          </a:prstGeom>
          <a:noFill/>
          <a:ln/>
        </p:spPr>
        <p:txBody>
          <a:bodyPr wrap="square" lIns="0" tIns="0" rIns="0" bIns="0" rtlCol="0" anchor="ctr"/>
          <a:lstStyle/>
          <a:p>
            <a:r>
              <a:rPr lang="en-US" sz="1092" dirty="0">
                <a:solidFill>
                  <a:srgbClr val="1E8449"/>
                </a:solidFill>
              </a:rPr>
              <a:t>consistent</a:t>
            </a:r>
            <a:endParaRPr lang="en-US" sz="1092" dirty="0"/>
          </a:p>
        </p:txBody>
      </p:sp>
      <p:sp>
        <p:nvSpPr>
          <p:cNvPr id="51" name="Shape 49">
            <a:extLst>
              <a:ext uri="{FF2B5EF4-FFF2-40B4-BE49-F238E27FC236}">
                <a16:creationId xmlns:a16="http://schemas.microsoft.com/office/drawing/2014/main" id="{DFF9F35E-381C-F249-10BE-C073EA90A553}"/>
              </a:ext>
            </a:extLst>
          </p:cNvPr>
          <p:cNvSpPr/>
          <p:nvPr/>
        </p:nvSpPr>
        <p:spPr>
          <a:xfrm>
            <a:off x="384048" y="7017563"/>
            <a:ext cx="5568696" cy="384048"/>
          </a:xfrm>
          <a:prstGeom prst="rect">
            <a:avLst/>
          </a:prstGeom>
          <a:solidFill>
            <a:srgbClr val="C0392B"/>
          </a:solidFill>
          <a:ln/>
        </p:spPr>
        <p:txBody>
          <a:bodyPr/>
          <a:lstStyle/>
          <a:p>
            <a:endParaRPr lang="en-US" sz="2519"/>
          </a:p>
        </p:txBody>
      </p:sp>
      <p:sp>
        <p:nvSpPr>
          <p:cNvPr id="52" name="Text 50">
            <a:extLst>
              <a:ext uri="{FF2B5EF4-FFF2-40B4-BE49-F238E27FC236}">
                <a16:creationId xmlns:a16="http://schemas.microsoft.com/office/drawing/2014/main" id="{B4C3FBD3-58A3-EB79-DD47-501956D273C3}"/>
              </a:ext>
            </a:extLst>
          </p:cNvPr>
          <p:cNvSpPr/>
          <p:nvPr/>
        </p:nvSpPr>
        <p:spPr>
          <a:xfrm>
            <a:off x="486461" y="7043166"/>
            <a:ext cx="5351069" cy="307238"/>
          </a:xfrm>
          <a:prstGeom prst="rect">
            <a:avLst/>
          </a:prstGeom>
          <a:noFill/>
          <a:ln/>
        </p:spPr>
        <p:txBody>
          <a:bodyPr wrap="square" lIns="0" tIns="0" rIns="0" bIns="0" rtlCol="0" anchor="ctr"/>
          <a:lstStyle/>
          <a:p>
            <a:r>
              <a:rPr lang="en-US" sz="1120" b="1" dirty="0">
                <a:solidFill>
                  <a:srgbClr val="FFFFFF"/>
                </a:solidFill>
              </a:rPr>
              <a:t>→  RERUN triggered: KPI Agent re-runs with discrepancy note injected into prompt. If still major after retry → HITL.</a:t>
            </a:r>
            <a:endParaRPr lang="en-US" sz="1120" dirty="0"/>
          </a:p>
        </p:txBody>
      </p:sp>
      <p:sp>
        <p:nvSpPr>
          <p:cNvPr id="53" name="Shape 51">
            <a:extLst>
              <a:ext uri="{FF2B5EF4-FFF2-40B4-BE49-F238E27FC236}">
                <a16:creationId xmlns:a16="http://schemas.microsoft.com/office/drawing/2014/main" id="{F7D25CE4-BD94-E2CB-961F-FEAAB89FFE63}"/>
              </a:ext>
            </a:extLst>
          </p:cNvPr>
          <p:cNvSpPr/>
          <p:nvPr/>
        </p:nvSpPr>
        <p:spPr>
          <a:xfrm>
            <a:off x="6336792" y="1474470"/>
            <a:ext cx="6208776" cy="5952744"/>
          </a:xfrm>
          <a:prstGeom prst="rect">
            <a:avLst/>
          </a:prstGeom>
          <a:solidFill>
            <a:srgbClr val="F5F0FF"/>
          </a:solidFill>
          <a:ln w="12700">
            <a:solidFill>
              <a:srgbClr val="6C3483"/>
            </a:solidFill>
            <a:prstDash val="solid"/>
          </a:ln>
        </p:spPr>
        <p:txBody>
          <a:bodyPr/>
          <a:lstStyle/>
          <a:p>
            <a:endParaRPr lang="en-US" sz="2519"/>
          </a:p>
        </p:txBody>
      </p:sp>
      <p:sp>
        <p:nvSpPr>
          <p:cNvPr id="54" name="Shape 52">
            <a:extLst>
              <a:ext uri="{FF2B5EF4-FFF2-40B4-BE49-F238E27FC236}">
                <a16:creationId xmlns:a16="http://schemas.microsoft.com/office/drawing/2014/main" id="{233DBD5B-831F-1581-1AF5-C200D87FEB31}"/>
              </a:ext>
            </a:extLst>
          </p:cNvPr>
          <p:cNvSpPr/>
          <p:nvPr/>
        </p:nvSpPr>
        <p:spPr>
          <a:xfrm>
            <a:off x="6336792" y="1474470"/>
            <a:ext cx="6208776" cy="486461"/>
          </a:xfrm>
          <a:prstGeom prst="rect">
            <a:avLst/>
          </a:prstGeom>
          <a:solidFill>
            <a:srgbClr val="6C3483"/>
          </a:solidFill>
          <a:ln/>
        </p:spPr>
        <p:txBody>
          <a:bodyPr/>
          <a:lstStyle/>
          <a:p>
            <a:endParaRPr lang="en-US" sz="2519"/>
          </a:p>
        </p:txBody>
      </p:sp>
      <p:sp>
        <p:nvSpPr>
          <p:cNvPr id="55" name="Text 53">
            <a:extLst>
              <a:ext uri="{FF2B5EF4-FFF2-40B4-BE49-F238E27FC236}">
                <a16:creationId xmlns:a16="http://schemas.microsoft.com/office/drawing/2014/main" id="{0ED94327-85D7-1EFF-86B9-BF35B8780A6A}"/>
              </a:ext>
            </a:extLst>
          </p:cNvPr>
          <p:cNvSpPr/>
          <p:nvPr/>
        </p:nvSpPr>
        <p:spPr>
          <a:xfrm>
            <a:off x="6464808" y="1474470"/>
            <a:ext cx="5952744" cy="486461"/>
          </a:xfrm>
          <a:prstGeom prst="rect">
            <a:avLst/>
          </a:prstGeom>
          <a:noFill/>
          <a:ln/>
        </p:spPr>
        <p:txBody>
          <a:bodyPr wrap="square" lIns="0" tIns="0" rIns="0" bIns="0" rtlCol="0" anchor="ctr"/>
          <a:lstStyle/>
          <a:p>
            <a:r>
              <a:rPr lang="en-US" sz="1680" b="1" dirty="0">
                <a:solidFill>
                  <a:srgbClr val="FFFFFF"/>
                </a:solidFill>
              </a:rPr>
              <a:t>Reflector + Memory Store</a:t>
            </a:r>
            <a:endParaRPr lang="en-US" sz="1680" dirty="0"/>
          </a:p>
        </p:txBody>
      </p:sp>
      <p:sp>
        <p:nvSpPr>
          <p:cNvPr id="56" name="Text 54">
            <a:extLst>
              <a:ext uri="{FF2B5EF4-FFF2-40B4-BE49-F238E27FC236}">
                <a16:creationId xmlns:a16="http://schemas.microsoft.com/office/drawing/2014/main" id="{EDADC31B-54D5-48F8-FE63-81A6FEFC15CC}"/>
              </a:ext>
            </a:extLst>
          </p:cNvPr>
          <p:cNvSpPr/>
          <p:nvPr/>
        </p:nvSpPr>
        <p:spPr>
          <a:xfrm>
            <a:off x="6490411" y="2050542"/>
            <a:ext cx="5888736" cy="384048"/>
          </a:xfrm>
          <a:prstGeom prst="rect">
            <a:avLst/>
          </a:prstGeom>
          <a:noFill/>
          <a:ln/>
        </p:spPr>
        <p:txBody>
          <a:bodyPr wrap="square" lIns="0" tIns="0" rIns="0" bIns="0" rtlCol="0" anchor="ctr"/>
          <a:lstStyle/>
          <a:p>
            <a:r>
              <a:rPr lang="en-US" sz="1260" i="1" dirty="0">
                <a:solidFill>
                  <a:srgbClr val="6C3483"/>
                </a:solidFill>
              </a:rPr>
              <a:t>What does this run teach us about recurring patterns and prediction accuracy?</a:t>
            </a:r>
            <a:endParaRPr lang="en-US" sz="1260" dirty="0"/>
          </a:p>
        </p:txBody>
      </p:sp>
      <p:sp>
        <p:nvSpPr>
          <p:cNvPr id="57" name="Shape 55">
            <a:extLst>
              <a:ext uri="{FF2B5EF4-FFF2-40B4-BE49-F238E27FC236}">
                <a16:creationId xmlns:a16="http://schemas.microsoft.com/office/drawing/2014/main" id="{F6F7D7C8-0948-7D58-1C58-D6668815A781}"/>
              </a:ext>
            </a:extLst>
          </p:cNvPr>
          <p:cNvSpPr/>
          <p:nvPr/>
        </p:nvSpPr>
        <p:spPr>
          <a:xfrm>
            <a:off x="6490411" y="2511400"/>
            <a:ext cx="5888736" cy="793699"/>
          </a:xfrm>
          <a:prstGeom prst="rect">
            <a:avLst/>
          </a:prstGeom>
          <a:solidFill>
            <a:srgbClr val="EAFAF1"/>
          </a:solidFill>
          <a:ln w="6350">
            <a:solidFill>
              <a:srgbClr val="1E8449"/>
            </a:solidFill>
            <a:prstDash val="solid"/>
          </a:ln>
        </p:spPr>
        <p:txBody>
          <a:bodyPr/>
          <a:lstStyle/>
          <a:p>
            <a:endParaRPr lang="en-US" sz="2519"/>
          </a:p>
        </p:txBody>
      </p:sp>
      <p:sp>
        <p:nvSpPr>
          <p:cNvPr id="58" name="Text 56">
            <a:extLst>
              <a:ext uri="{FF2B5EF4-FFF2-40B4-BE49-F238E27FC236}">
                <a16:creationId xmlns:a16="http://schemas.microsoft.com/office/drawing/2014/main" id="{4DD96947-DF42-DC8C-79A1-AD939D301B5F}"/>
              </a:ext>
            </a:extLst>
          </p:cNvPr>
          <p:cNvSpPr/>
          <p:nvPr/>
        </p:nvSpPr>
        <p:spPr>
          <a:xfrm>
            <a:off x="6592824" y="2562606"/>
            <a:ext cx="5632704" cy="281635"/>
          </a:xfrm>
          <a:prstGeom prst="rect">
            <a:avLst/>
          </a:prstGeom>
          <a:noFill/>
          <a:ln/>
        </p:spPr>
        <p:txBody>
          <a:bodyPr wrap="square" lIns="0" tIns="0" rIns="0" bIns="0" rtlCol="0" anchor="ctr"/>
          <a:lstStyle/>
          <a:p>
            <a:r>
              <a:rPr lang="en-US" sz="1330" b="1" dirty="0">
                <a:solidFill>
                  <a:srgbClr val="1E8449"/>
                </a:solidFill>
              </a:rPr>
              <a:t>Ground Truth</a:t>
            </a:r>
            <a:endParaRPr lang="en-US" sz="1330" dirty="0"/>
          </a:p>
        </p:txBody>
      </p:sp>
      <p:sp>
        <p:nvSpPr>
          <p:cNvPr id="59" name="Text 57">
            <a:extLst>
              <a:ext uri="{FF2B5EF4-FFF2-40B4-BE49-F238E27FC236}">
                <a16:creationId xmlns:a16="http://schemas.microsoft.com/office/drawing/2014/main" id="{DE28FE3D-A8D7-C194-71B2-A3D270CBE650}"/>
              </a:ext>
            </a:extLst>
          </p:cNvPr>
          <p:cNvSpPr/>
          <p:nvPr/>
        </p:nvSpPr>
        <p:spPr>
          <a:xfrm>
            <a:off x="6592824" y="2844241"/>
            <a:ext cx="5632704" cy="409651"/>
          </a:xfrm>
          <a:prstGeom prst="rect">
            <a:avLst/>
          </a:prstGeom>
          <a:noFill/>
          <a:ln/>
        </p:spPr>
        <p:txBody>
          <a:bodyPr wrap="square" lIns="0" tIns="0" rIns="0" bIns="0" rtlCol="0" anchor="ctr"/>
          <a:lstStyle/>
          <a:p>
            <a:r>
              <a:rPr lang="en-US" sz="1232" dirty="0">
                <a:solidFill>
                  <a:srgbClr val="1C2833"/>
                </a:solidFill>
              </a:rPr>
              <a:t>Predicted P2  ·  Actual P2 (hardware fault resolved 10.5h)  →  CORRECT</a:t>
            </a:r>
            <a:endParaRPr lang="en-US" sz="1232" dirty="0"/>
          </a:p>
          <a:p>
            <a:r>
              <a:rPr lang="en-US" sz="1232" dirty="0">
                <a:solidFill>
                  <a:srgbClr val="1C2833"/>
                </a:solidFill>
              </a:rPr>
              <a:t>Memory Store: 5 entries total  ·  1 validated  ·  1 correct prediction</a:t>
            </a:r>
            <a:endParaRPr lang="en-US" sz="1232" dirty="0"/>
          </a:p>
        </p:txBody>
      </p:sp>
      <p:sp>
        <p:nvSpPr>
          <p:cNvPr id="60" name="Text 58">
            <a:extLst>
              <a:ext uri="{FF2B5EF4-FFF2-40B4-BE49-F238E27FC236}">
                <a16:creationId xmlns:a16="http://schemas.microsoft.com/office/drawing/2014/main" id="{38CDE1F9-76A1-45BC-97E2-DCF2C4C1EE47}"/>
              </a:ext>
            </a:extLst>
          </p:cNvPr>
          <p:cNvSpPr/>
          <p:nvPr/>
        </p:nvSpPr>
        <p:spPr>
          <a:xfrm>
            <a:off x="6490411" y="3407511"/>
            <a:ext cx="5888736" cy="332842"/>
          </a:xfrm>
          <a:prstGeom prst="rect">
            <a:avLst/>
          </a:prstGeom>
          <a:noFill/>
          <a:ln/>
        </p:spPr>
        <p:txBody>
          <a:bodyPr wrap="square" lIns="0" tIns="0" rIns="0" bIns="0" rtlCol="0" anchor="ctr"/>
          <a:lstStyle/>
          <a:p>
            <a:r>
              <a:rPr lang="en-US" sz="1330" b="1" dirty="0">
                <a:solidFill>
                  <a:srgbClr val="6C3483"/>
                </a:solidFill>
              </a:rPr>
              <a:t>Lessons this run:</a:t>
            </a:r>
            <a:endParaRPr lang="en-US" sz="1330" dirty="0"/>
          </a:p>
        </p:txBody>
      </p:sp>
      <p:sp>
        <p:nvSpPr>
          <p:cNvPr id="61" name="Shape 59">
            <a:extLst>
              <a:ext uri="{FF2B5EF4-FFF2-40B4-BE49-F238E27FC236}">
                <a16:creationId xmlns:a16="http://schemas.microsoft.com/office/drawing/2014/main" id="{64989708-ABB4-0D76-1333-3881B205582F}"/>
              </a:ext>
            </a:extLst>
          </p:cNvPr>
          <p:cNvSpPr/>
          <p:nvPr/>
        </p:nvSpPr>
        <p:spPr>
          <a:xfrm>
            <a:off x="6490411" y="3817163"/>
            <a:ext cx="5888736" cy="588874"/>
          </a:xfrm>
          <a:prstGeom prst="rect">
            <a:avLst/>
          </a:prstGeom>
          <a:solidFill>
            <a:srgbClr val="FFFFFF"/>
          </a:solidFill>
          <a:ln w="6350">
            <a:solidFill>
              <a:srgbClr val="CCBBEE"/>
            </a:solidFill>
            <a:prstDash val="solid"/>
          </a:ln>
        </p:spPr>
        <p:txBody>
          <a:bodyPr/>
          <a:lstStyle/>
          <a:p>
            <a:endParaRPr lang="en-US" sz="2519"/>
          </a:p>
        </p:txBody>
      </p:sp>
      <p:sp>
        <p:nvSpPr>
          <p:cNvPr id="62" name="Shape 60">
            <a:extLst>
              <a:ext uri="{FF2B5EF4-FFF2-40B4-BE49-F238E27FC236}">
                <a16:creationId xmlns:a16="http://schemas.microsoft.com/office/drawing/2014/main" id="{4AFA4893-6A61-D664-D50C-9D86F8DA7843}"/>
              </a:ext>
            </a:extLst>
          </p:cNvPr>
          <p:cNvSpPr/>
          <p:nvPr/>
        </p:nvSpPr>
        <p:spPr>
          <a:xfrm>
            <a:off x="6490411" y="3817163"/>
            <a:ext cx="89611" cy="588874"/>
          </a:xfrm>
          <a:prstGeom prst="rect">
            <a:avLst/>
          </a:prstGeom>
          <a:solidFill>
            <a:srgbClr val="6C3483"/>
          </a:solidFill>
          <a:ln/>
        </p:spPr>
        <p:txBody>
          <a:bodyPr/>
          <a:lstStyle/>
          <a:p>
            <a:endParaRPr lang="en-US" sz="2519"/>
          </a:p>
        </p:txBody>
      </p:sp>
      <p:sp>
        <p:nvSpPr>
          <p:cNvPr id="63" name="Text 61">
            <a:extLst>
              <a:ext uri="{FF2B5EF4-FFF2-40B4-BE49-F238E27FC236}">
                <a16:creationId xmlns:a16="http://schemas.microsoft.com/office/drawing/2014/main" id="{8774C598-2231-F663-0F3B-EB06C390A6AA}"/>
              </a:ext>
            </a:extLst>
          </p:cNvPr>
          <p:cNvSpPr/>
          <p:nvPr/>
        </p:nvSpPr>
        <p:spPr>
          <a:xfrm>
            <a:off x="6656832" y="3855568"/>
            <a:ext cx="5607101" cy="230429"/>
          </a:xfrm>
          <a:prstGeom prst="rect">
            <a:avLst/>
          </a:prstGeom>
          <a:noFill/>
          <a:ln/>
        </p:spPr>
        <p:txBody>
          <a:bodyPr wrap="square" lIns="0" tIns="0" rIns="0" bIns="0" rtlCol="0" anchor="ctr"/>
          <a:lstStyle/>
          <a:p>
            <a:r>
              <a:rPr lang="en-US" sz="1190" b="1" dirty="0">
                <a:solidFill>
                  <a:srgbClr val="6C3483"/>
                </a:solidFill>
              </a:rPr>
              <a:t>Coverage/KPI conflict is recurring for this site</a:t>
            </a:r>
            <a:endParaRPr lang="en-US" sz="1190" dirty="0"/>
          </a:p>
        </p:txBody>
      </p:sp>
      <p:sp>
        <p:nvSpPr>
          <p:cNvPr id="64" name="Text 62">
            <a:extLst>
              <a:ext uri="{FF2B5EF4-FFF2-40B4-BE49-F238E27FC236}">
                <a16:creationId xmlns:a16="http://schemas.microsoft.com/office/drawing/2014/main" id="{5BA1E9FD-5A72-74B8-ED24-3CBC88ACB277}"/>
              </a:ext>
            </a:extLst>
          </p:cNvPr>
          <p:cNvSpPr/>
          <p:nvPr/>
        </p:nvSpPr>
        <p:spPr>
          <a:xfrm>
            <a:off x="6656832" y="4098798"/>
            <a:ext cx="5607101" cy="281635"/>
          </a:xfrm>
          <a:prstGeom prst="rect">
            <a:avLst/>
          </a:prstGeom>
          <a:noFill/>
          <a:ln/>
        </p:spPr>
        <p:txBody>
          <a:bodyPr wrap="square" lIns="0" tIns="0" rIns="0" bIns="0" rtlCol="0" anchor="ctr"/>
          <a:lstStyle/>
          <a:p>
            <a:r>
              <a:rPr lang="en-US" sz="1120" dirty="0">
                <a:solidFill>
                  <a:srgbClr val="1C2833"/>
                </a:solidFill>
              </a:rPr>
              <a:t>Spatial proxy (post_load_factor low) and KPI forecast (pressure high on USID_01/25) consistently diverge. Pattern recorded for future interpretation.</a:t>
            </a:r>
            <a:endParaRPr lang="en-US" sz="1120" dirty="0"/>
          </a:p>
        </p:txBody>
      </p:sp>
      <p:sp>
        <p:nvSpPr>
          <p:cNvPr id="65" name="Shape 63">
            <a:extLst>
              <a:ext uri="{FF2B5EF4-FFF2-40B4-BE49-F238E27FC236}">
                <a16:creationId xmlns:a16="http://schemas.microsoft.com/office/drawing/2014/main" id="{15B720A1-CC15-2918-3687-CB43CF5184A1}"/>
              </a:ext>
            </a:extLst>
          </p:cNvPr>
          <p:cNvSpPr/>
          <p:nvPr/>
        </p:nvSpPr>
        <p:spPr>
          <a:xfrm>
            <a:off x="6490411" y="4457243"/>
            <a:ext cx="5888736" cy="588874"/>
          </a:xfrm>
          <a:prstGeom prst="rect">
            <a:avLst/>
          </a:prstGeom>
          <a:solidFill>
            <a:srgbClr val="FFFFFF"/>
          </a:solidFill>
          <a:ln w="6350">
            <a:solidFill>
              <a:srgbClr val="CCBBEE"/>
            </a:solidFill>
            <a:prstDash val="solid"/>
          </a:ln>
        </p:spPr>
        <p:txBody>
          <a:bodyPr/>
          <a:lstStyle/>
          <a:p>
            <a:endParaRPr lang="en-US" sz="2519"/>
          </a:p>
        </p:txBody>
      </p:sp>
      <p:sp>
        <p:nvSpPr>
          <p:cNvPr id="66" name="Shape 64">
            <a:extLst>
              <a:ext uri="{FF2B5EF4-FFF2-40B4-BE49-F238E27FC236}">
                <a16:creationId xmlns:a16="http://schemas.microsoft.com/office/drawing/2014/main" id="{788356CC-AD45-917D-A1B0-FE3C05BFBE81}"/>
              </a:ext>
            </a:extLst>
          </p:cNvPr>
          <p:cNvSpPr/>
          <p:nvPr/>
        </p:nvSpPr>
        <p:spPr>
          <a:xfrm>
            <a:off x="6490411" y="4457243"/>
            <a:ext cx="89611" cy="588874"/>
          </a:xfrm>
          <a:prstGeom prst="rect">
            <a:avLst/>
          </a:prstGeom>
          <a:solidFill>
            <a:srgbClr val="6C3483"/>
          </a:solidFill>
          <a:ln/>
        </p:spPr>
        <p:txBody>
          <a:bodyPr/>
          <a:lstStyle/>
          <a:p>
            <a:endParaRPr lang="en-US" sz="2519"/>
          </a:p>
        </p:txBody>
      </p:sp>
      <p:sp>
        <p:nvSpPr>
          <p:cNvPr id="67" name="Text 65">
            <a:extLst>
              <a:ext uri="{FF2B5EF4-FFF2-40B4-BE49-F238E27FC236}">
                <a16:creationId xmlns:a16="http://schemas.microsoft.com/office/drawing/2014/main" id="{F76C0BCA-54AB-356A-3A80-29710FCA165C}"/>
              </a:ext>
            </a:extLst>
          </p:cNvPr>
          <p:cNvSpPr/>
          <p:nvPr/>
        </p:nvSpPr>
        <p:spPr>
          <a:xfrm>
            <a:off x="6656832" y="4495648"/>
            <a:ext cx="5607101" cy="230429"/>
          </a:xfrm>
          <a:prstGeom prst="rect">
            <a:avLst/>
          </a:prstGeom>
          <a:noFill/>
          <a:ln/>
        </p:spPr>
        <p:txBody>
          <a:bodyPr wrap="square" lIns="0" tIns="0" rIns="0" bIns="0" rtlCol="0" anchor="ctr"/>
          <a:lstStyle/>
          <a:p>
            <a:r>
              <a:rPr lang="en-US" sz="1190" b="1" dirty="0">
                <a:solidFill>
                  <a:srgbClr val="6C3483"/>
                </a:solidFill>
              </a:rPr>
              <a:t>kpi_config labeled config_or_software_bottleneck</a:t>
            </a:r>
            <a:endParaRPr lang="en-US" sz="1190" dirty="0"/>
          </a:p>
        </p:txBody>
      </p:sp>
      <p:sp>
        <p:nvSpPr>
          <p:cNvPr id="68" name="Text 66">
            <a:extLst>
              <a:ext uri="{FF2B5EF4-FFF2-40B4-BE49-F238E27FC236}">
                <a16:creationId xmlns:a16="http://schemas.microsoft.com/office/drawing/2014/main" id="{388CFE27-A8D8-CA69-691F-905F197409D0}"/>
              </a:ext>
            </a:extLst>
          </p:cNvPr>
          <p:cNvSpPr/>
          <p:nvPr/>
        </p:nvSpPr>
        <p:spPr>
          <a:xfrm>
            <a:off x="6656832" y="4738878"/>
            <a:ext cx="5607101" cy="281635"/>
          </a:xfrm>
          <a:prstGeom prst="rect">
            <a:avLst/>
          </a:prstGeom>
          <a:noFill/>
          <a:ln/>
        </p:spPr>
        <p:txBody>
          <a:bodyPr wrap="square" lIns="0" tIns="0" rIns="0" bIns="0" rtlCol="0" anchor="ctr"/>
          <a:lstStyle/>
          <a:p>
            <a:r>
              <a:rPr lang="en-US" sz="1120" dirty="0">
                <a:solidFill>
                  <a:srgbClr val="1C2833"/>
                </a:solidFill>
              </a:rPr>
              <a:t>Hardware capacity OK but KPI forecasts exceed p90. Now confirmed pattern — not a one-off. Does not require HITL.</a:t>
            </a:r>
            <a:endParaRPr lang="en-US" sz="1120" dirty="0"/>
          </a:p>
        </p:txBody>
      </p:sp>
      <p:sp>
        <p:nvSpPr>
          <p:cNvPr id="69" name="Shape 67">
            <a:extLst>
              <a:ext uri="{FF2B5EF4-FFF2-40B4-BE49-F238E27FC236}">
                <a16:creationId xmlns:a16="http://schemas.microsoft.com/office/drawing/2014/main" id="{8513B828-1E2F-4306-8253-F4A806687A5E}"/>
              </a:ext>
            </a:extLst>
          </p:cNvPr>
          <p:cNvSpPr/>
          <p:nvPr/>
        </p:nvSpPr>
        <p:spPr>
          <a:xfrm>
            <a:off x="6490411" y="5097323"/>
            <a:ext cx="5888736" cy="588874"/>
          </a:xfrm>
          <a:prstGeom prst="rect">
            <a:avLst/>
          </a:prstGeom>
          <a:solidFill>
            <a:srgbClr val="FFFFFF"/>
          </a:solidFill>
          <a:ln w="6350">
            <a:solidFill>
              <a:srgbClr val="CCBBEE"/>
            </a:solidFill>
            <a:prstDash val="solid"/>
          </a:ln>
        </p:spPr>
        <p:txBody>
          <a:bodyPr/>
          <a:lstStyle/>
          <a:p>
            <a:endParaRPr lang="en-US" sz="2519"/>
          </a:p>
        </p:txBody>
      </p:sp>
      <p:sp>
        <p:nvSpPr>
          <p:cNvPr id="70" name="Shape 68">
            <a:extLst>
              <a:ext uri="{FF2B5EF4-FFF2-40B4-BE49-F238E27FC236}">
                <a16:creationId xmlns:a16="http://schemas.microsoft.com/office/drawing/2014/main" id="{DB1A92CE-387E-7008-28E6-2D5911758629}"/>
              </a:ext>
            </a:extLst>
          </p:cNvPr>
          <p:cNvSpPr/>
          <p:nvPr/>
        </p:nvSpPr>
        <p:spPr>
          <a:xfrm>
            <a:off x="6490411" y="5097323"/>
            <a:ext cx="89611" cy="588874"/>
          </a:xfrm>
          <a:prstGeom prst="rect">
            <a:avLst/>
          </a:prstGeom>
          <a:solidFill>
            <a:srgbClr val="6C3483"/>
          </a:solidFill>
          <a:ln/>
        </p:spPr>
        <p:txBody>
          <a:bodyPr/>
          <a:lstStyle/>
          <a:p>
            <a:endParaRPr lang="en-US" sz="2519"/>
          </a:p>
        </p:txBody>
      </p:sp>
      <p:sp>
        <p:nvSpPr>
          <p:cNvPr id="71" name="Text 69">
            <a:extLst>
              <a:ext uri="{FF2B5EF4-FFF2-40B4-BE49-F238E27FC236}">
                <a16:creationId xmlns:a16="http://schemas.microsoft.com/office/drawing/2014/main" id="{0775BEE9-4D16-89E9-A5E4-30B4928DB186}"/>
              </a:ext>
            </a:extLst>
          </p:cNvPr>
          <p:cNvSpPr/>
          <p:nvPr/>
        </p:nvSpPr>
        <p:spPr>
          <a:xfrm>
            <a:off x="6656832" y="5135728"/>
            <a:ext cx="5607101" cy="230429"/>
          </a:xfrm>
          <a:prstGeom prst="rect">
            <a:avLst/>
          </a:prstGeom>
          <a:noFill/>
          <a:ln/>
        </p:spPr>
        <p:txBody>
          <a:bodyPr wrap="square" lIns="0" tIns="0" rIns="0" bIns="0" rtlCol="0" anchor="ctr"/>
          <a:lstStyle/>
          <a:p>
            <a:r>
              <a:rPr lang="en-US" sz="1190" b="1" dirty="0">
                <a:solidFill>
                  <a:srgbClr val="6C3483"/>
                </a:solidFill>
              </a:rPr>
              <a:t>Rerun path confirmed</a:t>
            </a:r>
            <a:endParaRPr lang="en-US" sz="1190" dirty="0"/>
          </a:p>
        </p:txBody>
      </p:sp>
      <p:sp>
        <p:nvSpPr>
          <p:cNvPr id="72" name="Text 70">
            <a:extLst>
              <a:ext uri="{FF2B5EF4-FFF2-40B4-BE49-F238E27FC236}">
                <a16:creationId xmlns:a16="http://schemas.microsoft.com/office/drawing/2014/main" id="{47753206-17EA-EB93-A5DE-875FFB6D9232}"/>
              </a:ext>
            </a:extLst>
          </p:cNvPr>
          <p:cNvSpPr/>
          <p:nvPr/>
        </p:nvSpPr>
        <p:spPr>
          <a:xfrm>
            <a:off x="6656832" y="5378958"/>
            <a:ext cx="5607101" cy="281635"/>
          </a:xfrm>
          <a:prstGeom prst="rect">
            <a:avLst/>
          </a:prstGeom>
          <a:noFill/>
          <a:ln/>
        </p:spPr>
        <p:txBody>
          <a:bodyPr wrap="square" lIns="0" tIns="0" rIns="0" bIns="0" rtlCol="0" anchor="ctr"/>
          <a:lstStyle/>
          <a:p>
            <a:r>
              <a:rPr lang="en-US" sz="1120" dirty="0">
                <a:solidFill>
                  <a:srgbClr val="1C2833"/>
                </a:solidFill>
              </a:rPr>
              <a:t>First-pass major conflict → KPI rerun with discrepancy note. HITL reserved for persistent conflict after retry. This is the expected control-flow path.</a:t>
            </a:r>
            <a:endParaRPr lang="en-US" sz="1120" dirty="0"/>
          </a:p>
        </p:txBody>
      </p:sp>
      <p:sp>
        <p:nvSpPr>
          <p:cNvPr id="73" name="Shape 71">
            <a:extLst>
              <a:ext uri="{FF2B5EF4-FFF2-40B4-BE49-F238E27FC236}">
                <a16:creationId xmlns:a16="http://schemas.microsoft.com/office/drawing/2014/main" id="{B076B38C-B8BF-4378-A46F-3153F8241621}"/>
              </a:ext>
            </a:extLst>
          </p:cNvPr>
          <p:cNvSpPr/>
          <p:nvPr/>
        </p:nvSpPr>
        <p:spPr>
          <a:xfrm>
            <a:off x="6490411" y="5737403"/>
            <a:ext cx="5888736" cy="588874"/>
          </a:xfrm>
          <a:prstGeom prst="rect">
            <a:avLst/>
          </a:prstGeom>
          <a:solidFill>
            <a:srgbClr val="FFFFFF"/>
          </a:solidFill>
          <a:ln w="6350">
            <a:solidFill>
              <a:srgbClr val="CCBBEE"/>
            </a:solidFill>
            <a:prstDash val="solid"/>
          </a:ln>
        </p:spPr>
        <p:txBody>
          <a:bodyPr/>
          <a:lstStyle/>
          <a:p>
            <a:endParaRPr lang="en-US" sz="2519"/>
          </a:p>
        </p:txBody>
      </p:sp>
      <p:sp>
        <p:nvSpPr>
          <p:cNvPr id="74" name="Shape 72">
            <a:extLst>
              <a:ext uri="{FF2B5EF4-FFF2-40B4-BE49-F238E27FC236}">
                <a16:creationId xmlns:a16="http://schemas.microsoft.com/office/drawing/2014/main" id="{46EDE55A-CEF6-C493-C5C0-5F847B3DFA61}"/>
              </a:ext>
            </a:extLst>
          </p:cNvPr>
          <p:cNvSpPr/>
          <p:nvPr/>
        </p:nvSpPr>
        <p:spPr>
          <a:xfrm>
            <a:off x="6490411" y="5737403"/>
            <a:ext cx="89611" cy="588874"/>
          </a:xfrm>
          <a:prstGeom prst="rect">
            <a:avLst/>
          </a:prstGeom>
          <a:solidFill>
            <a:srgbClr val="6C3483"/>
          </a:solidFill>
          <a:ln/>
        </p:spPr>
        <p:txBody>
          <a:bodyPr/>
          <a:lstStyle/>
          <a:p>
            <a:endParaRPr lang="en-US" sz="2519"/>
          </a:p>
        </p:txBody>
      </p:sp>
      <p:sp>
        <p:nvSpPr>
          <p:cNvPr id="75" name="Text 73">
            <a:extLst>
              <a:ext uri="{FF2B5EF4-FFF2-40B4-BE49-F238E27FC236}">
                <a16:creationId xmlns:a16="http://schemas.microsoft.com/office/drawing/2014/main" id="{6BF792B4-5351-7E45-FD16-32CF61521317}"/>
              </a:ext>
            </a:extLst>
          </p:cNvPr>
          <p:cNvSpPr/>
          <p:nvPr/>
        </p:nvSpPr>
        <p:spPr>
          <a:xfrm>
            <a:off x="6656832" y="5775808"/>
            <a:ext cx="5607101" cy="230429"/>
          </a:xfrm>
          <a:prstGeom prst="rect">
            <a:avLst/>
          </a:prstGeom>
          <a:noFill/>
          <a:ln/>
        </p:spPr>
        <p:txBody>
          <a:bodyPr wrap="square" lIns="0" tIns="0" rIns="0" bIns="0" rtlCol="0" anchor="ctr"/>
          <a:lstStyle/>
          <a:p>
            <a:r>
              <a:rPr lang="en-US" sz="1190" b="1" dirty="0">
                <a:solidFill>
                  <a:srgbClr val="6C3483"/>
                </a:solidFill>
              </a:rPr>
              <a:t>P2 prediction accuracy strengthened</a:t>
            </a:r>
            <a:endParaRPr lang="en-US" sz="1190" dirty="0"/>
          </a:p>
        </p:txBody>
      </p:sp>
      <p:sp>
        <p:nvSpPr>
          <p:cNvPr id="76" name="Text 74">
            <a:extLst>
              <a:ext uri="{FF2B5EF4-FFF2-40B4-BE49-F238E27FC236}">
                <a16:creationId xmlns:a16="http://schemas.microsoft.com/office/drawing/2014/main" id="{05BBF8CE-4783-B116-6929-856B96E4339D}"/>
              </a:ext>
            </a:extLst>
          </p:cNvPr>
          <p:cNvSpPr/>
          <p:nvPr/>
        </p:nvSpPr>
        <p:spPr>
          <a:xfrm>
            <a:off x="6656832" y="6019038"/>
            <a:ext cx="5607101" cy="281635"/>
          </a:xfrm>
          <a:prstGeom prst="rect">
            <a:avLst/>
          </a:prstGeom>
          <a:noFill/>
          <a:ln/>
        </p:spPr>
        <p:txBody>
          <a:bodyPr wrap="square" lIns="0" tIns="0" rIns="0" bIns="0" rtlCol="0" anchor="ctr"/>
          <a:lstStyle/>
          <a:p>
            <a:r>
              <a:rPr lang="en-US" sz="1120" dirty="0">
                <a:solidFill>
                  <a:srgbClr val="1C2833"/>
                </a:solidFill>
              </a:rPr>
              <a:t>P2 correct across multiple runs for Partial Outage + suburban + hardware fault pattern. Confidence in this pattern type increased.</a:t>
            </a:r>
            <a:endParaRPr lang="en-US" sz="1120" dirty="0"/>
          </a:p>
        </p:txBody>
      </p:sp>
    </p:spTree>
    <p:extLst>
      <p:ext uri="{BB962C8B-B14F-4D97-AF65-F5344CB8AC3E}">
        <p14:creationId xmlns:p14="http://schemas.microsoft.com/office/powerpoint/2010/main" val="2708060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C82C2-1326-A7E3-8336-C18A8AB69438}"/>
            </a:ext>
          </a:extLst>
        </p:cNvPr>
        <p:cNvGrpSpPr/>
        <p:nvPr/>
      </p:nvGrpSpPr>
      <p:grpSpPr>
        <a:xfrm>
          <a:off x="0" y="0"/>
          <a:ext cx="0" cy="0"/>
          <a:chOff x="0" y="0"/>
          <a:chExt cx="0" cy="0"/>
        </a:xfrm>
      </p:grpSpPr>
      <p:sp>
        <p:nvSpPr>
          <p:cNvPr id="85" name="Shape 0">
            <a:extLst>
              <a:ext uri="{FF2B5EF4-FFF2-40B4-BE49-F238E27FC236}">
                <a16:creationId xmlns:a16="http://schemas.microsoft.com/office/drawing/2014/main" id="{B42EBDC5-3C1A-760B-4A97-1B06244B6C20}"/>
              </a:ext>
            </a:extLst>
          </p:cNvPr>
          <p:cNvSpPr/>
          <p:nvPr/>
        </p:nvSpPr>
        <p:spPr>
          <a:xfrm>
            <a:off x="0" y="46695"/>
            <a:ext cx="12801600" cy="677464"/>
          </a:xfrm>
          <a:prstGeom prst="rect">
            <a:avLst/>
          </a:prstGeom>
          <a:solidFill>
            <a:srgbClr val="1A5F64"/>
          </a:solidFill>
          <a:ln w="12700">
            <a:solidFill>
              <a:srgbClr val="1A5F64"/>
            </a:solidFill>
            <a:prstDash val="solid"/>
          </a:ln>
        </p:spPr>
        <p:txBody>
          <a:bodyPr/>
          <a:lstStyle/>
          <a:p>
            <a:endParaRPr lang="en-US" sz="2519" dirty="0"/>
          </a:p>
        </p:txBody>
      </p:sp>
      <p:sp>
        <p:nvSpPr>
          <p:cNvPr id="86" name="Text 1">
            <a:extLst>
              <a:ext uri="{FF2B5EF4-FFF2-40B4-BE49-F238E27FC236}">
                <a16:creationId xmlns:a16="http://schemas.microsoft.com/office/drawing/2014/main" id="{F7ECF89D-8D29-8A86-0B22-4F5FE25F4DD0}"/>
              </a:ext>
            </a:extLst>
          </p:cNvPr>
          <p:cNvSpPr/>
          <p:nvPr/>
        </p:nvSpPr>
        <p:spPr>
          <a:xfrm>
            <a:off x="448056" y="149107"/>
            <a:ext cx="11905488" cy="614477"/>
          </a:xfrm>
          <a:prstGeom prst="rect">
            <a:avLst/>
          </a:prstGeom>
          <a:noFill/>
          <a:ln/>
        </p:spPr>
        <p:txBody>
          <a:bodyPr wrap="square" lIns="0" tIns="0" rIns="0" bIns="0" rtlCol="0" anchor="ctr"/>
          <a:lstStyle/>
          <a:p>
            <a:r>
              <a:rPr lang="en-US" sz="2800" b="1" dirty="0">
                <a:solidFill>
                  <a:srgbClr val="FFFFFF"/>
                </a:solidFill>
                <a:latin typeface="Calibri" pitchFamily="34" charset="0"/>
                <a:cs typeface="Calibri" pitchFamily="34" charset="-120"/>
              </a:rPr>
              <a:t>Plan Regarding  September Due</a:t>
            </a:r>
            <a:endParaRPr lang="en-US" sz="2800" dirty="0"/>
          </a:p>
        </p:txBody>
      </p:sp>
      <p:sp>
        <p:nvSpPr>
          <p:cNvPr id="2" name="TextBox 1">
            <a:extLst>
              <a:ext uri="{FF2B5EF4-FFF2-40B4-BE49-F238E27FC236}">
                <a16:creationId xmlns:a16="http://schemas.microsoft.com/office/drawing/2014/main" id="{C98DF60C-55E8-E5F2-AC21-230EC46CD331}"/>
              </a:ext>
            </a:extLst>
          </p:cNvPr>
          <p:cNvSpPr txBox="1"/>
          <p:nvPr/>
        </p:nvSpPr>
        <p:spPr>
          <a:xfrm>
            <a:off x="674557" y="1000593"/>
            <a:ext cx="11842230" cy="2246769"/>
          </a:xfrm>
          <a:prstGeom prst="rect">
            <a:avLst/>
          </a:prstGeom>
          <a:noFill/>
        </p:spPr>
        <p:txBody>
          <a:bodyPr wrap="square" rtlCol="0">
            <a:spAutoFit/>
          </a:bodyPr>
          <a:lstStyle/>
          <a:p>
            <a:pPr marL="457200" indent="-457200">
              <a:buAutoNum type="arabicPeriod"/>
            </a:pPr>
            <a:r>
              <a:rPr lang="en-US" sz="2000" dirty="0">
                <a:solidFill>
                  <a:schemeClr val="accent2">
                    <a:lumMod val="75000"/>
                  </a:schemeClr>
                </a:solidFill>
              </a:rPr>
              <a:t>Update the overall design and finish the demo up to the analysis agents.</a:t>
            </a:r>
          </a:p>
          <a:p>
            <a:pPr marL="457200" indent="-457200">
              <a:buAutoNum type="arabicPeriod"/>
            </a:pPr>
            <a:r>
              <a:rPr lang="en-US" sz="2000" dirty="0"/>
              <a:t>Todo: Finish the Demo for the whole system</a:t>
            </a:r>
          </a:p>
          <a:p>
            <a:pPr marL="457200" indent="-457200">
              <a:buAutoNum type="arabicPeriod"/>
            </a:pPr>
            <a:r>
              <a:rPr lang="en-US" sz="2000" dirty="0"/>
              <a:t>Todo: using the real data to do the test and slightly adjust the system (adding reference-document in skill library, adjust tool library)</a:t>
            </a:r>
          </a:p>
          <a:p>
            <a:endParaRPr lang="en-US" sz="2000" dirty="0"/>
          </a:p>
          <a:p>
            <a:endParaRPr lang="en-US" sz="2000" dirty="0"/>
          </a:p>
          <a:p>
            <a:endParaRPr lang="en-US" sz="2000" dirty="0"/>
          </a:p>
        </p:txBody>
      </p:sp>
    </p:spTree>
    <p:extLst>
      <p:ext uri="{BB962C8B-B14F-4D97-AF65-F5344CB8AC3E}">
        <p14:creationId xmlns:p14="http://schemas.microsoft.com/office/powerpoint/2010/main" val="15981483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0AB7D-6B47-F5AF-1B43-E885A7634BEA}"/>
            </a:ext>
          </a:extLst>
        </p:cNvPr>
        <p:cNvGrpSpPr/>
        <p:nvPr/>
      </p:nvGrpSpPr>
      <p:grpSpPr>
        <a:xfrm>
          <a:off x="0" y="0"/>
          <a:ext cx="0" cy="0"/>
          <a:chOff x="0" y="0"/>
          <a:chExt cx="0" cy="0"/>
        </a:xfrm>
      </p:grpSpPr>
      <p:sp>
        <p:nvSpPr>
          <p:cNvPr id="85" name="Shape 0">
            <a:extLst>
              <a:ext uri="{FF2B5EF4-FFF2-40B4-BE49-F238E27FC236}">
                <a16:creationId xmlns:a16="http://schemas.microsoft.com/office/drawing/2014/main" id="{295D224F-6E16-A507-4931-AFA5472EE4D3}"/>
              </a:ext>
            </a:extLst>
          </p:cNvPr>
          <p:cNvSpPr/>
          <p:nvPr/>
        </p:nvSpPr>
        <p:spPr>
          <a:xfrm>
            <a:off x="0" y="46695"/>
            <a:ext cx="12801600" cy="677464"/>
          </a:xfrm>
          <a:prstGeom prst="rect">
            <a:avLst/>
          </a:prstGeom>
          <a:solidFill>
            <a:srgbClr val="1A5F64"/>
          </a:solidFill>
          <a:ln w="12700">
            <a:solidFill>
              <a:srgbClr val="1A5F64"/>
            </a:solidFill>
            <a:prstDash val="solid"/>
          </a:ln>
        </p:spPr>
        <p:txBody>
          <a:bodyPr/>
          <a:lstStyle/>
          <a:p>
            <a:endParaRPr lang="en-US" sz="2519" dirty="0"/>
          </a:p>
        </p:txBody>
      </p:sp>
      <p:sp>
        <p:nvSpPr>
          <p:cNvPr id="86" name="Text 1">
            <a:extLst>
              <a:ext uri="{FF2B5EF4-FFF2-40B4-BE49-F238E27FC236}">
                <a16:creationId xmlns:a16="http://schemas.microsoft.com/office/drawing/2014/main" id="{2FCBF5A3-9323-0B66-CD60-8DB82B97DE4A}"/>
              </a:ext>
            </a:extLst>
          </p:cNvPr>
          <p:cNvSpPr/>
          <p:nvPr/>
        </p:nvSpPr>
        <p:spPr>
          <a:xfrm>
            <a:off x="448056" y="149107"/>
            <a:ext cx="11905488" cy="614477"/>
          </a:xfrm>
          <a:prstGeom prst="rect">
            <a:avLst/>
          </a:prstGeom>
          <a:noFill/>
          <a:ln/>
        </p:spPr>
        <p:txBody>
          <a:bodyPr wrap="square" lIns="0" tIns="0" rIns="0" bIns="0" rtlCol="0" anchor="ctr"/>
          <a:lstStyle/>
          <a:p>
            <a:r>
              <a:rPr lang="en-US" sz="2800" b="1" dirty="0">
                <a:solidFill>
                  <a:srgbClr val="FFFFFF"/>
                </a:solidFill>
                <a:latin typeface="Calibri" pitchFamily="34" charset="0"/>
                <a:cs typeface="Calibri" pitchFamily="34" charset="-120"/>
              </a:rPr>
              <a:t>System design:</a:t>
            </a:r>
            <a:r>
              <a:rPr lang="zh-CN" altLang="en-US" sz="2800" b="1" dirty="0">
                <a:solidFill>
                  <a:srgbClr val="FFFFFF"/>
                </a:solidFill>
                <a:latin typeface="Calibri" pitchFamily="34" charset="0"/>
                <a:cs typeface="Calibri" pitchFamily="34" charset="-120"/>
              </a:rPr>
              <a:t> </a:t>
            </a:r>
            <a:r>
              <a:rPr lang="en-US" altLang="zh-CN" sz="2800" b="1" dirty="0">
                <a:solidFill>
                  <a:srgbClr val="FFFFFF"/>
                </a:solidFill>
                <a:latin typeface="Calibri" pitchFamily="34" charset="0"/>
                <a:cs typeface="Calibri" pitchFamily="34" charset="-120"/>
              </a:rPr>
              <a:t>updated framework </a:t>
            </a:r>
            <a:endParaRPr lang="en-US" sz="2800" dirty="0"/>
          </a:p>
        </p:txBody>
      </p:sp>
      <p:sp>
        <p:nvSpPr>
          <p:cNvPr id="3" name="Rounded Rectangle 2">
            <a:extLst>
              <a:ext uri="{FF2B5EF4-FFF2-40B4-BE49-F238E27FC236}">
                <a16:creationId xmlns:a16="http://schemas.microsoft.com/office/drawing/2014/main" id="{0FEBD242-C220-CA9F-6961-DC3A09959AC0}"/>
              </a:ext>
            </a:extLst>
          </p:cNvPr>
          <p:cNvSpPr/>
          <p:nvPr/>
        </p:nvSpPr>
        <p:spPr>
          <a:xfrm>
            <a:off x="3167055" y="1591454"/>
            <a:ext cx="1432045" cy="444802"/>
          </a:xfrm>
          <a:prstGeom prst="round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500" dirty="0">
                <a:ln w="0"/>
                <a:solidFill>
                  <a:schemeClr val="tx1"/>
                </a:solidFill>
                <a:effectLst>
                  <a:outerShdw blurRad="38100" dist="19050" dir="2700000" algn="tl" rotWithShape="0">
                    <a:schemeClr val="dk1">
                      <a:alpha val="40000"/>
                    </a:schemeClr>
                  </a:outerShdw>
                </a:effectLst>
              </a:rPr>
              <a:t>Input tickets/text</a:t>
            </a:r>
            <a:endParaRPr lang="en-US" sz="1500" dirty="0">
              <a:ln w="0"/>
              <a:solidFill>
                <a:schemeClr val="tx1"/>
              </a:solidFill>
              <a:effectLst>
                <a:outerShdw blurRad="38100" dist="19050" dir="2700000" algn="tl" rotWithShape="0">
                  <a:schemeClr val="dk1">
                    <a:alpha val="40000"/>
                  </a:schemeClr>
                </a:outerShdw>
              </a:effectLst>
            </a:endParaRPr>
          </a:p>
        </p:txBody>
      </p:sp>
      <p:sp>
        <p:nvSpPr>
          <p:cNvPr id="7" name="TextBox 6">
            <a:extLst>
              <a:ext uri="{FF2B5EF4-FFF2-40B4-BE49-F238E27FC236}">
                <a16:creationId xmlns:a16="http://schemas.microsoft.com/office/drawing/2014/main" id="{AD6D4DF5-7B33-F200-D41A-D049A247F609}"/>
              </a:ext>
            </a:extLst>
          </p:cNvPr>
          <p:cNvSpPr txBox="1"/>
          <p:nvPr/>
        </p:nvSpPr>
        <p:spPr>
          <a:xfrm>
            <a:off x="2080315" y="886613"/>
            <a:ext cx="8763000" cy="566309"/>
          </a:xfrm>
          <a:prstGeom prst="rect">
            <a:avLst/>
          </a:prstGeom>
          <a:noFill/>
        </p:spPr>
        <p:txBody>
          <a:bodyPr wrap="square" rtlCol="0">
            <a:spAutoFit/>
          </a:bodyPr>
          <a:lstStyle/>
          <a:p>
            <a:pPr algn="ctr"/>
            <a:r>
              <a:rPr lang="en-US" sz="1540" dirty="0">
                <a:ln w="0"/>
                <a:effectLst>
                  <a:outerShdw blurRad="38100" dist="19050" dir="2700000" algn="tl" rotWithShape="0">
                    <a:schemeClr val="dk1">
                      <a:alpha val="40000"/>
                    </a:schemeClr>
                  </a:outerShdw>
                </a:effectLst>
              </a:rPr>
              <a:t>Harness</a:t>
            </a:r>
          </a:p>
          <a:p>
            <a:pPr algn="ctr"/>
            <a:r>
              <a:rPr lang="en-US" sz="1540" dirty="0">
                <a:ln w="0"/>
                <a:effectLst>
                  <a:outerShdw blurRad="38100" dist="19050" dir="2700000" algn="tl" rotWithShape="0">
                    <a:schemeClr val="dk1">
                      <a:alpha val="40000"/>
                    </a:schemeClr>
                  </a:outerShdw>
                </a:effectLst>
              </a:rPr>
              <a:t>Orchestrate agents</a:t>
            </a:r>
            <a:r>
              <a:rPr lang="zh-CN" altLang="en-US" sz="1540" dirty="0">
                <a:ln w="0"/>
                <a:effectLst>
                  <a:outerShdw blurRad="38100" dist="19050" dir="2700000" algn="tl" rotWithShape="0">
                    <a:schemeClr val="dk1">
                      <a:alpha val="40000"/>
                    </a:schemeClr>
                  </a:outerShdw>
                </a:effectLst>
              </a:rPr>
              <a:t> </a:t>
            </a:r>
            <a:r>
              <a:rPr lang="en-US" altLang="zh-CN" sz="1540" dirty="0">
                <a:ln w="0"/>
                <a:effectLst>
                  <a:outerShdw blurRad="38100" dist="19050" dir="2700000" algn="tl" rotWithShape="0">
                    <a:schemeClr val="dk1">
                      <a:alpha val="40000"/>
                    </a:schemeClr>
                  </a:outerShdw>
                </a:effectLst>
              </a:rPr>
              <a:t>|</a:t>
            </a:r>
            <a:r>
              <a:rPr lang="en-US" sz="1540" dirty="0">
                <a:ln w="0"/>
                <a:effectLst>
                  <a:outerShdw blurRad="38100" dist="19050" dir="2700000" algn="tl" rotWithShape="0">
                    <a:schemeClr val="dk1">
                      <a:alpha val="40000"/>
                    </a:schemeClr>
                  </a:outerShdw>
                </a:effectLst>
              </a:rPr>
              <a:t>Enforce verification &amp; rerun logic </a:t>
            </a:r>
          </a:p>
        </p:txBody>
      </p:sp>
      <p:sp>
        <p:nvSpPr>
          <p:cNvPr id="8" name="Rounded Rectangle 7">
            <a:extLst>
              <a:ext uri="{FF2B5EF4-FFF2-40B4-BE49-F238E27FC236}">
                <a16:creationId xmlns:a16="http://schemas.microsoft.com/office/drawing/2014/main" id="{3547F3B4-22B8-F6EA-ED66-00C5B7358AED}"/>
              </a:ext>
            </a:extLst>
          </p:cNvPr>
          <p:cNvSpPr/>
          <p:nvPr/>
        </p:nvSpPr>
        <p:spPr>
          <a:xfrm>
            <a:off x="5548557" y="3467031"/>
            <a:ext cx="1826520" cy="413190"/>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Coverage &amp; geo agent</a:t>
            </a:r>
            <a:endParaRPr lang="en-US" sz="1500" dirty="0"/>
          </a:p>
        </p:txBody>
      </p:sp>
      <p:sp>
        <p:nvSpPr>
          <p:cNvPr id="9" name="Rounded Rectangle 8">
            <a:extLst>
              <a:ext uri="{FF2B5EF4-FFF2-40B4-BE49-F238E27FC236}">
                <a16:creationId xmlns:a16="http://schemas.microsoft.com/office/drawing/2014/main" id="{EE99E7A7-7746-5E75-461C-F76735E2BEE7}"/>
              </a:ext>
            </a:extLst>
          </p:cNvPr>
          <p:cNvSpPr/>
          <p:nvPr/>
        </p:nvSpPr>
        <p:spPr>
          <a:xfrm>
            <a:off x="8021571" y="3193370"/>
            <a:ext cx="1219893" cy="977770"/>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Attribute analysis agent</a:t>
            </a:r>
            <a:endParaRPr lang="en-US" sz="1500" dirty="0"/>
          </a:p>
        </p:txBody>
      </p:sp>
      <p:sp>
        <p:nvSpPr>
          <p:cNvPr id="10" name="Rounded Rectangle 9">
            <a:extLst>
              <a:ext uri="{FF2B5EF4-FFF2-40B4-BE49-F238E27FC236}">
                <a16:creationId xmlns:a16="http://schemas.microsoft.com/office/drawing/2014/main" id="{A385F455-2998-5724-E6A4-983743C7C1B4}"/>
              </a:ext>
            </a:extLst>
          </p:cNvPr>
          <p:cNvSpPr/>
          <p:nvPr/>
        </p:nvSpPr>
        <p:spPr>
          <a:xfrm>
            <a:off x="3791178" y="3320077"/>
            <a:ext cx="1107919" cy="758106"/>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KPI analysis agent.</a:t>
            </a:r>
            <a:endParaRPr lang="en-US" sz="1680" dirty="0"/>
          </a:p>
        </p:txBody>
      </p:sp>
      <p:sp>
        <p:nvSpPr>
          <p:cNvPr id="20" name="Rounded Rectangle 19">
            <a:extLst>
              <a:ext uri="{FF2B5EF4-FFF2-40B4-BE49-F238E27FC236}">
                <a16:creationId xmlns:a16="http://schemas.microsoft.com/office/drawing/2014/main" id="{0431EAB0-0B90-1A49-F06F-A03966F6AF10}"/>
              </a:ext>
            </a:extLst>
          </p:cNvPr>
          <p:cNvSpPr/>
          <p:nvPr/>
        </p:nvSpPr>
        <p:spPr>
          <a:xfrm>
            <a:off x="4409600" y="5139170"/>
            <a:ext cx="4529375" cy="378298"/>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Final assessment agent</a:t>
            </a:r>
            <a:endParaRPr lang="en-US" sz="1500" dirty="0"/>
          </a:p>
        </p:txBody>
      </p:sp>
      <p:sp>
        <p:nvSpPr>
          <p:cNvPr id="24" name="Rounded Rectangle 23">
            <a:extLst>
              <a:ext uri="{FF2B5EF4-FFF2-40B4-BE49-F238E27FC236}">
                <a16:creationId xmlns:a16="http://schemas.microsoft.com/office/drawing/2014/main" id="{D74C847F-A90D-065F-A625-1F2B8C70DAE7}"/>
              </a:ext>
            </a:extLst>
          </p:cNvPr>
          <p:cNvSpPr/>
          <p:nvPr/>
        </p:nvSpPr>
        <p:spPr>
          <a:xfrm>
            <a:off x="3306068" y="2897666"/>
            <a:ext cx="6444578" cy="3041580"/>
          </a:xfrm>
          <a:prstGeom prst="roundRect">
            <a:avLst/>
          </a:prstGeom>
          <a:noFill/>
          <a:ln>
            <a:solidFill>
              <a:schemeClr val="tx1"/>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26" name="Rounded Rectangle 25">
            <a:extLst>
              <a:ext uri="{FF2B5EF4-FFF2-40B4-BE49-F238E27FC236}">
                <a16:creationId xmlns:a16="http://schemas.microsoft.com/office/drawing/2014/main" id="{91858971-4B6F-EC42-B161-1DF0C9DB39E3}"/>
              </a:ext>
            </a:extLst>
          </p:cNvPr>
          <p:cNvSpPr/>
          <p:nvPr/>
        </p:nvSpPr>
        <p:spPr>
          <a:xfrm>
            <a:off x="2969829" y="2769390"/>
            <a:ext cx="913249" cy="403918"/>
          </a:xfrm>
          <a:prstGeom prst="round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Analysis agents</a:t>
            </a:r>
          </a:p>
        </p:txBody>
      </p:sp>
      <p:sp>
        <p:nvSpPr>
          <p:cNvPr id="33" name="Rounded Rectangle 32">
            <a:extLst>
              <a:ext uri="{FF2B5EF4-FFF2-40B4-BE49-F238E27FC236}">
                <a16:creationId xmlns:a16="http://schemas.microsoft.com/office/drawing/2014/main" id="{0C729E1E-9EB0-8D94-69F5-A454D67427E8}"/>
              </a:ext>
            </a:extLst>
          </p:cNvPr>
          <p:cNvSpPr/>
          <p:nvPr/>
        </p:nvSpPr>
        <p:spPr>
          <a:xfrm>
            <a:off x="5811079" y="6681854"/>
            <a:ext cx="1305686" cy="375360"/>
          </a:xfrm>
          <a:prstGeom prst="roundRect">
            <a:avLst/>
          </a:prstGeom>
          <a:solidFill>
            <a:schemeClr val="accent2">
              <a:lumMod val="60000"/>
              <a:lumOff val="40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Cross</a:t>
            </a:r>
            <a:r>
              <a:rPr lang="zh-CN" altLang="en-US" sz="1400" dirty="0">
                <a:ln w="0"/>
                <a:solidFill>
                  <a:schemeClr val="tx1"/>
                </a:solidFill>
                <a:effectLst>
                  <a:outerShdw blurRad="38100" dist="19050" dir="2700000" algn="tl" rotWithShape="0">
                    <a:schemeClr val="dk1">
                      <a:alpha val="40000"/>
                    </a:schemeClr>
                  </a:outerShdw>
                </a:effectLst>
              </a:rPr>
              <a:t> </a:t>
            </a:r>
            <a:r>
              <a:rPr lang="en-US" sz="1400" dirty="0">
                <a:ln w="0"/>
                <a:solidFill>
                  <a:schemeClr val="tx1"/>
                </a:solidFill>
                <a:effectLst>
                  <a:outerShdw blurRad="38100" dist="19050" dir="2700000" algn="tl" rotWithShape="0">
                    <a:schemeClr val="dk1">
                      <a:alpha val="40000"/>
                    </a:schemeClr>
                  </a:outerShdw>
                </a:effectLst>
              </a:rPr>
              <a:t>agent</a:t>
            </a:r>
            <a:r>
              <a:rPr lang="zh-CN" altLang="en-US" sz="1400" dirty="0">
                <a:ln w="0"/>
                <a:solidFill>
                  <a:schemeClr val="tx1"/>
                </a:solidFill>
                <a:effectLst>
                  <a:outerShdw blurRad="38100" dist="19050" dir="2700000" algn="tl" rotWithShape="0">
                    <a:schemeClr val="dk1">
                      <a:alpha val="40000"/>
                    </a:schemeClr>
                  </a:outerShdw>
                </a:effectLst>
              </a:rPr>
              <a:t> </a:t>
            </a:r>
            <a:r>
              <a:rPr lang="en-US" altLang="zh-CN" sz="1400" dirty="0">
                <a:ln w="0"/>
                <a:solidFill>
                  <a:schemeClr val="tx1"/>
                </a:solidFill>
                <a:effectLst>
                  <a:outerShdw blurRad="38100" dist="19050" dir="2700000" algn="tl" rotWithShape="0">
                    <a:schemeClr val="dk1">
                      <a:alpha val="40000"/>
                    </a:schemeClr>
                  </a:outerShdw>
                </a:effectLst>
              </a:rPr>
              <a:t>verifier</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34" name="Rounded Rectangle 33">
            <a:extLst>
              <a:ext uri="{FF2B5EF4-FFF2-40B4-BE49-F238E27FC236}">
                <a16:creationId xmlns:a16="http://schemas.microsoft.com/office/drawing/2014/main" id="{D37120FA-9315-1A39-A908-7A8E000B3732}"/>
              </a:ext>
            </a:extLst>
          </p:cNvPr>
          <p:cNvSpPr/>
          <p:nvPr/>
        </p:nvSpPr>
        <p:spPr>
          <a:xfrm>
            <a:off x="5865355" y="7286447"/>
            <a:ext cx="1242914" cy="496438"/>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Reflector</a:t>
            </a:r>
          </a:p>
          <a:p>
            <a:pPr algn="ctr"/>
            <a:r>
              <a:rPr lang="en-US" sz="1400" dirty="0">
                <a:ln w="0"/>
                <a:solidFill>
                  <a:schemeClr val="tx1"/>
                </a:solidFill>
                <a:effectLst>
                  <a:outerShdw blurRad="38100" dist="19050" dir="2700000" algn="tl" rotWithShape="0">
                    <a:schemeClr val="dk1">
                      <a:alpha val="40000"/>
                    </a:schemeClr>
                  </a:outerShdw>
                </a:effectLst>
              </a:rPr>
              <a:t>agent</a:t>
            </a:r>
          </a:p>
        </p:txBody>
      </p:sp>
      <p:sp>
        <p:nvSpPr>
          <p:cNvPr id="35" name="Rounded Rectangle 34">
            <a:extLst>
              <a:ext uri="{FF2B5EF4-FFF2-40B4-BE49-F238E27FC236}">
                <a16:creationId xmlns:a16="http://schemas.microsoft.com/office/drawing/2014/main" id="{DCFB862F-47C9-142C-4CDD-8029579E9863}"/>
              </a:ext>
            </a:extLst>
          </p:cNvPr>
          <p:cNvSpPr/>
          <p:nvPr/>
        </p:nvSpPr>
        <p:spPr>
          <a:xfrm>
            <a:off x="7176794" y="6172924"/>
            <a:ext cx="1274512" cy="243751"/>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Output result</a:t>
            </a:r>
            <a:endParaRPr lang="en-US" sz="1500" dirty="0"/>
          </a:p>
        </p:txBody>
      </p:sp>
      <p:sp>
        <p:nvSpPr>
          <p:cNvPr id="37" name="Rounded Rectangle 36">
            <a:extLst>
              <a:ext uri="{FF2B5EF4-FFF2-40B4-BE49-F238E27FC236}">
                <a16:creationId xmlns:a16="http://schemas.microsoft.com/office/drawing/2014/main" id="{6910857F-7360-0018-E409-DBDFE5DC8B5D}"/>
              </a:ext>
            </a:extLst>
          </p:cNvPr>
          <p:cNvSpPr/>
          <p:nvPr/>
        </p:nvSpPr>
        <p:spPr>
          <a:xfrm rot="16200000">
            <a:off x="8867170" y="4978728"/>
            <a:ext cx="4422748" cy="512390"/>
          </a:xfrm>
          <a:prstGeom prst="roundRect">
            <a:avLst/>
          </a:prstGeom>
          <a:solidFill>
            <a:srgbClr val="A2C2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Run-store MCP server</a:t>
            </a:r>
          </a:p>
        </p:txBody>
      </p:sp>
      <p:cxnSp>
        <p:nvCxnSpPr>
          <p:cNvPr id="45" name="Straight Arrow Connector 44">
            <a:extLst>
              <a:ext uri="{FF2B5EF4-FFF2-40B4-BE49-F238E27FC236}">
                <a16:creationId xmlns:a16="http://schemas.microsoft.com/office/drawing/2014/main" id="{B4A38093-4497-EE6B-E3EE-EE23BFDB0B40}"/>
              </a:ext>
            </a:extLst>
          </p:cNvPr>
          <p:cNvCxnSpPr>
            <a:cxnSpLocks/>
          </p:cNvCxnSpPr>
          <p:nvPr/>
        </p:nvCxnSpPr>
        <p:spPr>
          <a:xfrm>
            <a:off x="6547603" y="6278244"/>
            <a:ext cx="609945"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a:extLst>
              <a:ext uri="{FF2B5EF4-FFF2-40B4-BE49-F238E27FC236}">
                <a16:creationId xmlns:a16="http://schemas.microsoft.com/office/drawing/2014/main" id="{E18BEDD8-D2B5-BB68-DA6C-CCB1202B2049}"/>
              </a:ext>
            </a:extLst>
          </p:cNvPr>
          <p:cNvCxnSpPr>
            <a:cxnSpLocks/>
            <a:stCxn id="59" idx="2"/>
            <a:endCxn id="24" idx="0"/>
          </p:cNvCxnSpPr>
          <p:nvPr/>
        </p:nvCxnSpPr>
        <p:spPr>
          <a:xfrm>
            <a:off x="6525868" y="2203621"/>
            <a:ext cx="2489" cy="69404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64E64991-151F-8B9B-26CE-6AEF054110FA}"/>
              </a:ext>
            </a:extLst>
          </p:cNvPr>
          <p:cNvCxnSpPr>
            <a:cxnSpLocks/>
            <a:stCxn id="24" idx="2"/>
            <a:endCxn id="99" idx="0"/>
          </p:cNvCxnSpPr>
          <p:nvPr/>
        </p:nvCxnSpPr>
        <p:spPr>
          <a:xfrm>
            <a:off x="6528357" y="5939246"/>
            <a:ext cx="19246" cy="6885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4" name="Straight Arrow Connector 73">
            <a:extLst>
              <a:ext uri="{FF2B5EF4-FFF2-40B4-BE49-F238E27FC236}">
                <a16:creationId xmlns:a16="http://schemas.microsoft.com/office/drawing/2014/main" id="{10C9A8AD-D77C-D11F-1B72-F801F23A9CF0}"/>
              </a:ext>
            </a:extLst>
          </p:cNvPr>
          <p:cNvCxnSpPr>
            <a:cxnSpLocks/>
            <a:stCxn id="33" idx="2"/>
            <a:endCxn id="34" idx="0"/>
          </p:cNvCxnSpPr>
          <p:nvPr/>
        </p:nvCxnSpPr>
        <p:spPr>
          <a:xfrm>
            <a:off x="6463922" y="7057214"/>
            <a:ext cx="22890" cy="2292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9" name="Rounded Rectangle 98">
            <a:extLst>
              <a:ext uri="{FF2B5EF4-FFF2-40B4-BE49-F238E27FC236}">
                <a16:creationId xmlns:a16="http://schemas.microsoft.com/office/drawing/2014/main" id="{D856F093-5E02-26D9-E0FB-D6EAD1201F82}"/>
              </a:ext>
            </a:extLst>
          </p:cNvPr>
          <p:cNvSpPr/>
          <p:nvPr/>
        </p:nvSpPr>
        <p:spPr>
          <a:xfrm>
            <a:off x="3059201" y="6627790"/>
            <a:ext cx="6976804" cy="1290654"/>
          </a:xfrm>
          <a:prstGeom prst="roundRect">
            <a:avLst/>
          </a:prstGeom>
          <a:noFill/>
          <a:ln>
            <a:solidFill>
              <a:schemeClr val="tx1"/>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100" name="Rounded Rectangle 99">
            <a:extLst>
              <a:ext uri="{FF2B5EF4-FFF2-40B4-BE49-F238E27FC236}">
                <a16:creationId xmlns:a16="http://schemas.microsoft.com/office/drawing/2014/main" id="{9115B5FF-18FC-25EE-24F3-E6B3EA0F2ED5}"/>
              </a:ext>
            </a:extLst>
          </p:cNvPr>
          <p:cNvSpPr/>
          <p:nvPr/>
        </p:nvSpPr>
        <p:spPr>
          <a:xfrm>
            <a:off x="2481986" y="6522636"/>
            <a:ext cx="1718074" cy="407172"/>
          </a:xfrm>
          <a:prstGeom prst="roundRect">
            <a:avLst/>
          </a:prstGeom>
          <a:solidFill>
            <a:srgbClr val="FFABC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Verification &amp; reflection</a:t>
            </a:r>
            <a:r>
              <a:rPr lang="zh-CN" altLang="en-US" sz="1400" dirty="0">
                <a:ln w="0"/>
                <a:solidFill>
                  <a:schemeClr val="tx1"/>
                </a:solidFill>
                <a:effectLst>
                  <a:outerShdw blurRad="38100" dist="19050" dir="2700000" algn="tl" rotWithShape="0">
                    <a:schemeClr val="dk1">
                      <a:alpha val="40000"/>
                    </a:schemeClr>
                  </a:outerShdw>
                </a:effectLst>
              </a:rPr>
              <a:t> </a:t>
            </a:r>
            <a:r>
              <a:rPr lang="en-US" altLang="zh-CN" sz="1400" dirty="0">
                <a:ln w="0"/>
                <a:solidFill>
                  <a:schemeClr val="tx1"/>
                </a:solidFill>
                <a:effectLst>
                  <a:outerShdw blurRad="38100" dist="19050" dir="2700000" algn="tl" rotWithShape="0">
                    <a:schemeClr val="dk1">
                      <a:alpha val="40000"/>
                    </a:schemeClr>
                  </a:outerShdw>
                </a:effectLst>
              </a:rPr>
              <a:t>agents</a:t>
            </a:r>
            <a:endParaRPr lang="en-US" sz="1400" dirty="0">
              <a:ln w="0"/>
              <a:solidFill>
                <a:schemeClr val="tx1"/>
              </a:solidFill>
              <a:effectLst>
                <a:outerShdw blurRad="38100" dist="19050" dir="2700000" algn="tl" rotWithShape="0">
                  <a:schemeClr val="dk1">
                    <a:alpha val="40000"/>
                  </a:schemeClr>
                </a:outerShdw>
              </a:effectLst>
            </a:endParaRPr>
          </a:p>
        </p:txBody>
      </p:sp>
      <p:sp>
        <p:nvSpPr>
          <p:cNvPr id="16" name="Rounded Rectangle 15">
            <a:extLst>
              <a:ext uri="{FF2B5EF4-FFF2-40B4-BE49-F238E27FC236}">
                <a16:creationId xmlns:a16="http://schemas.microsoft.com/office/drawing/2014/main" id="{A735DF2D-EE6B-28B2-97F7-66749DC302CD}"/>
              </a:ext>
            </a:extLst>
          </p:cNvPr>
          <p:cNvSpPr/>
          <p:nvPr/>
        </p:nvSpPr>
        <p:spPr>
          <a:xfrm>
            <a:off x="3791177" y="4065495"/>
            <a:ext cx="1107918" cy="475258"/>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Verification agent</a:t>
            </a:r>
          </a:p>
        </p:txBody>
      </p:sp>
      <p:sp>
        <p:nvSpPr>
          <p:cNvPr id="18" name="Rounded Rectangle 17">
            <a:extLst>
              <a:ext uri="{FF2B5EF4-FFF2-40B4-BE49-F238E27FC236}">
                <a16:creationId xmlns:a16="http://schemas.microsoft.com/office/drawing/2014/main" id="{47CAEC48-8E00-AB52-8F40-077BB3D91B3E}"/>
              </a:ext>
            </a:extLst>
          </p:cNvPr>
          <p:cNvSpPr/>
          <p:nvPr/>
        </p:nvSpPr>
        <p:spPr>
          <a:xfrm>
            <a:off x="5548556" y="3887138"/>
            <a:ext cx="1826518" cy="326325"/>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Verification agent</a:t>
            </a:r>
          </a:p>
        </p:txBody>
      </p:sp>
      <p:cxnSp>
        <p:nvCxnSpPr>
          <p:cNvPr id="29" name="Elbow Connector 28">
            <a:extLst>
              <a:ext uri="{FF2B5EF4-FFF2-40B4-BE49-F238E27FC236}">
                <a16:creationId xmlns:a16="http://schemas.microsoft.com/office/drawing/2014/main" id="{34AA38AE-4293-8395-2C3A-E69EA5853F28}"/>
              </a:ext>
            </a:extLst>
          </p:cNvPr>
          <p:cNvCxnSpPr>
            <a:cxnSpLocks/>
            <a:stCxn id="16" idx="3"/>
            <a:endCxn id="10" idx="0"/>
          </p:cNvCxnSpPr>
          <p:nvPr/>
        </p:nvCxnSpPr>
        <p:spPr>
          <a:xfrm flipH="1" flipV="1">
            <a:off x="4345137" y="3320078"/>
            <a:ext cx="553958" cy="983046"/>
          </a:xfrm>
          <a:prstGeom prst="bentConnector4">
            <a:avLst>
              <a:gd name="adj1" fmla="val -57774"/>
              <a:gd name="adj2" fmla="val 123254"/>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cxnSp>
        <p:nvCxnSpPr>
          <p:cNvPr id="39" name="Elbow Connector 38">
            <a:extLst>
              <a:ext uri="{FF2B5EF4-FFF2-40B4-BE49-F238E27FC236}">
                <a16:creationId xmlns:a16="http://schemas.microsoft.com/office/drawing/2014/main" id="{2306B27B-132B-1399-8A92-16F8806ADBEF}"/>
              </a:ext>
            </a:extLst>
          </p:cNvPr>
          <p:cNvCxnSpPr>
            <a:cxnSpLocks/>
            <a:stCxn id="18" idx="3"/>
            <a:endCxn id="8" idx="0"/>
          </p:cNvCxnSpPr>
          <p:nvPr/>
        </p:nvCxnSpPr>
        <p:spPr>
          <a:xfrm flipH="1" flipV="1">
            <a:off x="6461817" y="3467032"/>
            <a:ext cx="913258" cy="583269"/>
          </a:xfrm>
          <a:prstGeom prst="bentConnector4">
            <a:avLst>
              <a:gd name="adj1" fmla="val -35044"/>
              <a:gd name="adj2" fmla="val 125455"/>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sp>
        <p:nvSpPr>
          <p:cNvPr id="58" name="Rounded Rectangle 57">
            <a:extLst>
              <a:ext uri="{FF2B5EF4-FFF2-40B4-BE49-F238E27FC236}">
                <a16:creationId xmlns:a16="http://schemas.microsoft.com/office/drawing/2014/main" id="{FB0BC7BD-D0CF-FEEB-3B68-C4949A76529D}"/>
              </a:ext>
            </a:extLst>
          </p:cNvPr>
          <p:cNvSpPr/>
          <p:nvPr/>
        </p:nvSpPr>
        <p:spPr>
          <a:xfrm>
            <a:off x="8012021" y="4174724"/>
            <a:ext cx="1229442" cy="475258"/>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Verification agent</a:t>
            </a:r>
          </a:p>
        </p:txBody>
      </p:sp>
      <p:cxnSp>
        <p:nvCxnSpPr>
          <p:cNvPr id="61" name="Elbow Connector 60">
            <a:extLst>
              <a:ext uri="{FF2B5EF4-FFF2-40B4-BE49-F238E27FC236}">
                <a16:creationId xmlns:a16="http://schemas.microsoft.com/office/drawing/2014/main" id="{F3BD25B7-CF6B-C408-E148-B1D8CAB14397}"/>
              </a:ext>
            </a:extLst>
          </p:cNvPr>
          <p:cNvCxnSpPr>
            <a:cxnSpLocks/>
            <a:stCxn id="58" idx="3"/>
            <a:endCxn id="9" idx="0"/>
          </p:cNvCxnSpPr>
          <p:nvPr/>
        </p:nvCxnSpPr>
        <p:spPr>
          <a:xfrm flipH="1" flipV="1">
            <a:off x="8631518" y="3193370"/>
            <a:ext cx="609945" cy="1218984"/>
          </a:xfrm>
          <a:prstGeom prst="bentConnector4">
            <a:avLst>
              <a:gd name="adj1" fmla="val -37325"/>
              <a:gd name="adj2" fmla="val 111098"/>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sp>
        <p:nvSpPr>
          <p:cNvPr id="68" name="Rounded Rectangle 67">
            <a:extLst>
              <a:ext uri="{FF2B5EF4-FFF2-40B4-BE49-F238E27FC236}">
                <a16:creationId xmlns:a16="http://schemas.microsoft.com/office/drawing/2014/main" id="{3C1E7BEB-D795-54F7-7B5E-FE24C72FE681}"/>
              </a:ext>
            </a:extLst>
          </p:cNvPr>
          <p:cNvSpPr/>
          <p:nvPr/>
        </p:nvSpPr>
        <p:spPr>
          <a:xfrm>
            <a:off x="4404591" y="5487858"/>
            <a:ext cx="4534384" cy="326325"/>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Verification agent</a:t>
            </a:r>
          </a:p>
        </p:txBody>
      </p:sp>
      <p:cxnSp>
        <p:nvCxnSpPr>
          <p:cNvPr id="71" name="Elbow Connector 70">
            <a:extLst>
              <a:ext uri="{FF2B5EF4-FFF2-40B4-BE49-F238E27FC236}">
                <a16:creationId xmlns:a16="http://schemas.microsoft.com/office/drawing/2014/main" id="{BC643897-CBD9-F39C-DBBE-E7BF22EAB88E}"/>
              </a:ext>
            </a:extLst>
          </p:cNvPr>
          <p:cNvCxnSpPr>
            <a:cxnSpLocks/>
            <a:stCxn id="68" idx="3"/>
            <a:endCxn id="20" idx="0"/>
          </p:cNvCxnSpPr>
          <p:nvPr/>
        </p:nvCxnSpPr>
        <p:spPr>
          <a:xfrm flipH="1" flipV="1">
            <a:off x="6674288" y="5139169"/>
            <a:ext cx="2264688" cy="511851"/>
          </a:xfrm>
          <a:prstGeom prst="bentConnector4">
            <a:avLst>
              <a:gd name="adj1" fmla="val -14132"/>
              <a:gd name="adj2" fmla="val 131585"/>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pic>
        <p:nvPicPr>
          <p:cNvPr id="2050" name="Picture 2" descr="Colourful database icon trio">
            <a:extLst>
              <a:ext uri="{FF2B5EF4-FFF2-40B4-BE49-F238E27FC236}">
                <a16:creationId xmlns:a16="http://schemas.microsoft.com/office/drawing/2014/main" id="{9E17472E-8ACE-D74F-80A0-AA5C10153A3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102" b="19669"/>
          <a:stretch>
            <a:fillRect/>
          </a:stretch>
        </p:blipFill>
        <p:spPr bwMode="auto">
          <a:xfrm>
            <a:off x="11859323" y="5061257"/>
            <a:ext cx="846677" cy="726816"/>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4" descr="Generated image: Black arrows forming a continuous loop">
            <a:extLst>
              <a:ext uri="{FF2B5EF4-FFF2-40B4-BE49-F238E27FC236}">
                <a16:creationId xmlns:a16="http://schemas.microsoft.com/office/drawing/2014/main" id="{B7F5A5EE-ED54-B4B0-3774-9AFE6DEE604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064" b="13703"/>
          <a:stretch>
            <a:fillRect/>
          </a:stretch>
        </p:blipFill>
        <p:spPr bwMode="auto">
          <a:xfrm>
            <a:off x="10011721" y="4995674"/>
            <a:ext cx="733023" cy="573461"/>
          </a:xfrm>
          <a:prstGeom prst="rect">
            <a:avLst/>
          </a:prstGeom>
          <a:noFill/>
          <a:extLst>
            <a:ext uri="{909E8E84-426E-40DD-AFC4-6F175D3DCCD1}">
              <a14:hiddenFill xmlns:a14="http://schemas.microsoft.com/office/drawing/2010/main">
                <a:solidFill>
                  <a:srgbClr val="FFFFFF"/>
                </a:solidFill>
              </a14:hiddenFill>
            </a:ext>
          </a:extLst>
        </p:spPr>
      </p:pic>
      <p:cxnSp>
        <p:nvCxnSpPr>
          <p:cNvPr id="106" name="Straight Arrow Connector 105">
            <a:extLst>
              <a:ext uri="{FF2B5EF4-FFF2-40B4-BE49-F238E27FC236}">
                <a16:creationId xmlns:a16="http://schemas.microsoft.com/office/drawing/2014/main" id="{035D6E8F-49CE-0637-3CB6-A4FED6C19B18}"/>
              </a:ext>
            </a:extLst>
          </p:cNvPr>
          <p:cNvCxnSpPr>
            <a:cxnSpLocks/>
            <a:endCxn id="2050" idx="1"/>
          </p:cNvCxnSpPr>
          <p:nvPr/>
        </p:nvCxnSpPr>
        <p:spPr>
          <a:xfrm>
            <a:off x="11425890" y="5424665"/>
            <a:ext cx="433432"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2" name="Rounded Rectangle 1">
            <a:extLst>
              <a:ext uri="{FF2B5EF4-FFF2-40B4-BE49-F238E27FC236}">
                <a16:creationId xmlns:a16="http://schemas.microsoft.com/office/drawing/2014/main" id="{A8EEB85D-B984-C815-751A-28E7B5E4FD39}"/>
              </a:ext>
            </a:extLst>
          </p:cNvPr>
          <p:cNvSpPr/>
          <p:nvPr/>
        </p:nvSpPr>
        <p:spPr>
          <a:xfrm>
            <a:off x="448055" y="914220"/>
            <a:ext cx="12315031" cy="716627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6" name="Rounded Rectangle 5">
            <a:extLst>
              <a:ext uri="{FF2B5EF4-FFF2-40B4-BE49-F238E27FC236}">
                <a16:creationId xmlns:a16="http://schemas.microsoft.com/office/drawing/2014/main" id="{9B5DC552-88BF-EDC5-300D-1576CDF6DE09}"/>
              </a:ext>
            </a:extLst>
          </p:cNvPr>
          <p:cNvSpPr/>
          <p:nvPr/>
        </p:nvSpPr>
        <p:spPr>
          <a:xfrm>
            <a:off x="668704" y="3244410"/>
            <a:ext cx="1813282" cy="635426"/>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Skills library (reference document)</a:t>
            </a:r>
          </a:p>
        </p:txBody>
      </p:sp>
      <p:sp>
        <p:nvSpPr>
          <p:cNvPr id="15" name="Rounded Rectangle 14">
            <a:extLst>
              <a:ext uri="{FF2B5EF4-FFF2-40B4-BE49-F238E27FC236}">
                <a16:creationId xmlns:a16="http://schemas.microsoft.com/office/drawing/2014/main" id="{A8068771-8809-063D-119D-83C0A267931E}"/>
              </a:ext>
            </a:extLst>
          </p:cNvPr>
          <p:cNvSpPr/>
          <p:nvPr/>
        </p:nvSpPr>
        <p:spPr>
          <a:xfrm>
            <a:off x="5647538" y="1538212"/>
            <a:ext cx="1754350" cy="270342"/>
          </a:xfrm>
          <a:prstGeom prst="roundRect">
            <a:avLst/>
          </a:prstGeom>
          <a:solidFill>
            <a:schemeClr val="accent6">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Execute Planner</a:t>
            </a:r>
            <a:endParaRPr lang="en-US" sz="1500" dirty="0"/>
          </a:p>
        </p:txBody>
      </p:sp>
      <p:sp>
        <p:nvSpPr>
          <p:cNvPr id="28" name="TextBox 27">
            <a:extLst>
              <a:ext uri="{FF2B5EF4-FFF2-40B4-BE49-F238E27FC236}">
                <a16:creationId xmlns:a16="http://schemas.microsoft.com/office/drawing/2014/main" id="{7DEFE061-FD24-34D2-88E6-8FB725D9D1E3}"/>
              </a:ext>
            </a:extLst>
          </p:cNvPr>
          <p:cNvSpPr txBox="1"/>
          <p:nvPr/>
        </p:nvSpPr>
        <p:spPr>
          <a:xfrm>
            <a:off x="6524713" y="2366075"/>
            <a:ext cx="3436637" cy="323165"/>
          </a:xfrm>
          <a:prstGeom prst="rect">
            <a:avLst/>
          </a:prstGeom>
          <a:noFill/>
        </p:spPr>
        <p:txBody>
          <a:bodyPr wrap="square" rtlCol="0">
            <a:spAutoFit/>
          </a:bodyPr>
          <a:lstStyle/>
          <a:p>
            <a:r>
              <a:rPr lang="en-US" sz="1500" dirty="0"/>
              <a:t>Task/tools assigned for each data-agent</a:t>
            </a:r>
          </a:p>
        </p:txBody>
      </p:sp>
      <p:sp>
        <p:nvSpPr>
          <p:cNvPr id="30" name="Rounded Rectangle 29">
            <a:extLst>
              <a:ext uri="{FF2B5EF4-FFF2-40B4-BE49-F238E27FC236}">
                <a16:creationId xmlns:a16="http://schemas.microsoft.com/office/drawing/2014/main" id="{959DD831-1F79-7ABC-5330-D0B941C8DE06}"/>
              </a:ext>
            </a:extLst>
          </p:cNvPr>
          <p:cNvSpPr/>
          <p:nvPr/>
        </p:nvSpPr>
        <p:spPr>
          <a:xfrm>
            <a:off x="668705" y="4174930"/>
            <a:ext cx="1784740" cy="380021"/>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Tool library</a:t>
            </a:r>
          </a:p>
        </p:txBody>
      </p:sp>
      <p:cxnSp>
        <p:nvCxnSpPr>
          <p:cNvPr id="41" name="Straight Arrow Connector 40">
            <a:extLst>
              <a:ext uri="{FF2B5EF4-FFF2-40B4-BE49-F238E27FC236}">
                <a16:creationId xmlns:a16="http://schemas.microsoft.com/office/drawing/2014/main" id="{3AD9F733-EC59-D9ED-4656-960EE49E1EF9}"/>
              </a:ext>
            </a:extLst>
          </p:cNvPr>
          <p:cNvCxnSpPr>
            <a:cxnSpLocks/>
          </p:cNvCxnSpPr>
          <p:nvPr/>
        </p:nvCxnSpPr>
        <p:spPr>
          <a:xfrm>
            <a:off x="2596157" y="3562123"/>
            <a:ext cx="65973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ABE293C7-E7A6-7B1B-E708-17D0BA02670B}"/>
              </a:ext>
            </a:extLst>
          </p:cNvPr>
          <p:cNvCxnSpPr>
            <a:cxnSpLocks/>
          </p:cNvCxnSpPr>
          <p:nvPr/>
        </p:nvCxnSpPr>
        <p:spPr>
          <a:xfrm>
            <a:off x="2651458" y="4395795"/>
            <a:ext cx="5155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56CFBC20-57E2-3B41-46DF-E25AA3C1557B}"/>
              </a:ext>
            </a:extLst>
          </p:cNvPr>
          <p:cNvSpPr txBox="1"/>
          <p:nvPr/>
        </p:nvSpPr>
        <p:spPr>
          <a:xfrm>
            <a:off x="541740" y="4577878"/>
            <a:ext cx="2488209" cy="1169551"/>
          </a:xfrm>
          <a:prstGeom prst="rect">
            <a:avLst/>
          </a:prstGeom>
          <a:noFill/>
        </p:spPr>
        <p:txBody>
          <a:bodyPr wrap="square" rtlCol="0">
            <a:spAutoFit/>
          </a:bodyPr>
          <a:lstStyle/>
          <a:p>
            <a:r>
              <a:rPr lang="en-US" sz="1400" dirty="0"/>
              <a:t>Python</a:t>
            </a:r>
            <a:r>
              <a:rPr lang="zh-CN" altLang="en-US" sz="1400" dirty="0"/>
              <a:t> </a:t>
            </a:r>
            <a:r>
              <a:rPr lang="en-US" altLang="zh-CN" sz="1400" dirty="0"/>
              <a:t>functions,</a:t>
            </a:r>
            <a:r>
              <a:rPr lang="zh-CN" altLang="en-US" sz="1400" dirty="0"/>
              <a:t> </a:t>
            </a:r>
            <a:r>
              <a:rPr lang="en-US" sz="1400" dirty="0"/>
              <a:t>Tools (for computing numerical and rule-based functions) recommended by the planner, and will be called by the data agents </a:t>
            </a:r>
          </a:p>
        </p:txBody>
      </p:sp>
      <p:sp>
        <p:nvSpPr>
          <p:cNvPr id="57" name="TextBox 56">
            <a:extLst>
              <a:ext uri="{FF2B5EF4-FFF2-40B4-BE49-F238E27FC236}">
                <a16:creationId xmlns:a16="http://schemas.microsoft.com/office/drawing/2014/main" id="{45D1D9A3-1724-0AD6-7BE2-77CBF5F7BA72}"/>
              </a:ext>
            </a:extLst>
          </p:cNvPr>
          <p:cNvSpPr txBox="1"/>
          <p:nvPr/>
        </p:nvSpPr>
        <p:spPr>
          <a:xfrm>
            <a:off x="521562" y="2275307"/>
            <a:ext cx="2830110" cy="954107"/>
          </a:xfrm>
          <a:prstGeom prst="rect">
            <a:avLst/>
          </a:prstGeom>
          <a:noFill/>
        </p:spPr>
        <p:txBody>
          <a:bodyPr wrap="square" rtlCol="0">
            <a:spAutoFit/>
          </a:bodyPr>
          <a:lstStyle/>
          <a:p>
            <a:r>
              <a:rPr lang="en-US" sz="1400" dirty="0"/>
              <a:t>Skills, can load </a:t>
            </a:r>
            <a:r>
              <a:rPr lang="zh-CN" altLang="en-US" sz="1400" dirty="0"/>
              <a:t> </a:t>
            </a:r>
            <a:r>
              <a:rPr lang="en-US" altLang="zh-CN" sz="1400" dirty="0"/>
              <a:t>documents,</a:t>
            </a:r>
            <a:r>
              <a:rPr lang="zh-CN" altLang="en-US" sz="1400" dirty="0"/>
              <a:t> </a:t>
            </a:r>
            <a:r>
              <a:rPr lang="en-US" altLang="zh-CN" sz="1400" dirty="0"/>
              <a:t>and</a:t>
            </a:r>
            <a:r>
              <a:rPr lang="zh-CN" altLang="en-US" sz="1400" dirty="0"/>
              <a:t> </a:t>
            </a:r>
            <a:r>
              <a:rPr lang="en-US" altLang="zh-CN" sz="1400" dirty="0"/>
              <a:t>have</a:t>
            </a:r>
            <a:r>
              <a:rPr lang="zh-CN" altLang="en-US" sz="1400" dirty="0"/>
              <a:t> </a:t>
            </a:r>
            <a:r>
              <a:rPr lang="en-US" altLang="zh-CN" sz="1400" dirty="0" err="1"/>
              <a:t>skill.md</a:t>
            </a:r>
            <a:r>
              <a:rPr lang="zh-CN" altLang="en-US" sz="1400" dirty="0"/>
              <a:t> </a:t>
            </a:r>
            <a:r>
              <a:rPr lang="en-US" altLang="zh-CN" sz="1400" dirty="0"/>
              <a:t>to</a:t>
            </a:r>
            <a:r>
              <a:rPr lang="zh-CN" altLang="en-US" sz="1400" dirty="0"/>
              <a:t> </a:t>
            </a:r>
            <a:r>
              <a:rPr lang="en-US" altLang="zh-CN" sz="1400" dirty="0"/>
              <a:t>guide</a:t>
            </a:r>
            <a:r>
              <a:rPr lang="zh-CN" altLang="en-US" sz="1400" dirty="0"/>
              <a:t> </a:t>
            </a:r>
            <a:r>
              <a:rPr lang="en-US" altLang="zh-CN" sz="1400" dirty="0"/>
              <a:t>the</a:t>
            </a:r>
            <a:r>
              <a:rPr lang="zh-CN" altLang="en-US" sz="1400" dirty="0"/>
              <a:t> </a:t>
            </a:r>
            <a:r>
              <a:rPr lang="en-US" altLang="zh-CN" sz="1400" dirty="0"/>
              <a:t>agent</a:t>
            </a:r>
            <a:r>
              <a:rPr lang="zh-CN" altLang="en-US" sz="1400" dirty="0"/>
              <a:t> </a:t>
            </a:r>
            <a:r>
              <a:rPr lang="en-US" altLang="zh-CN" sz="1400" dirty="0"/>
              <a:t>read</a:t>
            </a:r>
            <a:r>
              <a:rPr lang="zh-CN" altLang="en-US" sz="1400" dirty="0"/>
              <a:t> </a:t>
            </a:r>
            <a:r>
              <a:rPr lang="en-US" altLang="zh-CN" sz="1400" dirty="0"/>
              <a:t>the</a:t>
            </a:r>
            <a:r>
              <a:rPr lang="zh-CN" altLang="en-US" sz="1400" dirty="0"/>
              <a:t> </a:t>
            </a:r>
            <a:r>
              <a:rPr lang="en-US" altLang="zh-CN" sz="1400" dirty="0"/>
              <a:t>document</a:t>
            </a:r>
            <a:r>
              <a:rPr lang="zh-CN" altLang="en-US" sz="1400" dirty="0"/>
              <a:t> </a:t>
            </a:r>
            <a:r>
              <a:rPr lang="en-US" altLang="zh-CN" sz="1400" dirty="0"/>
              <a:t>and</a:t>
            </a:r>
            <a:r>
              <a:rPr lang="zh-CN" altLang="en-US" sz="1400" dirty="0"/>
              <a:t> </a:t>
            </a:r>
            <a:r>
              <a:rPr lang="en-US" altLang="zh-CN" sz="1400" dirty="0"/>
              <a:t>get</a:t>
            </a:r>
            <a:r>
              <a:rPr lang="zh-CN" altLang="en-US" sz="1400" dirty="0"/>
              <a:t> </a:t>
            </a:r>
            <a:r>
              <a:rPr lang="en-US" altLang="zh-CN" sz="1400" dirty="0"/>
              <a:t>the</a:t>
            </a:r>
            <a:r>
              <a:rPr lang="zh-CN" altLang="en-US" sz="1400" dirty="0"/>
              <a:t> </a:t>
            </a:r>
            <a:r>
              <a:rPr lang="en-US" altLang="zh-CN" sz="1400" dirty="0"/>
              <a:t>output</a:t>
            </a:r>
            <a:endParaRPr lang="en-US" sz="1400" dirty="0"/>
          </a:p>
        </p:txBody>
      </p:sp>
      <p:sp>
        <p:nvSpPr>
          <p:cNvPr id="59" name="Rounded Rectangle 58">
            <a:extLst>
              <a:ext uri="{FF2B5EF4-FFF2-40B4-BE49-F238E27FC236}">
                <a16:creationId xmlns:a16="http://schemas.microsoft.com/office/drawing/2014/main" id="{5F0B935E-6427-85EF-3F4F-3D56FB0B7AD1}"/>
              </a:ext>
            </a:extLst>
          </p:cNvPr>
          <p:cNvSpPr/>
          <p:nvPr/>
        </p:nvSpPr>
        <p:spPr>
          <a:xfrm>
            <a:off x="5649847" y="1818228"/>
            <a:ext cx="1752041" cy="385393"/>
          </a:xfrm>
          <a:prstGeom prst="roundRect">
            <a:avLst>
              <a:gd name="adj" fmla="val 27243"/>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Plan Verification agent</a:t>
            </a:r>
          </a:p>
        </p:txBody>
      </p:sp>
      <p:cxnSp>
        <p:nvCxnSpPr>
          <p:cNvPr id="70" name="Elbow Connector 69">
            <a:extLst>
              <a:ext uri="{FF2B5EF4-FFF2-40B4-BE49-F238E27FC236}">
                <a16:creationId xmlns:a16="http://schemas.microsoft.com/office/drawing/2014/main" id="{96FEDC74-EEFD-B60F-99A0-FBE9AF44DFDA}"/>
              </a:ext>
            </a:extLst>
          </p:cNvPr>
          <p:cNvCxnSpPr>
            <a:cxnSpLocks/>
            <a:stCxn id="16" idx="2"/>
            <a:endCxn id="20" idx="0"/>
          </p:cNvCxnSpPr>
          <p:nvPr/>
        </p:nvCxnSpPr>
        <p:spPr>
          <a:xfrm rot="16200000" flipH="1">
            <a:off x="5210504" y="3675385"/>
            <a:ext cx="598417" cy="232915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5" name="Elbow Connector 74">
            <a:extLst>
              <a:ext uri="{FF2B5EF4-FFF2-40B4-BE49-F238E27FC236}">
                <a16:creationId xmlns:a16="http://schemas.microsoft.com/office/drawing/2014/main" id="{58254782-79C4-E364-2785-55399B2AFC83}"/>
              </a:ext>
            </a:extLst>
          </p:cNvPr>
          <p:cNvCxnSpPr>
            <a:stCxn id="18" idx="2"/>
            <a:endCxn id="20" idx="0"/>
          </p:cNvCxnSpPr>
          <p:nvPr/>
        </p:nvCxnSpPr>
        <p:spPr>
          <a:xfrm rot="16200000" flipH="1">
            <a:off x="6105198" y="4570079"/>
            <a:ext cx="925707" cy="21247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77" name="Elbow Connector 76">
            <a:extLst>
              <a:ext uri="{FF2B5EF4-FFF2-40B4-BE49-F238E27FC236}">
                <a16:creationId xmlns:a16="http://schemas.microsoft.com/office/drawing/2014/main" id="{C63B76CD-68EA-1501-5D48-7C5050022115}"/>
              </a:ext>
            </a:extLst>
          </p:cNvPr>
          <p:cNvCxnSpPr>
            <a:stCxn id="58" idx="2"/>
            <a:endCxn id="20" idx="0"/>
          </p:cNvCxnSpPr>
          <p:nvPr/>
        </p:nvCxnSpPr>
        <p:spPr>
          <a:xfrm rot="5400000">
            <a:off x="7405921" y="3918349"/>
            <a:ext cx="489188" cy="195245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81" name="Rounded Rectangle 80">
            <a:extLst>
              <a:ext uri="{FF2B5EF4-FFF2-40B4-BE49-F238E27FC236}">
                <a16:creationId xmlns:a16="http://schemas.microsoft.com/office/drawing/2014/main" id="{39671108-2243-6DEF-C901-E74528724D09}"/>
              </a:ext>
            </a:extLst>
          </p:cNvPr>
          <p:cNvSpPr/>
          <p:nvPr/>
        </p:nvSpPr>
        <p:spPr>
          <a:xfrm>
            <a:off x="7986969" y="7372212"/>
            <a:ext cx="1242914" cy="324907"/>
          </a:xfrm>
          <a:prstGeom prst="roundRect">
            <a:avLst/>
          </a:prstGeom>
          <a:solidFill>
            <a:schemeClr val="bg1">
              <a:lumMod val="8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Ground truth</a:t>
            </a:r>
          </a:p>
        </p:txBody>
      </p:sp>
      <p:cxnSp>
        <p:nvCxnSpPr>
          <p:cNvPr id="89" name="Straight Arrow Connector 88">
            <a:extLst>
              <a:ext uri="{FF2B5EF4-FFF2-40B4-BE49-F238E27FC236}">
                <a16:creationId xmlns:a16="http://schemas.microsoft.com/office/drawing/2014/main" id="{0CC8D3A0-4BB8-5BFB-CB24-D91DD45403E5}"/>
              </a:ext>
            </a:extLst>
          </p:cNvPr>
          <p:cNvCxnSpPr>
            <a:cxnSpLocks/>
            <a:stCxn id="81" idx="1"/>
            <a:endCxn id="34" idx="3"/>
          </p:cNvCxnSpPr>
          <p:nvPr/>
        </p:nvCxnSpPr>
        <p:spPr>
          <a:xfrm flipH="1">
            <a:off x="7108269" y="7534666"/>
            <a:ext cx="878700"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95" name="TextBox 94">
            <a:extLst>
              <a:ext uri="{FF2B5EF4-FFF2-40B4-BE49-F238E27FC236}">
                <a16:creationId xmlns:a16="http://schemas.microsoft.com/office/drawing/2014/main" id="{6E79FAD0-6DD4-484B-C261-5A1830A51FB6}"/>
              </a:ext>
            </a:extLst>
          </p:cNvPr>
          <p:cNvSpPr txBox="1"/>
          <p:nvPr/>
        </p:nvSpPr>
        <p:spPr>
          <a:xfrm>
            <a:off x="7080604" y="6714432"/>
            <a:ext cx="2880746" cy="323165"/>
          </a:xfrm>
          <a:prstGeom prst="rect">
            <a:avLst/>
          </a:prstGeom>
          <a:noFill/>
        </p:spPr>
        <p:txBody>
          <a:bodyPr wrap="square" rtlCol="0">
            <a:spAutoFit/>
          </a:bodyPr>
          <a:lstStyle/>
          <a:p>
            <a:r>
              <a:rPr lang="en-US" sz="1500" dirty="0"/>
              <a:t>Rule-based cross verifier (python)</a:t>
            </a:r>
          </a:p>
        </p:txBody>
      </p:sp>
      <p:cxnSp>
        <p:nvCxnSpPr>
          <p:cNvPr id="97" name="Straight Arrow Connector 96">
            <a:extLst>
              <a:ext uri="{FF2B5EF4-FFF2-40B4-BE49-F238E27FC236}">
                <a16:creationId xmlns:a16="http://schemas.microsoft.com/office/drawing/2014/main" id="{08D1DC30-BB77-1E89-DEDB-54F877C97EB1}"/>
              </a:ext>
            </a:extLst>
          </p:cNvPr>
          <p:cNvCxnSpPr>
            <a:cxnSpLocks/>
            <a:stCxn id="3" idx="3"/>
          </p:cNvCxnSpPr>
          <p:nvPr/>
        </p:nvCxnSpPr>
        <p:spPr>
          <a:xfrm>
            <a:off x="4599100" y="1813855"/>
            <a:ext cx="94945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80386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921715"/>
          </a:xfrm>
          <a:prstGeom prst="rect">
            <a:avLst/>
          </a:prstGeom>
          <a:solidFill>
            <a:srgbClr val="1D6272"/>
          </a:solidFill>
          <a:ln/>
        </p:spPr>
        <p:txBody>
          <a:bodyPr/>
          <a:lstStyle/>
          <a:p>
            <a:endParaRPr lang="en-US" sz="2519"/>
          </a:p>
        </p:txBody>
      </p:sp>
      <p:sp>
        <p:nvSpPr>
          <p:cNvPr id="3" name="Text 1"/>
          <p:cNvSpPr/>
          <p:nvPr/>
        </p:nvSpPr>
        <p:spPr>
          <a:xfrm>
            <a:off x="384048" y="616763"/>
            <a:ext cx="12033504" cy="716890"/>
          </a:xfrm>
          <a:prstGeom prst="rect">
            <a:avLst/>
          </a:prstGeom>
          <a:noFill/>
          <a:ln/>
        </p:spPr>
        <p:txBody>
          <a:bodyPr wrap="square" lIns="0" tIns="0" rIns="0" bIns="0" rtlCol="0" anchor="ctr"/>
          <a:lstStyle/>
          <a:p>
            <a:r>
              <a:rPr lang="en-US" sz="3080" b="1" dirty="0">
                <a:solidFill>
                  <a:srgbClr val="FFFFFF"/>
                </a:solidFill>
                <a:latin typeface="Calibri" pitchFamily="34" charset="0"/>
                <a:ea typeface="Calibri" pitchFamily="34" charset="-122"/>
                <a:cs typeface="Calibri" pitchFamily="34" charset="-120"/>
              </a:rPr>
              <a:t>Planner: Task Decomposition</a:t>
            </a:r>
            <a:endParaRPr lang="en-US" sz="3080" dirty="0"/>
          </a:p>
        </p:txBody>
      </p:sp>
      <p:sp>
        <p:nvSpPr>
          <p:cNvPr id="4" name="Shape 2"/>
          <p:cNvSpPr/>
          <p:nvPr/>
        </p:nvSpPr>
        <p:spPr>
          <a:xfrm>
            <a:off x="230429" y="1589684"/>
            <a:ext cx="5914339" cy="2688336"/>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5" name="Shape 3"/>
          <p:cNvSpPr/>
          <p:nvPr/>
        </p:nvSpPr>
        <p:spPr>
          <a:xfrm>
            <a:off x="230429" y="1589684"/>
            <a:ext cx="5914339" cy="486461"/>
          </a:xfrm>
          <a:prstGeom prst="rect">
            <a:avLst/>
          </a:prstGeom>
          <a:solidFill>
            <a:srgbClr val="2B5B9E"/>
          </a:solidFill>
          <a:ln/>
        </p:spPr>
        <p:txBody>
          <a:bodyPr/>
          <a:lstStyle/>
          <a:p>
            <a:endParaRPr lang="en-US" sz="2519"/>
          </a:p>
        </p:txBody>
      </p:sp>
      <p:sp>
        <p:nvSpPr>
          <p:cNvPr id="6" name="Text 4"/>
          <p:cNvSpPr/>
          <p:nvPr/>
        </p:nvSpPr>
        <p:spPr>
          <a:xfrm>
            <a:off x="409651" y="1653692"/>
            <a:ext cx="5555894"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INPUT  —  Raw input</a:t>
            </a:r>
            <a:endParaRPr lang="en-US" sz="1680" dirty="0"/>
          </a:p>
        </p:txBody>
      </p:sp>
      <p:sp>
        <p:nvSpPr>
          <p:cNvPr id="7" name="Text 5"/>
          <p:cNvSpPr/>
          <p:nvPr/>
        </p:nvSpPr>
        <p:spPr>
          <a:xfrm>
            <a:off x="409651" y="2152955"/>
            <a:ext cx="5555894" cy="384048"/>
          </a:xfrm>
          <a:prstGeom prst="rect">
            <a:avLst/>
          </a:prstGeom>
          <a:noFill/>
          <a:ln/>
        </p:spPr>
        <p:txBody>
          <a:bodyPr wrap="square" lIns="0" tIns="0" rIns="0" bIns="0" rtlCol="0" anchor="ctr"/>
          <a:lstStyle/>
          <a:p>
            <a:r>
              <a:rPr lang="en-US" altLang="zh-CN" sz="1330" b="1" dirty="0">
                <a:solidFill>
                  <a:srgbClr val="2B5B9E"/>
                </a:solidFill>
                <a:latin typeface="Calibri" pitchFamily="34" charset="0"/>
                <a:ea typeface="Calibri" pitchFamily="34" charset="-122"/>
                <a:cs typeface="Calibri" pitchFamily="34" charset="-120"/>
              </a:rPr>
              <a:t>(</a:t>
            </a:r>
            <a:r>
              <a:rPr lang="en-US" sz="1330" b="1" dirty="0">
                <a:solidFill>
                  <a:srgbClr val="2B5B9E"/>
                </a:solidFill>
                <a:latin typeface="Calibri" pitchFamily="34" charset="0"/>
                <a:ea typeface="Calibri" pitchFamily="34" charset="-122"/>
                <a:cs typeface="Calibri" pitchFamily="34" charset="-120"/>
              </a:rPr>
              <a:t>ticket</a:t>
            </a:r>
            <a:r>
              <a:rPr lang="en-US" altLang="zh-CN" sz="1330" b="1" dirty="0">
                <a:solidFill>
                  <a:srgbClr val="2B5B9E"/>
                </a:solidFill>
                <a:latin typeface="Calibri" pitchFamily="34" charset="0"/>
                <a:ea typeface="Calibri" pitchFamily="34" charset="-122"/>
                <a:cs typeface="Calibri" pitchFamily="34" charset="-120"/>
              </a:rPr>
              <a:t>)</a:t>
            </a:r>
            <a:r>
              <a:rPr lang="en-US" sz="1330" b="1" dirty="0">
                <a:solidFill>
                  <a:srgbClr val="2B5B9E"/>
                </a:solidFill>
                <a:latin typeface="Calibri" pitchFamily="34" charset="0"/>
                <a:ea typeface="Calibri" pitchFamily="34" charset="-122"/>
                <a:cs typeface="Calibri" pitchFamily="34" charset="-120"/>
              </a:rPr>
              <a:t>_id:  </a:t>
            </a:r>
            <a:r>
              <a:rPr lang="en-US" sz="1330" dirty="0">
                <a:solidFill>
                  <a:srgbClr val="1A1A2E"/>
                </a:solidFill>
                <a:latin typeface="Calibri" pitchFamily="34" charset="0"/>
                <a:ea typeface="Calibri" pitchFamily="34" charset="-122"/>
                <a:cs typeface="Calibri" pitchFamily="34" charset="-120"/>
              </a:rPr>
              <a:t>Unique ticket</a:t>
            </a:r>
            <a:r>
              <a:rPr lang="en-US" altLang="zh-CN" sz="1330" dirty="0">
                <a:solidFill>
                  <a:srgbClr val="1A1A2E"/>
                </a:solidFill>
                <a:latin typeface="Calibri" pitchFamily="34" charset="0"/>
                <a:ea typeface="Calibri" pitchFamily="34" charset="-122"/>
                <a:cs typeface="Calibri" pitchFamily="34" charset="-120"/>
              </a:rPr>
              <a:t>/task</a:t>
            </a:r>
            <a:r>
              <a:rPr lang="en-US" sz="1330" dirty="0">
                <a:solidFill>
                  <a:srgbClr val="1A1A2E"/>
                </a:solidFill>
                <a:latin typeface="Calibri" pitchFamily="34" charset="0"/>
                <a:ea typeface="Calibri" pitchFamily="34" charset="-122"/>
                <a:cs typeface="Calibri" pitchFamily="34" charset="-120"/>
              </a:rPr>
              <a:t> identifier</a:t>
            </a:r>
            <a:endParaRPr lang="en-US" sz="1330" dirty="0"/>
          </a:p>
        </p:txBody>
      </p:sp>
      <p:sp>
        <p:nvSpPr>
          <p:cNvPr id="8" name="Shape 6"/>
          <p:cNvSpPr/>
          <p:nvPr/>
        </p:nvSpPr>
        <p:spPr>
          <a:xfrm>
            <a:off x="409651" y="2537003"/>
            <a:ext cx="5555894" cy="0"/>
          </a:xfrm>
          <a:prstGeom prst="line">
            <a:avLst/>
          </a:prstGeom>
          <a:noFill/>
          <a:ln w="3810">
            <a:solidFill>
              <a:srgbClr val="DDDDDD"/>
            </a:solidFill>
            <a:prstDash val="solid"/>
          </a:ln>
        </p:spPr>
        <p:txBody>
          <a:bodyPr/>
          <a:lstStyle/>
          <a:p>
            <a:endParaRPr lang="en-US" sz="2519"/>
          </a:p>
        </p:txBody>
      </p:sp>
      <p:sp>
        <p:nvSpPr>
          <p:cNvPr id="9" name="Text 7"/>
          <p:cNvSpPr/>
          <p:nvPr/>
        </p:nvSpPr>
        <p:spPr>
          <a:xfrm>
            <a:off x="409651" y="2613812"/>
            <a:ext cx="5555894" cy="384048"/>
          </a:xfrm>
          <a:prstGeom prst="rect">
            <a:avLst/>
          </a:prstGeom>
          <a:noFill/>
          <a:ln/>
        </p:spPr>
        <p:txBody>
          <a:bodyPr wrap="square" lIns="0" tIns="0" rIns="0" bIns="0" rtlCol="0" anchor="ctr"/>
          <a:lstStyle/>
          <a:p>
            <a:r>
              <a:rPr lang="en-US" sz="1330" b="1" dirty="0">
                <a:solidFill>
                  <a:srgbClr val="2B5B9E"/>
                </a:solidFill>
                <a:latin typeface="Calibri" pitchFamily="34" charset="0"/>
                <a:ea typeface="Calibri" pitchFamily="34" charset="-122"/>
                <a:cs typeface="Calibri" pitchFamily="34" charset="-120"/>
              </a:rPr>
              <a:t>usid:  </a:t>
            </a:r>
            <a:r>
              <a:rPr lang="en-US" sz="1330" dirty="0">
                <a:solidFill>
                  <a:srgbClr val="1A1A2E"/>
                </a:solidFill>
                <a:latin typeface="Calibri" pitchFamily="34" charset="0"/>
                <a:ea typeface="Calibri" pitchFamily="34" charset="-122"/>
                <a:cs typeface="Calibri" pitchFamily="34" charset="-120"/>
              </a:rPr>
              <a:t>Affected base station</a:t>
            </a:r>
            <a:endParaRPr lang="en-US" sz="1330" dirty="0"/>
          </a:p>
        </p:txBody>
      </p:sp>
      <p:sp>
        <p:nvSpPr>
          <p:cNvPr id="10" name="Shape 8"/>
          <p:cNvSpPr/>
          <p:nvPr/>
        </p:nvSpPr>
        <p:spPr>
          <a:xfrm>
            <a:off x="409651" y="2997860"/>
            <a:ext cx="5555894" cy="0"/>
          </a:xfrm>
          <a:prstGeom prst="line">
            <a:avLst/>
          </a:prstGeom>
          <a:noFill/>
          <a:ln w="3810">
            <a:solidFill>
              <a:srgbClr val="DDDDDD"/>
            </a:solidFill>
            <a:prstDash val="solid"/>
          </a:ln>
        </p:spPr>
        <p:txBody>
          <a:bodyPr/>
          <a:lstStyle/>
          <a:p>
            <a:endParaRPr lang="en-US" sz="2519"/>
          </a:p>
        </p:txBody>
      </p:sp>
      <p:sp>
        <p:nvSpPr>
          <p:cNvPr id="11" name="Text 9"/>
          <p:cNvSpPr/>
          <p:nvPr/>
        </p:nvSpPr>
        <p:spPr>
          <a:xfrm>
            <a:off x="409651" y="3074670"/>
            <a:ext cx="5555894" cy="384048"/>
          </a:xfrm>
          <a:prstGeom prst="rect">
            <a:avLst/>
          </a:prstGeom>
          <a:noFill/>
          <a:ln/>
        </p:spPr>
        <p:txBody>
          <a:bodyPr wrap="square" lIns="0" tIns="0" rIns="0" bIns="0" rtlCol="0" anchor="ctr"/>
          <a:lstStyle/>
          <a:p>
            <a:r>
              <a:rPr lang="en-US" sz="1330" b="1" dirty="0">
                <a:solidFill>
                  <a:srgbClr val="2B5B9E"/>
                </a:solidFill>
                <a:latin typeface="Calibri" pitchFamily="34" charset="0"/>
                <a:ea typeface="Calibri" pitchFamily="34" charset="-122"/>
                <a:cs typeface="Calibri" pitchFamily="34" charset="-120"/>
              </a:rPr>
              <a:t>outage_type:  </a:t>
            </a:r>
            <a:r>
              <a:rPr lang="en-US" sz="1330" dirty="0">
                <a:solidFill>
                  <a:srgbClr val="1A1A2E"/>
                </a:solidFill>
                <a:latin typeface="Calibri" pitchFamily="34" charset="0"/>
                <a:ea typeface="Calibri" pitchFamily="34" charset="-122"/>
                <a:cs typeface="Calibri" pitchFamily="34" charset="-120"/>
              </a:rPr>
              <a:t>Full Outage  /  Partial Outage</a:t>
            </a:r>
            <a:endParaRPr lang="en-US" sz="1330" dirty="0"/>
          </a:p>
        </p:txBody>
      </p:sp>
      <p:sp>
        <p:nvSpPr>
          <p:cNvPr id="12" name="Shape 10"/>
          <p:cNvSpPr/>
          <p:nvPr/>
        </p:nvSpPr>
        <p:spPr>
          <a:xfrm>
            <a:off x="409651" y="3458718"/>
            <a:ext cx="5555894" cy="0"/>
          </a:xfrm>
          <a:prstGeom prst="line">
            <a:avLst/>
          </a:prstGeom>
          <a:noFill/>
          <a:ln w="3810">
            <a:solidFill>
              <a:srgbClr val="DDDDDD"/>
            </a:solidFill>
            <a:prstDash val="solid"/>
          </a:ln>
        </p:spPr>
        <p:txBody>
          <a:bodyPr/>
          <a:lstStyle/>
          <a:p>
            <a:endParaRPr lang="en-US" sz="2519"/>
          </a:p>
        </p:txBody>
      </p:sp>
      <p:sp>
        <p:nvSpPr>
          <p:cNvPr id="13" name="Text 11"/>
          <p:cNvSpPr/>
          <p:nvPr/>
        </p:nvSpPr>
        <p:spPr>
          <a:xfrm>
            <a:off x="409651" y="3535528"/>
            <a:ext cx="5555894" cy="384048"/>
          </a:xfrm>
          <a:prstGeom prst="rect">
            <a:avLst/>
          </a:prstGeom>
          <a:noFill/>
          <a:ln/>
        </p:spPr>
        <p:txBody>
          <a:bodyPr wrap="square" lIns="0" tIns="0" rIns="0" bIns="0" rtlCol="0" anchor="ctr"/>
          <a:lstStyle/>
          <a:p>
            <a:r>
              <a:rPr lang="en-US" sz="1330" b="1" dirty="0">
                <a:solidFill>
                  <a:srgbClr val="2B5B9E"/>
                </a:solidFill>
                <a:latin typeface="Calibri" pitchFamily="34" charset="0"/>
                <a:ea typeface="Calibri" pitchFamily="34" charset="-122"/>
                <a:cs typeface="Calibri" pitchFamily="34" charset="-120"/>
              </a:rPr>
              <a:t>start_utc  /  end_utc:  </a:t>
            </a:r>
            <a:r>
              <a:rPr lang="en-US" sz="1330" dirty="0">
                <a:solidFill>
                  <a:srgbClr val="1A1A2E"/>
                </a:solidFill>
                <a:latin typeface="Calibri" pitchFamily="34" charset="0"/>
                <a:ea typeface="Calibri" pitchFamily="34" charset="-122"/>
                <a:cs typeface="Calibri" pitchFamily="34" charset="-120"/>
              </a:rPr>
              <a:t>Outage time window</a:t>
            </a:r>
            <a:endParaRPr lang="en-US" sz="1330" dirty="0"/>
          </a:p>
        </p:txBody>
      </p:sp>
      <p:sp>
        <p:nvSpPr>
          <p:cNvPr id="14" name="Shape 12"/>
          <p:cNvSpPr/>
          <p:nvPr/>
        </p:nvSpPr>
        <p:spPr>
          <a:xfrm>
            <a:off x="409651" y="3919576"/>
            <a:ext cx="5555894" cy="0"/>
          </a:xfrm>
          <a:prstGeom prst="line">
            <a:avLst/>
          </a:prstGeom>
          <a:noFill/>
          <a:ln w="3810">
            <a:solidFill>
              <a:srgbClr val="DDDDDD"/>
            </a:solidFill>
            <a:prstDash val="solid"/>
          </a:ln>
        </p:spPr>
        <p:txBody>
          <a:bodyPr/>
          <a:lstStyle/>
          <a:p>
            <a:endParaRPr lang="en-US" sz="2519"/>
          </a:p>
        </p:txBody>
      </p:sp>
      <p:sp>
        <p:nvSpPr>
          <p:cNvPr id="15" name="Text 13"/>
          <p:cNvSpPr/>
          <p:nvPr/>
        </p:nvSpPr>
        <p:spPr>
          <a:xfrm>
            <a:off x="409651" y="3996385"/>
            <a:ext cx="5555894" cy="384048"/>
          </a:xfrm>
          <a:prstGeom prst="rect">
            <a:avLst/>
          </a:prstGeom>
          <a:noFill/>
          <a:ln/>
        </p:spPr>
        <p:txBody>
          <a:bodyPr wrap="square" lIns="0" tIns="0" rIns="0" bIns="0" rtlCol="0" anchor="ctr"/>
          <a:lstStyle/>
          <a:p>
            <a:r>
              <a:rPr lang="en-US" sz="1330" b="1" dirty="0">
                <a:solidFill>
                  <a:srgbClr val="2B5B9E"/>
                </a:solidFill>
                <a:latin typeface="Calibri" pitchFamily="34" charset="0"/>
                <a:ea typeface="Calibri" pitchFamily="34" charset="-122"/>
                <a:cs typeface="Calibri" pitchFamily="34" charset="-120"/>
              </a:rPr>
              <a:t>affected_sectors:  </a:t>
            </a:r>
            <a:r>
              <a:rPr lang="en-US" sz="1330" dirty="0">
                <a:solidFill>
                  <a:srgbClr val="1A1A2E"/>
                </a:solidFill>
                <a:latin typeface="Calibri" pitchFamily="34" charset="0"/>
                <a:ea typeface="Calibri" pitchFamily="34" charset="-122"/>
                <a:cs typeface="Calibri" pitchFamily="34" charset="-120"/>
              </a:rPr>
              <a:t>Sector list or null</a:t>
            </a:r>
            <a:endParaRPr lang="en-US" sz="1330" dirty="0"/>
          </a:p>
        </p:txBody>
      </p:sp>
      <p:sp>
        <p:nvSpPr>
          <p:cNvPr id="16" name="Shape 14"/>
          <p:cNvSpPr/>
          <p:nvPr/>
        </p:nvSpPr>
        <p:spPr>
          <a:xfrm>
            <a:off x="230429" y="4431640"/>
            <a:ext cx="5914339" cy="1715414"/>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17" name="Shape 15"/>
          <p:cNvSpPr/>
          <p:nvPr/>
        </p:nvSpPr>
        <p:spPr>
          <a:xfrm>
            <a:off x="230429" y="4431640"/>
            <a:ext cx="5914339" cy="486461"/>
          </a:xfrm>
          <a:prstGeom prst="rect">
            <a:avLst/>
          </a:prstGeom>
          <a:solidFill>
            <a:srgbClr val="1B7A72"/>
          </a:solidFill>
          <a:ln/>
        </p:spPr>
        <p:txBody>
          <a:bodyPr/>
          <a:lstStyle/>
          <a:p>
            <a:endParaRPr lang="en-US" sz="2519"/>
          </a:p>
        </p:txBody>
      </p:sp>
      <p:sp>
        <p:nvSpPr>
          <p:cNvPr id="18" name="Text 16"/>
          <p:cNvSpPr/>
          <p:nvPr/>
        </p:nvSpPr>
        <p:spPr>
          <a:xfrm>
            <a:off x="409651" y="4495648"/>
            <a:ext cx="5555894"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PROCESSING  —  What Planner does</a:t>
            </a:r>
            <a:endParaRPr lang="en-US" sz="1680" dirty="0"/>
          </a:p>
        </p:txBody>
      </p:sp>
      <p:sp>
        <p:nvSpPr>
          <p:cNvPr id="19" name="Text 17"/>
          <p:cNvSpPr/>
          <p:nvPr/>
        </p:nvSpPr>
        <p:spPr>
          <a:xfrm>
            <a:off x="409651" y="4969307"/>
            <a:ext cx="5555894" cy="1152144"/>
          </a:xfrm>
          <a:prstGeom prst="rect">
            <a:avLst/>
          </a:prstGeom>
          <a:noFill/>
          <a:ln/>
        </p:spPr>
        <p:txBody>
          <a:bodyPr wrap="square" rtlCol="0" anchor="ctr"/>
          <a:lstStyle/>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Understands outage semantics: type, scope, affected sectors, time window</a:t>
            </a:r>
            <a:endParaRPr lang="en-US" sz="1330" dirty="0"/>
          </a:p>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Decomposes overall goal into 3 targeted sub-questions (one per data agent)</a:t>
            </a:r>
            <a:endParaRPr lang="en-US" sz="1330" dirty="0"/>
          </a:p>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Assigns recommended tools per agent from the Tool Catalog</a:t>
            </a:r>
            <a:endParaRPr lang="en-US" sz="1330" dirty="0"/>
          </a:p>
        </p:txBody>
      </p:sp>
      <p:sp>
        <p:nvSpPr>
          <p:cNvPr id="20" name="Shape 18"/>
          <p:cNvSpPr/>
          <p:nvPr/>
        </p:nvSpPr>
        <p:spPr>
          <a:xfrm>
            <a:off x="6400800" y="1589684"/>
            <a:ext cx="6170371" cy="2406701"/>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21" name="Shape 19"/>
          <p:cNvSpPr/>
          <p:nvPr/>
        </p:nvSpPr>
        <p:spPr>
          <a:xfrm>
            <a:off x="6400800" y="1589684"/>
            <a:ext cx="6170371" cy="486461"/>
          </a:xfrm>
          <a:prstGeom prst="rect">
            <a:avLst/>
          </a:prstGeom>
          <a:solidFill>
            <a:srgbClr val="6B3FA0"/>
          </a:solidFill>
          <a:ln/>
        </p:spPr>
        <p:txBody>
          <a:bodyPr/>
          <a:lstStyle/>
          <a:p>
            <a:endParaRPr lang="en-US" sz="2519"/>
          </a:p>
        </p:txBody>
      </p:sp>
      <p:sp>
        <p:nvSpPr>
          <p:cNvPr id="22" name="Text 20"/>
          <p:cNvSpPr/>
          <p:nvPr/>
        </p:nvSpPr>
        <p:spPr>
          <a:xfrm>
            <a:off x="6580023" y="1653692"/>
            <a:ext cx="5811926"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OUTPUT  —  Per-agent assigned task</a:t>
            </a:r>
            <a:endParaRPr lang="en-US" sz="1680" dirty="0"/>
          </a:p>
        </p:txBody>
      </p:sp>
      <p:sp>
        <p:nvSpPr>
          <p:cNvPr id="23" name="Text 21"/>
          <p:cNvSpPr/>
          <p:nvPr/>
        </p:nvSpPr>
        <p:spPr>
          <a:xfrm>
            <a:off x="6580023" y="2127352"/>
            <a:ext cx="5811926" cy="307238"/>
          </a:xfrm>
          <a:prstGeom prst="rect">
            <a:avLst/>
          </a:prstGeom>
          <a:noFill/>
          <a:ln/>
        </p:spPr>
        <p:txBody>
          <a:bodyPr wrap="square" lIns="0" tIns="0" rIns="0" bIns="0" rtlCol="0" anchor="ctr"/>
          <a:lstStyle/>
          <a:p>
            <a:r>
              <a:rPr lang="en-US" sz="1330" i="1" dirty="0">
                <a:solidFill>
                  <a:srgbClr val="6B3FA0"/>
                </a:solidFill>
                <a:latin typeface="Calibri" pitchFamily="34" charset="0"/>
                <a:ea typeface="Calibri" pitchFamily="34" charset="-122"/>
                <a:cs typeface="Calibri" pitchFamily="34" charset="-120"/>
              </a:rPr>
              <a:t>For each agent, Planner produces:</a:t>
            </a:r>
            <a:endParaRPr lang="en-US" sz="1330" dirty="0"/>
          </a:p>
        </p:txBody>
      </p:sp>
      <p:sp>
        <p:nvSpPr>
          <p:cNvPr id="24" name="Text 22"/>
          <p:cNvSpPr/>
          <p:nvPr/>
        </p:nvSpPr>
        <p:spPr>
          <a:xfrm>
            <a:off x="6580023" y="2460193"/>
            <a:ext cx="5811926" cy="460858"/>
          </a:xfrm>
          <a:prstGeom prst="rect">
            <a:avLst/>
          </a:prstGeom>
          <a:noFill/>
          <a:ln/>
        </p:spPr>
        <p:txBody>
          <a:bodyPr wrap="square" lIns="0" tIns="0" rIns="0" bIns="0" rtlCol="0" anchor="ctr"/>
          <a:lstStyle/>
          <a:p>
            <a:r>
              <a:rPr lang="en-US" sz="1330" b="1" dirty="0">
                <a:solidFill>
                  <a:srgbClr val="6B3FA0"/>
                </a:solidFill>
                <a:latin typeface="Calibri" pitchFamily="34" charset="0"/>
                <a:ea typeface="Calibri" pitchFamily="34" charset="-122"/>
                <a:cs typeface="Calibri" pitchFamily="34" charset="-120"/>
              </a:rPr>
              <a:t>Task (question for data agent):  </a:t>
            </a:r>
            <a:r>
              <a:rPr lang="en-US" sz="1330" dirty="0">
                <a:solidFill>
                  <a:srgbClr val="1A1A2E"/>
                </a:solidFill>
                <a:latin typeface="Calibri" pitchFamily="34" charset="0"/>
                <a:ea typeface="Calibri" pitchFamily="34" charset="-122"/>
                <a:cs typeface="Calibri" pitchFamily="34" charset="-120"/>
              </a:rPr>
              <a:t>Specific to usid, data type, </a:t>
            </a:r>
            <a:r>
              <a:rPr lang="en-US" sz="1330" dirty="0" err="1">
                <a:solidFill>
                  <a:srgbClr val="1A1A2E"/>
                </a:solidFill>
                <a:latin typeface="Calibri" pitchFamily="34" charset="0"/>
                <a:ea typeface="Calibri" pitchFamily="34" charset="-122"/>
                <a:cs typeface="Calibri" pitchFamily="34" charset="-120"/>
              </a:rPr>
              <a:t>outage_type</a:t>
            </a:r>
            <a:r>
              <a:rPr lang="en-US" sz="1330" dirty="0">
                <a:solidFill>
                  <a:srgbClr val="1A1A2E"/>
                </a:solidFill>
                <a:latin typeface="Calibri" pitchFamily="34" charset="0"/>
                <a:ea typeface="Calibri" pitchFamily="34" charset="-122"/>
                <a:cs typeface="Calibri" pitchFamily="34" charset="-120"/>
              </a:rPr>
              <a:t>, time window, sectors</a:t>
            </a:r>
            <a:endParaRPr lang="en-US" sz="1330" dirty="0"/>
          </a:p>
        </p:txBody>
      </p:sp>
      <p:sp>
        <p:nvSpPr>
          <p:cNvPr id="25" name="Shape 23"/>
          <p:cNvSpPr/>
          <p:nvPr/>
        </p:nvSpPr>
        <p:spPr>
          <a:xfrm>
            <a:off x="6580023" y="2921051"/>
            <a:ext cx="5811926" cy="0"/>
          </a:xfrm>
          <a:prstGeom prst="line">
            <a:avLst/>
          </a:prstGeom>
          <a:noFill/>
          <a:ln w="3810">
            <a:solidFill>
              <a:srgbClr val="DDDDDD"/>
            </a:solidFill>
            <a:prstDash val="solid"/>
          </a:ln>
        </p:spPr>
        <p:txBody>
          <a:bodyPr/>
          <a:lstStyle/>
          <a:p>
            <a:endParaRPr lang="en-US" sz="2519"/>
          </a:p>
        </p:txBody>
      </p:sp>
      <p:sp>
        <p:nvSpPr>
          <p:cNvPr id="26" name="Text 24"/>
          <p:cNvSpPr/>
          <p:nvPr/>
        </p:nvSpPr>
        <p:spPr>
          <a:xfrm>
            <a:off x="6580023" y="2997860"/>
            <a:ext cx="5811926" cy="460858"/>
          </a:xfrm>
          <a:prstGeom prst="rect">
            <a:avLst/>
          </a:prstGeom>
          <a:noFill/>
          <a:ln/>
        </p:spPr>
        <p:txBody>
          <a:bodyPr wrap="square" lIns="0" tIns="0" rIns="0" bIns="0" rtlCol="0" anchor="ctr"/>
          <a:lstStyle/>
          <a:p>
            <a:r>
              <a:rPr lang="en-US" sz="1330" b="1" dirty="0">
                <a:solidFill>
                  <a:srgbClr val="6B3FA0"/>
                </a:solidFill>
                <a:latin typeface="Calibri" pitchFamily="34" charset="0"/>
                <a:ea typeface="Calibri" pitchFamily="34" charset="-122"/>
                <a:cs typeface="Calibri" pitchFamily="34" charset="-120"/>
              </a:rPr>
              <a:t>recommended_tools:  </a:t>
            </a:r>
            <a:r>
              <a:rPr lang="en-US" sz="1330" dirty="0">
                <a:solidFill>
                  <a:srgbClr val="1A1A2E"/>
                </a:solidFill>
                <a:latin typeface="Calibri" pitchFamily="34" charset="0"/>
                <a:ea typeface="Calibri" pitchFamily="34" charset="-122"/>
                <a:cs typeface="Calibri" pitchFamily="34" charset="-120"/>
              </a:rPr>
              <a:t>Suggested subset from Tool Catalog (not mandatory)</a:t>
            </a:r>
            <a:endParaRPr lang="en-US" sz="1330" dirty="0"/>
          </a:p>
        </p:txBody>
      </p:sp>
      <p:sp>
        <p:nvSpPr>
          <p:cNvPr id="27" name="Shape 25"/>
          <p:cNvSpPr/>
          <p:nvPr/>
        </p:nvSpPr>
        <p:spPr>
          <a:xfrm>
            <a:off x="6580023" y="3458718"/>
            <a:ext cx="5811926" cy="0"/>
          </a:xfrm>
          <a:prstGeom prst="line">
            <a:avLst/>
          </a:prstGeom>
          <a:noFill/>
          <a:ln w="3810">
            <a:solidFill>
              <a:srgbClr val="DDDDDD"/>
            </a:solidFill>
            <a:prstDash val="solid"/>
          </a:ln>
        </p:spPr>
        <p:txBody>
          <a:bodyPr/>
          <a:lstStyle/>
          <a:p>
            <a:endParaRPr lang="en-US" sz="2519"/>
          </a:p>
        </p:txBody>
      </p:sp>
      <p:sp>
        <p:nvSpPr>
          <p:cNvPr id="28" name="Text 26"/>
          <p:cNvSpPr/>
          <p:nvPr/>
        </p:nvSpPr>
        <p:spPr>
          <a:xfrm>
            <a:off x="6580023" y="3535527"/>
            <a:ext cx="5811926" cy="460858"/>
          </a:xfrm>
          <a:prstGeom prst="rect">
            <a:avLst/>
          </a:prstGeom>
          <a:noFill/>
          <a:ln/>
        </p:spPr>
        <p:txBody>
          <a:bodyPr wrap="square" lIns="0" tIns="0" rIns="0" bIns="0" rtlCol="0" anchor="ctr"/>
          <a:lstStyle/>
          <a:p>
            <a:r>
              <a:rPr lang="en-US" sz="1330" b="1" dirty="0">
                <a:solidFill>
                  <a:srgbClr val="6B3FA0"/>
                </a:solidFill>
                <a:latin typeface="Calibri" pitchFamily="34" charset="0"/>
                <a:ea typeface="Calibri" pitchFamily="34" charset="-122"/>
                <a:cs typeface="Calibri" pitchFamily="34" charset="-120"/>
              </a:rPr>
              <a:t>planner_reasoning:  </a:t>
            </a:r>
            <a:r>
              <a:rPr lang="en-US" sz="1330" dirty="0">
                <a:solidFill>
                  <a:srgbClr val="1A1A2E"/>
                </a:solidFill>
                <a:latin typeface="Calibri" pitchFamily="34" charset="0"/>
                <a:ea typeface="Calibri" pitchFamily="34" charset="-122"/>
                <a:cs typeface="Calibri" pitchFamily="34" charset="-120"/>
              </a:rPr>
              <a:t>2-3 sentences explaining the framing</a:t>
            </a:r>
            <a:endParaRPr lang="en-US" sz="133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921715"/>
          </a:xfrm>
          <a:prstGeom prst="rect">
            <a:avLst/>
          </a:prstGeom>
          <a:solidFill>
            <a:srgbClr val="1D6272"/>
          </a:solidFill>
          <a:ln/>
        </p:spPr>
        <p:txBody>
          <a:bodyPr/>
          <a:lstStyle/>
          <a:p>
            <a:endParaRPr lang="en-US" sz="2519"/>
          </a:p>
        </p:txBody>
      </p:sp>
      <p:sp>
        <p:nvSpPr>
          <p:cNvPr id="3" name="Text 1"/>
          <p:cNvSpPr/>
          <p:nvPr/>
        </p:nvSpPr>
        <p:spPr>
          <a:xfrm>
            <a:off x="384048" y="616763"/>
            <a:ext cx="12033504" cy="716890"/>
          </a:xfrm>
          <a:prstGeom prst="rect">
            <a:avLst/>
          </a:prstGeom>
          <a:noFill/>
          <a:ln/>
        </p:spPr>
        <p:txBody>
          <a:bodyPr wrap="square" lIns="0" tIns="0" rIns="0" bIns="0" rtlCol="0" anchor="ctr"/>
          <a:lstStyle/>
          <a:p>
            <a:r>
              <a:rPr lang="en-US" sz="3080" b="1" dirty="0">
                <a:solidFill>
                  <a:srgbClr val="FFFFFF"/>
                </a:solidFill>
                <a:latin typeface="Calibri" pitchFamily="34" charset="0"/>
                <a:ea typeface="Calibri" pitchFamily="34" charset="-122"/>
                <a:cs typeface="Calibri" pitchFamily="34" charset="-120"/>
              </a:rPr>
              <a:t>Planner Evaluator: LLM as a Judge</a:t>
            </a:r>
            <a:endParaRPr lang="en-US" sz="3080" dirty="0"/>
          </a:p>
        </p:txBody>
      </p:sp>
      <p:sp>
        <p:nvSpPr>
          <p:cNvPr id="4" name="Shape 2"/>
          <p:cNvSpPr/>
          <p:nvPr/>
        </p:nvSpPr>
        <p:spPr>
          <a:xfrm>
            <a:off x="230429" y="1589684"/>
            <a:ext cx="11623853" cy="4992624"/>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5" name="Shape 3"/>
          <p:cNvSpPr/>
          <p:nvPr/>
        </p:nvSpPr>
        <p:spPr>
          <a:xfrm>
            <a:off x="230429" y="1589684"/>
            <a:ext cx="11623853" cy="486461"/>
          </a:xfrm>
          <a:prstGeom prst="rect">
            <a:avLst/>
          </a:prstGeom>
          <a:solidFill>
            <a:srgbClr val="2B5B9E"/>
          </a:solidFill>
          <a:ln/>
        </p:spPr>
        <p:txBody>
          <a:bodyPr/>
          <a:lstStyle/>
          <a:p>
            <a:endParaRPr lang="en-US" sz="2519"/>
          </a:p>
        </p:txBody>
      </p:sp>
      <p:sp>
        <p:nvSpPr>
          <p:cNvPr id="6" name="Text 4"/>
          <p:cNvSpPr/>
          <p:nvPr/>
        </p:nvSpPr>
        <p:spPr>
          <a:xfrm>
            <a:off x="409651" y="1653692"/>
            <a:ext cx="6938467"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4 Evaluation Dimensions</a:t>
            </a:r>
            <a:endParaRPr lang="en-US" sz="1680" dirty="0"/>
          </a:p>
        </p:txBody>
      </p:sp>
      <p:sp>
        <p:nvSpPr>
          <p:cNvPr id="7" name="Text 5"/>
          <p:cNvSpPr/>
          <p:nvPr/>
        </p:nvSpPr>
        <p:spPr>
          <a:xfrm>
            <a:off x="409651" y="2127352"/>
            <a:ext cx="6938467" cy="358445"/>
          </a:xfrm>
          <a:prstGeom prst="rect">
            <a:avLst/>
          </a:prstGeom>
          <a:noFill/>
          <a:ln/>
        </p:spPr>
        <p:txBody>
          <a:bodyPr wrap="square" lIns="0" tIns="0" rIns="0" bIns="0" rtlCol="0" anchor="ctr"/>
          <a:lstStyle/>
          <a:p>
            <a:r>
              <a:rPr lang="en-US" sz="1400" i="1" dirty="0">
                <a:solidFill>
                  <a:srgbClr val="2B5B9E"/>
                </a:solidFill>
                <a:latin typeface="Calibri" pitchFamily="34" charset="0"/>
                <a:ea typeface="Calibri" pitchFamily="34" charset="-122"/>
                <a:cs typeface="Calibri" pitchFamily="34" charset="-120"/>
              </a:rPr>
              <a:t>Is the task decomposition high-quality and appropriately tooled?</a:t>
            </a:r>
            <a:endParaRPr lang="en-US" sz="1400" dirty="0"/>
          </a:p>
        </p:txBody>
      </p:sp>
      <p:sp>
        <p:nvSpPr>
          <p:cNvPr id="8" name="Shape 6"/>
          <p:cNvSpPr/>
          <p:nvPr/>
        </p:nvSpPr>
        <p:spPr>
          <a:xfrm>
            <a:off x="230429" y="2537003"/>
            <a:ext cx="11623853" cy="742493"/>
          </a:xfrm>
          <a:prstGeom prst="rect">
            <a:avLst/>
          </a:prstGeom>
          <a:solidFill>
            <a:srgbClr val="EBF2FA"/>
          </a:solidFill>
          <a:ln w="3810">
            <a:solidFill>
              <a:srgbClr val="D0DDE8"/>
            </a:solidFill>
            <a:prstDash val="solid"/>
          </a:ln>
        </p:spPr>
        <p:txBody>
          <a:bodyPr/>
          <a:lstStyle/>
          <a:p>
            <a:endParaRPr lang="en-US" sz="2519"/>
          </a:p>
        </p:txBody>
      </p:sp>
      <p:sp>
        <p:nvSpPr>
          <p:cNvPr id="9" name="Shape 7"/>
          <p:cNvSpPr/>
          <p:nvPr/>
        </p:nvSpPr>
        <p:spPr>
          <a:xfrm>
            <a:off x="230429" y="2537003"/>
            <a:ext cx="76810" cy="742493"/>
          </a:xfrm>
          <a:prstGeom prst="rect">
            <a:avLst/>
          </a:prstGeom>
          <a:solidFill>
            <a:srgbClr val="1B7A72"/>
          </a:solidFill>
          <a:ln/>
        </p:spPr>
        <p:txBody>
          <a:bodyPr/>
          <a:lstStyle/>
          <a:p>
            <a:endParaRPr lang="en-US" sz="2519"/>
          </a:p>
        </p:txBody>
      </p:sp>
      <p:sp>
        <p:nvSpPr>
          <p:cNvPr id="10" name="Shape 8"/>
          <p:cNvSpPr/>
          <p:nvPr/>
        </p:nvSpPr>
        <p:spPr>
          <a:xfrm>
            <a:off x="384048" y="2665019"/>
            <a:ext cx="460858" cy="460858"/>
          </a:xfrm>
          <a:prstGeom prst="ellipse">
            <a:avLst/>
          </a:prstGeom>
          <a:solidFill>
            <a:srgbClr val="1B7A72"/>
          </a:solidFill>
          <a:ln/>
        </p:spPr>
        <p:txBody>
          <a:bodyPr/>
          <a:lstStyle/>
          <a:p>
            <a:endParaRPr lang="en-US" sz="2519"/>
          </a:p>
        </p:txBody>
      </p:sp>
      <p:sp>
        <p:nvSpPr>
          <p:cNvPr id="11" name="Text 9"/>
          <p:cNvSpPr/>
          <p:nvPr/>
        </p:nvSpPr>
        <p:spPr>
          <a:xfrm>
            <a:off x="384048" y="2665019"/>
            <a:ext cx="460858" cy="460858"/>
          </a:xfrm>
          <a:prstGeom prst="rect">
            <a:avLst/>
          </a:prstGeom>
          <a:noFill/>
          <a:ln/>
        </p:spPr>
        <p:txBody>
          <a:bodyPr wrap="square" lIns="0" tIns="0" rIns="0" bIns="0" rtlCol="0" anchor="ctr"/>
          <a:lstStyle/>
          <a:p>
            <a:pPr algn="ctr"/>
            <a:r>
              <a:rPr lang="en-US" sz="1540" b="1" dirty="0">
                <a:solidFill>
                  <a:srgbClr val="FFFFFF"/>
                </a:solidFill>
                <a:latin typeface="Calibri" pitchFamily="34" charset="0"/>
                <a:ea typeface="Calibri" pitchFamily="34" charset="-122"/>
                <a:cs typeface="Calibri" pitchFamily="34" charset="-120"/>
              </a:rPr>
              <a:t>1</a:t>
            </a:r>
            <a:endParaRPr lang="en-US" sz="1540" dirty="0"/>
          </a:p>
        </p:txBody>
      </p:sp>
      <p:sp>
        <p:nvSpPr>
          <p:cNvPr id="12" name="Text 10"/>
          <p:cNvSpPr/>
          <p:nvPr/>
        </p:nvSpPr>
        <p:spPr>
          <a:xfrm>
            <a:off x="947318" y="2613813"/>
            <a:ext cx="5760720" cy="281635"/>
          </a:xfrm>
          <a:prstGeom prst="rect">
            <a:avLst/>
          </a:prstGeom>
          <a:noFill/>
          <a:ln/>
        </p:spPr>
        <p:txBody>
          <a:bodyPr wrap="square" lIns="0" tIns="0" rIns="0" bIns="0" rtlCol="0" anchor="ctr"/>
          <a:lstStyle/>
          <a:p>
            <a:r>
              <a:rPr lang="en-US" sz="1400" b="1" dirty="0">
                <a:solidFill>
                  <a:srgbClr val="1B7A72"/>
                </a:solidFill>
                <a:latin typeface="Calibri" pitchFamily="34" charset="0"/>
                <a:ea typeface="Calibri" pitchFamily="34" charset="-122"/>
                <a:cs typeface="Calibri" pitchFamily="34" charset="-120"/>
              </a:rPr>
              <a:t>Goal Alignment</a:t>
            </a:r>
            <a:endParaRPr lang="en-US" sz="1400" dirty="0"/>
          </a:p>
        </p:txBody>
      </p:sp>
      <p:sp>
        <p:nvSpPr>
          <p:cNvPr id="13" name="Text 11"/>
          <p:cNvSpPr/>
          <p:nvPr/>
        </p:nvSpPr>
        <p:spPr>
          <a:xfrm>
            <a:off x="947318" y="2895448"/>
            <a:ext cx="5760720" cy="307238"/>
          </a:xfrm>
          <a:prstGeom prst="rect">
            <a:avLst/>
          </a:prstGeom>
          <a:noFill/>
          <a:ln/>
        </p:spPr>
        <p:txBody>
          <a:bodyPr wrap="square" lIns="0" tIns="0" rIns="0" bIns="0" rtlCol="0" anchor="ctr"/>
          <a:lstStyle/>
          <a:p>
            <a:r>
              <a:rPr lang="en-US" sz="1190" dirty="0">
                <a:solidFill>
                  <a:srgbClr val="555555"/>
                </a:solidFill>
                <a:latin typeface="Calibri" pitchFamily="34" charset="0"/>
                <a:ea typeface="Calibri" pitchFamily="34" charset="-122"/>
                <a:cs typeface="Calibri" pitchFamily="34" charset="-120"/>
              </a:rPr>
              <a:t>Sub-questions collectively address the outage assessment goal</a:t>
            </a:r>
            <a:endParaRPr lang="en-US" sz="1190" dirty="0"/>
          </a:p>
        </p:txBody>
      </p:sp>
      <p:sp>
        <p:nvSpPr>
          <p:cNvPr id="14" name="Text 12"/>
          <p:cNvSpPr/>
          <p:nvPr/>
        </p:nvSpPr>
        <p:spPr>
          <a:xfrm>
            <a:off x="10476916" y="2667406"/>
            <a:ext cx="921715" cy="281635"/>
          </a:xfrm>
          <a:prstGeom prst="rect">
            <a:avLst/>
          </a:prstGeom>
          <a:noFill/>
          <a:ln/>
        </p:spPr>
        <p:txBody>
          <a:bodyPr wrap="square" lIns="0" tIns="0" rIns="0" bIns="0" rtlCol="0" anchor="ctr"/>
          <a:lstStyle/>
          <a:p>
            <a:pPr algn="r"/>
            <a:r>
              <a:rPr lang="en-US" sz="1260" b="1" dirty="0">
                <a:solidFill>
                  <a:srgbClr val="1E7A4A"/>
                </a:solidFill>
                <a:latin typeface="Calibri" pitchFamily="34" charset="0"/>
                <a:ea typeface="Calibri" pitchFamily="34" charset="-122"/>
                <a:cs typeface="Calibri" pitchFamily="34" charset="-120"/>
              </a:rPr>
              <a:t>≥ 0.</a:t>
            </a:r>
            <a:r>
              <a:rPr lang="en-US" altLang="zh-CN" sz="1260" b="1" dirty="0">
                <a:solidFill>
                  <a:srgbClr val="1E7A4A"/>
                </a:solidFill>
                <a:latin typeface="Calibri" pitchFamily="34" charset="0"/>
                <a:ea typeface="Calibri" pitchFamily="34" charset="-122"/>
                <a:cs typeface="Calibri" pitchFamily="34" charset="-120"/>
              </a:rPr>
              <a:t>8</a:t>
            </a:r>
            <a:endParaRPr lang="en-US" sz="1260" dirty="0"/>
          </a:p>
        </p:txBody>
      </p:sp>
      <p:sp>
        <p:nvSpPr>
          <p:cNvPr id="15" name="Shape 13"/>
          <p:cNvSpPr/>
          <p:nvPr/>
        </p:nvSpPr>
        <p:spPr>
          <a:xfrm>
            <a:off x="230429" y="3535528"/>
            <a:ext cx="11623853" cy="742493"/>
          </a:xfrm>
          <a:prstGeom prst="rect">
            <a:avLst/>
          </a:prstGeom>
          <a:solidFill>
            <a:srgbClr val="EBF2FA"/>
          </a:solidFill>
          <a:ln w="3810">
            <a:solidFill>
              <a:srgbClr val="D0DDE8"/>
            </a:solidFill>
            <a:prstDash val="solid"/>
          </a:ln>
        </p:spPr>
        <p:txBody>
          <a:bodyPr/>
          <a:lstStyle/>
          <a:p>
            <a:endParaRPr lang="en-US" sz="2519"/>
          </a:p>
        </p:txBody>
      </p:sp>
      <p:sp>
        <p:nvSpPr>
          <p:cNvPr id="16" name="Shape 14"/>
          <p:cNvSpPr/>
          <p:nvPr/>
        </p:nvSpPr>
        <p:spPr>
          <a:xfrm>
            <a:off x="230429" y="3535528"/>
            <a:ext cx="76810" cy="742493"/>
          </a:xfrm>
          <a:prstGeom prst="rect">
            <a:avLst/>
          </a:prstGeom>
          <a:solidFill>
            <a:srgbClr val="2B5B9E"/>
          </a:solidFill>
          <a:ln/>
        </p:spPr>
        <p:txBody>
          <a:bodyPr/>
          <a:lstStyle/>
          <a:p>
            <a:endParaRPr lang="en-US" sz="2519"/>
          </a:p>
        </p:txBody>
      </p:sp>
      <p:sp>
        <p:nvSpPr>
          <p:cNvPr id="17" name="Shape 15"/>
          <p:cNvSpPr/>
          <p:nvPr/>
        </p:nvSpPr>
        <p:spPr>
          <a:xfrm>
            <a:off x="384048" y="3663543"/>
            <a:ext cx="460858" cy="460858"/>
          </a:xfrm>
          <a:prstGeom prst="ellipse">
            <a:avLst/>
          </a:prstGeom>
          <a:solidFill>
            <a:srgbClr val="2B5B9E"/>
          </a:solidFill>
          <a:ln/>
        </p:spPr>
        <p:txBody>
          <a:bodyPr/>
          <a:lstStyle/>
          <a:p>
            <a:endParaRPr lang="en-US" sz="2519"/>
          </a:p>
        </p:txBody>
      </p:sp>
      <p:sp>
        <p:nvSpPr>
          <p:cNvPr id="18" name="Text 16"/>
          <p:cNvSpPr/>
          <p:nvPr/>
        </p:nvSpPr>
        <p:spPr>
          <a:xfrm>
            <a:off x="384048" y="3663543"/>
            <a:ext cx="460858" cy="460858"/>
          </a:xfrm>
          <a:prstGeom prst="rect">
            <a:avLst/>
          </a:prstGeom>
          <a:noFill/>
          <a:ln/>
        </p:spPr>
        <p:txBody>
          <a:bodyPr wrap="square" lIns="0" tIns="0" rIns="0" bIns="0" rtlCol="0" anchor="ctr"/>
          <a:lstStyle/>
          <a:p>
            <a:pPr algn="ctr"/>
            <a:r>
              <a:rPr lang="en-US" sz="1540" b="1" dirty="0">
                <a:solidFill>
                  <a:srgbClr val="FFFFFF"/>
                </a:solidFill>
                <a:latin typeface="Calibri" pitchFamily="34" charset="0"/>
                <a:ea typeface="Calibri" pitchFamily="34" charset="-122"/>
                <a:cs typeface="Calibri" pitchFamily="34" charset="-120"/>
              </a:rPr>
              <a:t>2</a:t>
            </a:r>
            <a:endParaRPr lang="en-US" sz="1540" dirty="0"/>
          </a:p>
        </p:txBody>
      </p:sp>
      <p:sp>
        <p:nvSpPr>
          <p:cNvPr id="19" name="Text 17"/>
          <p:cNvSpPr/>
          <p:nvPr/>
        </p:nvSpPr>
        <p:spPr>
          <a:xfrm>
            <a:off x="947318" y="3612337"/>
            <a:ext cx="5760720" cy="281635"/>
          </a:xfrm>
          <a:prstGeom prst="rect">
            <a:avLst/>
          </a:prstGeom>
          <a:noFill/>
          <a:ln/>
        </p:spPr>
        <p:txBody>
          <a:bodyPr wrap="square" lIns="0" tIns="0" rIns="0" bIns="0" rtlCol="0" anchor="ctr"/>
          <a:lstStyle/>
          <a:p>
            <a:r>
              <a:rPr lang="en-US" sz="1400" b="1" dirty="0">
                <a:solidFill>
                  <a:srgbClr val="2B5B9E"/>
                </a:solidFill>
                <a:latin typeface="Calibri" pitchFamily="34" charset="0"/>
                <a:ea typeface="Calibri" pitchFamily="34" charset="-122"/>
                <a:cs typeface="Calibri" pitchFamily="34" charset="-120"/>
              </a:rPr>
              <a:t>Completeness</a:t>
            </a:r>
            <a:endParaRPr lang="en-US" sz="1400" dirty="0"/>
          </a:p>
        </p:txBody>
      </p:sp>
      <p:sp>
        <p:nvSpPr>
          <p:cNvPr id="20" name="Text 18"/>
          <p:cNvSpPr/>
          <p:nvPr/>
        </p:nvSpPr>
        <p:spPr>
          <a:xfrm>
            <a:off x="947318" y="3893973"/>
            <a:ext cx="5760720" cy="307238"/>
          </a:xfrm>
          <a:prstGeom prst="rect">
            <a:avLst/>
          </a:prstGeom>
          <a:noFill/>
          <a:ln/>
        </p:spPr>
        <p:txBody>
          <a:bodyPr wrap="square" lIns="0" tIns="0" rIns="0" bIns="0" rtlCol="0" anchor="ctr"/>
          <a:lstStyle/>
          <a:p>
            <a:r>
              <a:rPr lang="en-US" sz="1190" dirty="0">
                <a:solidFill>
                  <a:srgbClr val="555555"/>
                </a:solidFill>
                <a:latin typeface="Calibri" pitchFamily="34" charset="0"/>
                <a:ea typeface="Calibri" pitchFamily="34" charset="-122"/>
                <a:cs typeface="Calibri" pitchFamily="34" charset="-120"/>
              </a:rPr>
              <a:t>Sub-questions cover all key impact dimensions (coverage, traffic, config)</a:t>
            </a:r>
            <a:endParaRPr lang="en-US" sz="1190" dirty="0"/>
          </a:p>
        </p:txBody>
      </p:sp>
      <p:sp>
        <p:nvSpPr>
          <p:cNvPr id="21" name="Text 19"/>
          <p:cNvSpPr/>
          <p:nvPr/>
        </p:nvSpPr>
        <p:spPr>
          <a:xfrm>
            <a:off x="10476916" y="3665931"/>
            <a:ext cx="921715" cy="281635"/>
          </a:xfrm>
          <a:prstGeom prst="rect">
            <a:avLst/>
          </a:prstGeom>
          <a:noFill/>
          <a:ln/>
        </p:spPr>
        <p:txBody>
          <a:bodyPr wrap="square" lIns="0" tIns="0" rIns="0" bIns="0" rtlCol="0" anchor="ctr"/>
          <a:lstStyle/>
          <a:p>
            <a:pPr algn="r"/>
            <a:r>
              <a:rPr lang="en-US" sz="1260" b="1" dirty="0">
                <a:solidFill>
                  <a:srgbClr val="1E7A4A"/>
                </a:solidFill>
                <a:latin typeface="Calibri" pitchFamily="34" charset="0"/>
                <a:ea typeface="Calibri" pitchFamily="34" charset="-122"/>
                <a:cs typeface="Calibri" pitchFamily="34" charset="-120"/>
              </a:rPr>
              <a:t>≥ 0.</a:t>
            </a:r>
            <a:r>
              <a:rPr lang="en-US" altLang="zh-CN" sz="1260" b="1" dirty="0">
                <a:solidFill>
                  <a:srgbClr val="1E7A4A"/>
                </a:solidFill>
                <a:latin typeface="Calibri" pitchFamily="34" charset="0"/>
                <a:ea typeface="Calibri" pitchFamily="34" charset="-122"/>
                <a:cs typeface="Calibri" pitchFamily="34" charset="-120"/>
              </a:rPr>
              <a:t>8</a:t>
            </a:r>
            <a:endParaRPr lang="en-US" sz="1260" dirty="0"/>
          </a:p>
        </p:txBody>
      </p:sp>
      <p:sp>
        <p:nvSpPr>
          <p:cNvPr id="22" name="Shape 20"/>
          <p:cNvSpPr/>
          <p:nvPr/>
        </p:nvSpPr>
        <p:spPr>
          <a:xfrm>
            <a:off x="230429" y="4534052"/>
            <a:ext cx="11623853" cy="742493"/>
          </a:xfrm>
          <a:prstGeom prst="rect">
            <a:avLst/>
          </a:prstGeom>
          <a:solidFill>
            <a:srgbClr val="EBF2FA"/>
          </a:solidFill>
          <a:ln w="3810">
            <a:solidFill>
              <a:srgbClr val="D0DDE8"/>
            </a:solidFill>
            <a:prstDash val="solid"/>
          </a:ln>
        </p:spPr>
        <p:txBody>
          <a:bodyPr/>
          <a:lstStyle/>
          <a:p>
            <a:endParaRPr lang="en-US" sz="2519"/>
          </a:p>
        </p:txBody>
      </p:sp>
      <p:sp>
        <p:nvSpPr>
          <p:cNvPr id="23" name="Shape 21"/>
          <p:cNvSpPr/>
          <p:nvPr/>
        </p:nvSpPr>
        <p:spPr>
          <a:xfrm>
            <a:off x="230429" y="4534052"/>
            <a:ext cx="76810" cy="742493"/>
          </a:xfrm>
          <a:prstGeom prst="rect">
            <a:avLst/>
          </a:prstGeom>
          <a:solidFill>
            <a:srgbClr val="6B3FA0"/>
          </a:solidFill>
          <a:ln/>
        </p:spPr>
        <p:txBody>
          <a:bodyPr/>
          <a:lstStyle/>
          <a:p>
            <a:endParaRPr lang="en-US" sz="2519"/>
          </a:p>
        </p:txBody>
      </p:sp>
      <p:sp>
        <p:nvSpPr>
          <p:cNvPr id="24" name="Shape 22"/>
          <p:cNvSpPr/>
          <p:nvPr/>
        </p:nvSpPr>
        <p:spPr>
          <a:xfrm>
            <a:off x="384048" y="4662068"/>
            <a:ext cx="460858" cy="460858"/>
          </a:xfrm>
          <a:prstGeom prst="ellipse">
            <a:avLst/>
          </a:prstGeom>
          <a:solidFill>
            <a:srgbClr val="6B3FA0"/>
          </a:solidFill>
          <a:ln/>
        </p:spPr>
        <p:txBody>
          <a:bodyPr/>
          <a:lstStyle/>
          <a:p>
            <a:endParaRPr lang="en-US" sz="2519"/>
          </a:p>
        </p:txBody>
      </p:sp>
      <p:sp>
        <p:nvSpPr>
          <p:cNvPr id="25" name="Text 23"/>
          <p:cNvSpPr/>
          <p:nvPr/>
        </p:nvSpPr>
        <p:spPr>
          <a:xfrm>
            <a:off x="384048" y="4662068"/>
            <a:ext cx="460858" cy="460858"/>
          </a:xfrm>
          <a:prstGeom prst="rect">
            <a:avLst/>
          </a:prstGeom>
          <a:noFill/>
          <a:ln/>
        </p:spPr>
        <p:txBody>
          <a:bodyPr wrap="square" lIns="0" tIns="0" rIns="0" bIns="0" rtlCol="0" anchor="ctr"/>
          <a:lstStyle/>
          <a:p>
            <a:pPr algn="ctr"/>
            <a:r>
              <a:rPr lang="en-US" sz="1540" b="1" dirty="0">
                <a:solidFill>
                  <a:srgbClr val="FFFFFF"/>
                </a:solidFill>
                <a:latin typeface="Calibri" pitchFamily="34" charset="0"/>
                <a:ea typeface="Calibri" pitchFamily="34" charset="-122"/>
                <a:cs typeface="Calibri" pitchFamily="34" charset="-120"/>
              </a:rPr>
              <a:t>3</a:t>
            </a:r>
            <a:endParaRPr lang="en-US" sz="1540" dirty="0"/>
          </a:p>
        </p:txBody>
      </p:sp>
      <p:sp>
        <p:nvSpPr>
          <p:cNvPr id="26" name="Text 24"/>
          <p:cNvSpPr/>
          <p:nvPr/>
        </p:nvSpPr>
        <p:spPr>
          <a:xfrm>
            <a:off x="947318" y="4610862"/>
            <a:ext cx="5760720" cy="281635"/>
          </a:xfrm>
          <a:prstGeom prst="rect">
            <a:avLst/>
          </a:prstGeom>
          <a:noFill/>
          <a:ln/>
        </p:spPr>
        <p:txBody>
          <a:bodyPr wrap="square" lIns="0" tIns="0" rIns="0" bIns="0" rtlCol="0" anchor="ctr"/>
          <a:lstStyle/>
          <a:p>
            <a:r>
              <a:rPr lang="en-US" sz="1400" b="1" dirty="0">
                <a:solidFill>
                  <a:srgbClr val="6B3FA0"/>
                </a:solidFill>
                <a:latin typeface="Calibri" pitchFamily="34" charset="0"/>
                <a:ea typeface="Calibri" pitchFamily="34" charset="-122"/>
                <a:cs typeface="Calibri" pitchFamily="34" charset="-120"/>
              </a:rPr>
              <a:t>Specificity</a:t>
            </a:r>
            <a:endParaRPr lang="en-US" sz="1400" dirty="0"/>
          </a:p>
        </p:txBody>
      </p:sp>
      <p:sp>
        <p:nvSpPr>
          <p:cNvPr id="27" name="Text 25"/>
          <p:cNvSpPr/>
          <p:nvPr/>
        </p:nvSpPr>
        <p:spPr>
          <a:xfrm>
            <a:off x="947318" y="4892497"/>
            <a:ext cx="5760720" cy="307238"/>
          </a:xfrm>
          <a:prstGeom prst="rect">
            <a:avLst/>
          </a:prstGeom>
          <a:noFill/>
          <a:ln/>
        </p:spPr>
        <p:txBody>
          <a:bodyPr wrap="square" lIns="0" tIns="0" rIns="0" bIns="0" rtlCol="0" anchor="ctr"/>
          <a:lstStyle/>
          <a:p>
            <a:r>
              <a:rPr lang="en-US" sz="1190" dirty="0">
                <a:solidFill>
                  <a:srgbClr val="555555"/>
                </a:solidFill>
                <a:latin typeface="Calibri" pitchFamily="34" charset="0"/>
                <a:ea typeface="Calibri" pitchFamily="34" charset="-122"/>
                <a:cs typeface="Calibri" pitchFamily="34" charset="-120"/>
              </a:rPr>
              <a:t>Questions are specific to this ticket's usid / outage_type / time window</a:t>
            </a:r>
            <a:endParaRPr lang="en-US" sz="1190" dirty="0"/>
          </a:p>
        </p:txBody>
      </p:sp>
      <p:sp>
        <p:nvSpPr>
          <p:cNvPr id="28" name="Text 26"/>
          <p:cNvSpPr/>
          <p:nvPr/>
        </p:nvSpPr>
        <p:spPr>
          <a:xfrm>
            <a:off x="10476916" y="4664456"/>
            <a:ext cx="921715" cy="281635"/>
          </a:xfrm>
          <a:prstGeom prst="rect">
            <a:avLst/>
          </a:prstGeom>
          <a:noFill/>
          <a:ln/>
        </p:spPr>
        <p:txBody>
          <a:bodyPr wrap="square" lIns="0" tIns="0" rIns="0" bIns="0" rtlCol="0" anchor="ctr"/>
          <a:lstStyle/>
          <a:p>
            <a:pPr algn="r"/>
            <a:r>
              <a:rPr lang="en-US" sz="1260" b="1" dirty="0">
                <a:solidFill>
                  <a:srgbClr val="1E7A4A"/>
                </a:solidFill>
                <a:latin typeface="Calibri" pitchFamily="34" charset="0"/>
                <a:ea typeface="Calibri" pitchFamily="34" charset="-122"/>
                <a:cs typeface="Calibri" pitchFamily="34" charset="-120"/>
              </a:rPr>
              <a:t>≥ 0.</a:t>
            </a:r>
            <a:r>
              <a:rPr lang="en-US" altLang="zh-CN" sz="1260" b="1" dirty="0">
                <a:solidFill>
                  <a:srgbClr val="1E7A4A"/>
                </a:solidFill>
                <a:latin typeface="Calibri" pitchFamily="34" charset="0"/>
                <a:ea typeface="Calibri" pitchFamily="34" charset="-122"/>
                <a:cs typeface="Calibri" pitchFamily="34" charset="-120"/>
              </a:rPr>
              <a:t>8</a:t>
            </a:r>
            <a:endParaRPr lang="en-US" sz="1260" dirty="0"/>
          </a:p>
        </p:txBody>
      </p:sp>
      <p:sp>
        <p:nvSpPr>
          <p:cNvPr id="29" name="Shape 27"/>
          <p:cNvSpPr/>
          <p:nvPr/>
        </p:nvSpPr>
        <p:spPr>
          <a:xfrm>
            <a:off x="230429" y="5532577"/>
            <a:ext cx="11623853" cy="742493"/>
          </a:xfrm>
          <a:prstGeom prst="rect">
            <a:avLst/>
          </a:prstGeom>
          <a:solidFill>
            <a:srgbClr val="EBF2FA"/>
          </a:solidFill>
          <a:ln w="3810">
            <a:solidFill>
              <a:srgbClr val="D0DDE8"/>
            </a:solidFill>
            <a:prstDash val="solid"/>
          </a:ln>
        </p:spPr>
        <p:txBody>
          <a:bodyPr/>
          <a:lstStyle/>
          <a:p>
            <a:endParaRPr lang="en-US" sz="2519"/>
          </a:p>
        </p:txBody>
      </p:sp>
      <p:sp>
        <p:nvSpPr>
          <p:cNvPr id="30" name="Shape 28"/>
          <p:cNvSpPr/>
          <p:nvPr/>
        </p:nvSpPr>
        <p:spPr>
          <a:xfrm>
            <a:off x="230429" y="5532577"/>
            <a:ext cx="76810" cy="742493"/>
          </a:xfrm>
          <a:prstGeom prst="rect">
            <a:avLst/>
          </a:prstGeom>
          <a:solidFill>
            <a:srgbClr val="8B2E2E"/>
          </a:solidFill>
          <a:ln/>
        </p:spPr>
        <p:txBody>
          <a:bodyPr/>
          <a:lstStyle/>
          <a:p>
            <a:endParaRPr lang="en-US" sz="2519"/>
          </a:p>
        </p:txBody>
      </p:sp>
      <p:sp>
        <p:nvSpPr>
          <p:cNvPr id="31" name="Shape 29"/>
          <p:cNvSpPr/>
          <p:nvPr/>
        </p:nvSpPr>
        <p:spPr>
          <a:xfrm>
            <a:off x="384048" y="5660593"/>
            <a:ext cx="460858" cy="460858"/>
          </a:xfrm>
          <a:prstGeom prst="ellipse">
            <a:avLst/>
          </a:prstGeom>
          <a:solidFill>
            <a:srgbClr val="8B2E2E"/>
          </a:solidFill>
          <a:ln/>
        </p:spPr>
        <p:txBody>
          <a:bodyPr/>
          <a:lstStyle/>
          <a:p>
            <a:endParaRPr lang="en-US" sz="2519"/>
          </a:p>
        </p:txBody>
      </p:sp>
      <p:sp>
        <p:nvSpPr>
          <p:cNvPr id="32" name="Text 30"/>
          <p:cNvSpPr/>
          <p:nvPr/>
        </p:nvSpPr>
        <p:spPr>
          <a:xfrm>
            <a:off x="384048" y="5660593"/>
            <a:ext cx="460858" cy="460858"/>
          </a:xfrm>
          <a:prstGeom prst="rect">
            <a:avLst/>
          </a:prstGeom>
          <a:noFill/>
          <a:ln/>
        </p:spPr>
        <p:txBody>
          <a:bodyPr wrap="square" lIns="0" tIns="0" rIns="0" bIns="0" rtlCol="0" anchor="ctr"/>
          <a:lstStyle/>
          <a:p>
            <a:pPr algn="ctr"/>
            <a:r>
              <a:rPr lang="en-US" sz="1540" b="1" dirty="0">
                <a:solidFill>
                  <a:srgbClr val="FFFFFF"/>
                </a:solidFill>
                <a:latin typeface="Calibri" pitchFamily="34" charset="0"/>
                <a:ea typeface="Calibri" pitchFamily="34" charset="-122"/>
                <a:cs typeface="Calibri" pitchFamily="34" charset="-120"/>
              </a:rPr>
              <a:t>4</a:t>
            </a:r>
            <a:endParaRPr lang="en-US" sz="1540" dirty="0"/>
          </a:p>
        </p:txBody>
      </p:sp>
      <p:sp>
        <p:nvSpPr>
          <p:cNvPr id="33" name="Text 31"/>
          <p:cNvSpPr/>
          <p:nvPr/>
        </p:nvSpPr>
        <p:spPr>
          <a:xfrm>
            <a:off x="947318" y="5609387"/>
            <a:ext cx="5760720" cy="281635"/>
          </a:xfrm>
          <a:prstGeom prst="rect">
            <a:avLst/>
          </a:prstGeom>
          <a:noFill/>
          <a:ln/>
        </p:spPr>
        <p:txBody>
          <a:bodyPr wrap="square" lIns="0" tIns="0" rIns="0" bIns="0" rtlCol="0" anchor="ctr"/>
          <a:lstStyle/>
          <a:p>
            <a:r>
              <a:rPr lang="en-US" sz="1400" b="1" dirty="0">
                <a:solidFill>
                  <a:srgbClr val="8B2E2E"/>
                </a:solidFill>
                <a:latin typeface="Calibri" pitchFamily="34" charset="0"/>
                <a:ea typeface="Calibri" pitchFamily="34" charset="-122"/>
                <a:cs typeface="Calibri" pitchFamily="34" charset="-120"/>
              </a:rPr>
              <a:t>Tool Appropriateness</a:t>
            </a:r>
            <a:endParaRPr lang="en-US" sz="1400" dirty="0"/>
          </a:p>
        </p:txBody>
      </p:sp>
      <p:sp>
        <p:nvSpPr>
          <p:cNvPr id="34" name="Text 32"/>
          <p:cNvSpPr/>
          <p:nvPr/>
        </p:nvSpPr>
        <p:spPr>
          <a:xfrm>
            <a:off x="947318" y="5891022"/>
            <a:ext cx="5760720" cy="307238"/>
          </a:xfrm>
          <a:prstGeom prst="rect">
            <a:avLst/>
          </a:prstGeom>
          <a:noFill/>
          <a:ln/>
        </p:spPr>
        <p:txBody>
          <a:bodyPr wrap="square" lIns="0" tIns="0" rIns="0" bIns="0" rtlCol="0" anchor="ctr"/>
          <a:lstStyle/>
          <a:p>
            <a:r>
              <a:rPr lang="en-US" sz="1190" dirty="0">
                <a:solidFill>
                  <a:srgbClr val="555555"/>
                </a:solidFill>
                <a:latin typeface="Calibri" pitchFamily="34" charset="0"/>
                <a:ea typeface="Calibri" pitchFamily="34" charset="-122"/>
                <a:cs typeface="Calibri" pitchFamily="34" charset="-120"/>
              </a:rPr>
              <a:t>Recommended tools match each sub-question's analytical needs</a:t>
            </a:r>
            <a:endParaRPr lang="en-US" sz="1190" dirty="0"/>
          </a:p>
        </p:txBody>
      </p:sp>
      <p:sp>
        <p:nvSpPr>
          <p:cNvPr id="35" name="Text 33"/>
          <p:cNvSpPr/>
          <p:nvPr/>
        </p:nvSpPr>
        <p:spPr>
          <a:xfrm>
            <a:off x="10476916" y="5662980"/>
            <a:ext cx="921715" cy="281635"/>
          </a:xfrm>
          <a:prstGeom prst="rect">
            <a:avLst/>
          </a:prstGeom>
          <a:noFill/>
          <a:ln/>
        </p:spPr>
        <p:txBody>
          <a:bodyPr wrap="square" lIns="0" tIns="0" rIns="0" bIns="0" rtlCol="0" anchor="ctr"/>
          <a:lstStyle/>
          <a:p>
            <a:pPr algn="r"/>
            <a:r>
              <a:rPr lang="en-US" sz="1260" b="1" dirty="0">
                <a:solidFill>
                  <a:srgbClr val="AA2222"/>
                </a:solidFill>
                <a:latin typeface="Calibri" pitchFamily="34" charset="0"/>
                <a:ea typeface="Calibri" pitchFamily="34" charset="-122"/>
                <a:cs typeface="Calibri" pitchFamily="34" charset="-120"/>
              </a:rPr>
              <a:t> </a:t>
            </a:r>
            <a:r>
              <a:rPr lang="en-US" sz="1260" b="1" dirty="0">
                <a:solidFill>
                  <a:srgbClr val="1E7A4A"/>
                </a:solidFill>
                <a:latin typeface="Calibri" pitchFamily="34" charset="0"/>
                <a:ea typeface="Calibri" pitchFamily="34" charset="-122"/>
                <a:cs typeface="Calibri" pitchFamily="34" charset="-120"/>
              </a:rPr>
              <a:t>≥ 0.8</a:t>
            </a:r>
            <a:endParaRPr lang="en-US" sz="1260" dirty="0"/>
          </a:p>
        </p:txBody>
      </p:sp>
      <p:sp>
        <p:nvSpPr>
          <p:cNvPr id="49" name="Shape 47"/>
          <p:cNvSpPr/>
          <p:nvPr/>
        </p:nvSpPr>
        <p:spPr>
          <a:xfrm>
            <a:off x="230429" y="6761531"/>
            <a:ext cx="7296912" cy="435254"/>
          </a:xfrm>
          <a:prstGeom prst="rect">
            <a:avLst/>
          </a:prstGeom>
          <a:solidFill>
            <a:srgbClr val="FAEAEA"/>
          </a:solidFill>
          <a:ln w="10160">
            <a:solidFill>
              <a:srgbClr val="AA2222"/>
            </a:solidFill>
            <a:prstDash val="solid"/>
          </a:ln>
        </p:spPr>
        <p:txBody>
          <a:bodyPr/>
          <a:lstStyle/>
          <a:p>
            <a:endParaRPr lang="en-US" sz="2519"/>
          </a:p>
        </p:txBody>
      </p:sp>
      <p:sp>
        <p:nvSpPr>
          <p:cNvPr id="50" name="Text 48"/>
          <p:cNvSpPr/>
          <p:nvPr/>
        </p:nvSpPr>
        <p:spPr>
          <a:xfrm>
            <a:off x="409651" y="6825539"/>
            <a:ext cx="6938467" cy="307238"/>
          </a:xfrm>
          <a:prstGeom prst="rect">
            <a:avLst/>
          </a:prstGeom>
          <a:noFill/>
          <a:ln/>
        </p:spPr>
        <p:txBody>
          <a:bodyPr wrap="square" lIns="0" tIns="0" rIns="0" bIns="0" rtlCol="0" anchor="ctr"/>
          <a:lstStyle/>
          <a:p>
            <a:r>
              <a:rPr lang="en-US" sz="1260" dirty="0">
                <a:solidFill>
                  <a:srgbClr val="AA2222"/>
                </a:solidFill>
                <a:latin typeface="Calibri" pitchFamily="34" charset="0"/>
                <a:ea typeface="Calibri" pitchFamily="34" charset="-122"/>
                <a:cs typeface="Calibri" pitchFamily="34" charset="-120"/>
              </a:rPr>
              <a:t>→  If FAIL: Harness retries Planner once. Still failing → pipeline aborts and flags for manual review.</a:t>
            </a:r>
            <a:endParaRPr lang="en-US" sz="1260" dirty="0"/>
          </a:p>
        </p:txBody>
      </p:sp>
      <p:sp>
        <p:nvSpPr>
          <p:cNvPr id="53" name="Text 4">
            <a:extLst>
              <a:ext uri="{FF2B5EF4-FFF2-40B4-BE49-F238E27FC236}">
                <a16:creationId xmlns:a16="http://schemas.microsoft.com/office/drawing/2014/main" id="{1966B538-75AC-154A-0D6D-D1296DDA0D72}"/>
              </a:ext>
            </a:extLst>
          </p:cNvPr>
          <p:cNvSpPr/>
          <p:nvPr/>
        </p:nvSpPr>
        <p:spPr>
          <a:xfrm>
            <a:off x="6884224" y="1656947"/>
            <a:ext cx="6938467" cy="358445"/>
          </a:xfrm>
          <a:prstGeom prst="rect">
            <a:avLst/>
          </a:prstGeom>
          <a:noFill/>
          <a:ln/>
        </p:spPr>
        <p:txBody>
          <a:bodyPr wrap="square" lIns="0" tIns="0" rIns="0" bIns="0" rtlCol="0" anchor="ctr"/>
          <a:lstStyle/>
          <a:p>
            <a:r>
              <a:rPr lang="en-US" sz="1680" b="1" dirty="0">
                <a:solidFill>
                  <a:srgbClr val="FFFFFF"/>
                </a:solidFill>
                <a:latin typeface="Calibri" pitchFamily="34" charset="0"/>
                <a:cs typeface="Calibri" pitchFamily="34" charset="-120"/>
              </a:rPr>
              <a:t>Threshold</a:t>
            </a:r>
          </a:p>
          <a:p>
            <a:r>
              <a:rPr lang="en-US" sz="1680" b="1" dirty="0">
                <a:solidFill>
                  <a:srgbClr val="FFFFFF"/>
                </a:solidFill>
                <a:latin typeface="Calibri" pitchFamily="34" charset="0"/>
                <a:cs typeface="Calibri" pitchFamily="34" charset="-120"/>
              </a:rPr>
              <a:t> (can be tested by experiment or make to be adjustable)</a:t>
            </a:r>
            <a:endParaRPr lang="en-US" sz="16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921715"/>
          </a:xfrm>
          <a:prstGeom prst="rect">
            <a:avLst/>
          </a:prstGeom>
          <a:solidFill>
            <a:srgbClr val="1D6272"/>
          </a:solidFill>
          <a:ln/>
        </p:spPr>
        <p:txBody>
          <a:bodyPr/>
          <a:lstStyle/>
          <a:p>
            <a:endParaRPr lang="en-US" sz="2519"/>
          </a:p>
        </p:txBody>
      </p:sp>
      <p:sp>
        <p:nvSpPr>
          <p:cNvPr id="3" name="Text 1"/>
          <p:cNvSpPr/>
          <p:nvPr/>
        </p:nvSpPr>
        <p:spPr>
          <a:xfrm>
            <a:off x="384048" y="616763"/>
            <a:ext cx="12033504" cy="716890"/>
          </a:xfrm>
          <a:prstGeom prst="rect">
            <a:avLst/>
          </a:prstGeom>
          <a:noFill/>
          <a:ln/>
        </p:spPr>
        <p:txBody>
          <a:bodyPr wrap="square" lIns="0" tIns="0" rIns="0" bIns="0" rtlCol="0" anchor="ctr"/>
          <a:lstStyle/>
          <a:p>
            <a:r>
              <a:rPr lang="en-US" sz="3080" b="1" dirty="0">
                <a:solidFill>
                  <a:srgbClr val="FFFFFF"/>
                </a:solidFill>
                <a:latin typeface="Calibri" pitchFamily="34" charset="0"/>
                <a:ea typeface="Calibri" pitchFamily="34" charset="-122"/>
                <a:cs typeface="Calibri" pitchFamily="34" charset="-120"/>
              </a:rPr>
              <a:t>Data Agent: Execution Design</a:t>
            </a:r>
            <a:endParaRPr lang="en-US" sz="3080" dirty="0"/>
          </a:p>
        </p:txBody>
      </p:sp>
      <p:sp>
        <p:nvSpPr>
          <p:cNvPr id="4" name="Shape 2"/>
          <p:cNvSpPr/>
          <p:nvPr/>
        </p:nvSpPr>
        <p:spPr>
          <a:xfrm>
            <a:off x="230429" y="1589684"/>
            <a:ext cx="6016752" cy="896112"/>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5" name="Shape 3"/>
          <p:cNvSpPr/>
          <p:nvPr/>
        </p:nvSpPr>
        <p:spPr>
          <a:xfrm>
            <a:off x="230429" y="1589684"/>
            <a:ext cx="6016752" cy="486461"/>
          </a:xfrm>
          <a:prstGeom prst="rect">
            <a:avLst/>
          </a:prstGeom>
          <a:solidFill>
            <a:srgbClr val="1B7A72"/>
          </a:solidFill>
          <a:ln/>
        </p:spPr>
        <p:txBody>
          <a:bodyPr/>
          <a:lstStyle/>
          <a:p>
            <a:endParaRPr lang="en-US" sz="2519"/>
          </a:p>
        </p:txBody>
      </p:sp>
      <p:sp>
        <p:nvSpPr>
          <p:cNvPr id="6" name="Text 4"/>
          <p:cNvSpPr/>
          <p:nvPr/>
        </p:nvSpPr>
        <p:spPr>
          <a:xfrm>
            <a:off x="409651" y="1653692"/>
            <a:ext cx="5658307"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INPUT — dynamic context injected by Harness</a:t>
            </a:r>
            <a:endParaRPr lang="en-US" sz="1680" dirty="0"/>
          </a:p>
        </p:txBody>
      </p:sp>
      <p:sp>
        <p:nvSpPr>
          <p:cNvPr id="7" name="Text 5"/>
          <p:cNvSpPr/>
          <p:nvPr/>
        </p:nvSpPr>
        <p:spPr>
          <a:xfrm>
            <a:off x="256034" y="2088947"/>
            <a:ext cx="6067957" cy="358445"/>
          </a:xfrm>
          <a:prstGeom prst="rect">
            <a:avLst/>
          </a:prstGeom>
          <a:noFill/>
          <a:ln/>
        </p:spPr>
        <p:txBody>
          <a:bodyPr wrap="square" lIns="0" tIns="0" rIns="0" bIns="0" rtlCol="0" anchor="ctr"/>
          <a:lstStyle/>
          <a:p>
            <a:r>
              <a:rPr lang="en-US" sz="1190" dirty="0">
                <a:solidFill>
                  <a:srgbClr val="1A1A2E"/>
                </a:solidFill>
                <a:latin typeface="Calibri" pitchFamily="34" charset="0"/>
                <a:ea typeface="Calibri" pitchFamily="34" charset="-122"/>
                <a:cs typeface="Calibri" pitchFamily="34" charset="-120"/>
              </a:rPr>
              <a:t>assigned_question  ·  recommended_tools  ·  ticket_parsed  ·  </a:t>
            </a:r>
            <a:r>
              <a:rPr lang="en-US" sz="1190" dirty="0" err="1">
                <a:solidFill>
                  <a:srgbClr val="1A1A2E"/>
                </a:solidFill>
                <a:latin typeface="Calibri" pitchFamily="34" charset="0"/>
                <a:ea typeface="Calibri" pitchFamily="34" charset="-122"/>
                <a:cs typeface="Calibri" pitchFamily="34" charset="-120"/>
              </a:rPr>
              <a:t>skill.md</a:t>
            </a:r>
            <a:r>
              <a:rPr lang="en-US" sz="1190" dirty="0">
                <a:solidFill>
                  <a:srgbClr val="1A1A2E"/>
                </a:solidFill>
                <a:latin typeface="Calibri" pitchFamily="34" charset="0"/>
                <a:ea typeface="Calibri" pitchFamily="34" charset="-122"/>
                <a:cs typeface="Calibri" pitchFamily="34" charset="-120"/>
              </a:rPr>
              <a:t> ·  reference_document.pdf</a:t>
            </a:r>
            <a:endParaRPr lang="en-US" sz="1190" dirty="0"/>
          </a:p>
        </p:txBody>
      </p:sp>
      <p:sp>
        <p:nvSpPr>
          <p:cNvPr id="8" name="Shape 6"/>
          <p:cNvSpPr/>
          <p:nvPr/>
        </p:nvSpPr>
        <p:spPr>
          <a:xfrm>
            <a:off x="230429" y="3714750"/>
            <a:ext cx="6016752" cy="3226003"/>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9" name="Shape 7"/>
          <p:cNvSpPr/>
          <p:nvPr/>
        </p:nvSpPr>
        <p:spPr>
          <a:xfrm>
            <a:off x="230429" y="3714750"/>
            <a:ext cx="6016752" cy="486461"/>
          </a:xfrm>
          <a:prstGeom prst="rect">
            <a:avLst/>
          </a:prstGeom>
          <a:solidFill>
            <a:srgbClr val="1E1E2E"/>
          </a:solidFill>
          <a:ln/>
        </p:spPr>
        <p:txBody>
          <a:bodyPr/>
          <a:lstStyle/>
          <a:p>
            <a:endParaRPr lang="en-US" sz="2519"/>
          </a:p>
        </p:txBody>
      </p:sp>
      <p:sp>
        <p:nvSpPr>
          <p:cNvPr id="10" name="Text 8"/>
          <p:cNvSpPr/>
          <p:nvPr/>
        </p:nvSpPr>
        <p:spPr>
          <a:xfrm>
            <a:off x="409651" y="3778758"/>
            <a:ext cx="5658307"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&lt;thinking&gt;  —  Completely free-form reasoning</a:t>
            </a:r>
            <a:endParaRPr lang="en-US" sz="1680" dirty="0"/>
          </a:p>
        </p:txBody>
      </p:sp>
      <p:sp>
        <p:nvSpPr>
          <p:cNvPr id="11" name="Shape 9"/>
          <p:cNvSpPr/>
          <p:nvPr/>
        </p:nvSpPr>
        <p:spPr>
          <a:xfrm>
            <a:off x="230429" y="4201211"/>
            <a:ext cx="6016752" cy="3226003"/>
          </a:xfrm>
          <a:prstGeom prst="rect">
            <a:avLst/>
          </a:prstGeom>
          <a:solidFill>
            <a:srgbClr val="1E1E2E"/>
          </a:solidFill>
          <a:ln/>
        </p:spPr>
        <p:txBody>
          <a:bodyPr/>
          <a:lstStyle/>
          <a:p>
            <a:endParaRPr lang="en-US" sz="2519"/>
          </a:p>
        </p:txBody>
      </p:sp>
      <p:sp>
        <p:nvSpPr>
          <p:cNvPr id="12" name="Text 10"/>
          <p:cNvSpPr/>
          <p:nvPr/>
        </p:nvSpPr>
        <p:spPr>
          <a:xfrm>
            <a:off x="409651" y="4329227"/>
            <a:ext cx="5658307" cy="2969971"/>
          </a:xfrm>
          <a:prstGeom prst="rect">
            <a:avLst/>
          </a:prstGeom>
          <a:noFill/>
          <a:ln/>
        </p:spPr>
        <p:txBody>
          <a:bodyPr wrap="square" lIns="0" tIns="0" rIns="0" bIns="0" rtlCol="0" anchor="ctr"/>
          <a:lstStyle/>
          <a:p>
            <a:r>
              <a:rPr lang="en-US" sz="1190" dirty="0">
                <a:solidFill>
                  <a:srgbClr val="98C379"/>
                </a:solidFill>
                <a:latin typeface="Consolas" pitchFamily="34" charset="0"/>
                <a:ea typeface="Consolas" pitchFamily="34" charset="-122"/>
                <a:cs typeface="Consolas" pitchFamily="34" charset="-120"/>
              </a:rPr>
              <a:t>  Interpretation of assigned_question...</a:t>
            </a:r>
            <a:endParaRPr lang="en-US" sz="1190" dirty="0"/>
          </a:p>
          <a:p>
            <a:r>
              <a:rPr lang="en-US" sz="1190" dirty="0">
                <a:solidFill>
                  <a:srgbClr val="98C379"/>
                </a:solidFill>
                <a:latin typeface="Consolas" pitchFamily="34" charset="0"/>
                <a:ea typeface="Consolas" pitchFamily="34" charset="-122"/>
                <a:cs typeface="Consolas" pitchFamily="34" charset="-120"/>
              </a:rPr>
              <a:t>  Plan: step 1 → query coverage pixels, step 2 → compute RSRP summary...</a:t>
            </a:r>
            <a:endParaRPr lang="en-US" sz="1190" dirty="0"/>
          </a:p>
          <a:p>
            <a:r>
              <a:rPr lang="en-US" sz="1190" dirty="0">
                <a:solidFill>
                  <a:srgbClr val="E5C07B"/>
                </a:solidFill>
                <a:latin typeface="Consolas" pitchFamily="34" charset="0"/>
                <a:ea typeface="Consolas" pitchFamily="34" charset="-122"/>
                <a:cs typeface="Consolas" pitchFamily="34" charset="-120"/>
              </a:rPr>
              <a:t>  [tool_call] compute_coverage_summary → rsrp_mean = -96.3 dBm ...</a:t>
            </a:r>
            <a:endParaRPr lang="en-US" sz="1190" dirty="0"/>
          </a:p>
          <a:p>
            <a:r>
              <a:rPr lang="en-US" sz="1190" dirty="0">
                <a:solidFill>
                  <a:srgbClr val="E5C07B"/>
                </a:solidFill>
                <a:latin typeface="Consolas" pitchFamily="34" charset="0"/>
                <a:ea typeface="Consolas" pitchFamily="34" charset="-122"/>
                <a:cs typeface="Consolas" pitchFamily="34" charset="-120"/>
              </a:rPr>
              <a:t>  [tool_call] identify_neighbors → primary backup: USID_14 (overlap 0.41)...</a:t>
            </a:r>
            <a:endParaRPr lang="en-US" sz="1190" dirty="0"/>
          </a:p>
          <a:p>
            <a:r>
              <a:rPr lang="en-US" sz="1190" dirty="0">
                <a:solidFill>
                  <a:srgbClr val="E06C75"/>
                </a:solidFill>
                <a:latin typeface="Consolas" pitchFamily="34" charset="0"/>
                <a:ea typeface="Consolas" pitchFamily="34" charset="-122"/>
                <a:cs typeface="Consolas" pitchFamily="34" charset="-120"/>
              </a:rPr>
              <a:t>  [extra_tool] get_area_profile → reason: RSRP map shows dense cluster,</a:t>
            </a:r>
            <a:endParaRPr lang="en-US" sz="1190" dirty="0"/>
          </a:p>
          <a:p>
            <a:r>
              <a:rPr lang="en-US" sz="1190" dirty="0">
                <a:solidFill>
                  <a:srgbClr val="E06C75"/>
                </a:solidFill>
                <a:latin typeface="Consolas" pitchFamily="34" charset="0"/>
                <a:ea typeface="Consolas" pitchFamily="34" charset="-122"/>
                <a:cs typeface="Consolas" pitchFamily="34" charset="-120"/>
              </a:rPr>
              <a:t>               need land-use confirmation before flagging sensitive area</a:t>
            </a:r>
            <a:endParaRPr lang="en-US" sz="1190" dirty="0"/>
          </a:p>
          <a:p>
            <a:r>
              <a:rPr lang="en-US" sz="1190" dirty="0">
                <a:solidFill>
                  <a:srgbClr val="ABB2BF"/>
                </a:solidFill>
                <a:latin typeface="Consolas" pitchFamily="34" charset="0"/>
                <a:ea typeface="Consolas" pitchFamily="34" charset="-122"/>
                <a:cs typeface="Consolas" pitchFamily="34" charset="-120"/>
              </a:rPr>
              <a:t>  [reasoning] RSRP gap 18 dB → hard replacement. Backup load 0.83 → high risk.</a:t>
            </a:r>
            <a:endParaRPr lang="en-US" sz="1190" dirty="0"/>
          </a:p>
        </p:txBody>
      </p:sp>
      <p:sp>
        <p:nvSpPr>
          <p:cNvPr id="13" name="Text 11"/>
          <p:cNvSpPr/>
          <p:nvPr/>
        </p:nvSpPr>
        <p:spPr>
          <a:xfrm>
            <a:off x="230429" y="7459218"/>
            <a:ext cx="6016752" cy="307238"/>
          </a:xfrm>
          <a:prstGeom prst="rect">
            <a:avLst/>
          </a:prstGeom>
          <a:noFill/>
          <a:ln/>
        </p:spPr>
        <p:txBody>
          <a:bodyPr wrap="square" lIns="0" tIns="0" rIns="0" bIns="0" rtlCol="0" anchor="ctr"/>
          <a:lstStyle/>
          <a:p>
            <a:r>
              <a:rPr lang="en-US" sz="1120" i="1" dirty="0">
                <a:solidFill>
                  <a:srgbClr val="555555"/>
                </a:solidFill>
                <a:latin typeface="Calibri" pitchFamily="34" charset="0"/>
                <a:ea typeface="Calibri" pitchFamily="34" charset="-122"/>
                <a:cs typeface="Calibri" pitchFamily="34" charset="-120"/>
              </a:rPr>
              <a:t>Evaluator reads &lt;thinking&gt; to assess: Plan Quality · Plan Adherence · Logical Consistency · Execution Efficiency</a:t>
            </a:r>
            <a:endParaRPr lang="en-US" sz="1120" dirty="0"/>
          </a:p>
        </p:txBody>
      </p:sp>
      <p:sp>
        <p:nvSpPr>
          <p:cNvPr id="14" name="Shape 12"/>
          <p:cNvSpPr/>
          <p:nvPr/>
        </p:nvSpPr>
        <p:spPr>
          <a:xfrm>
            <a:off x="6503213" y="1589685"/>
            <a:ext cx="6067958" cy="4531766"/>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15" name="Shape 13"/>
          <p:cNvSpPr/>
          <p:nvPr/>
        </p:nvSpPr>
        <p:spPr>
          <a:xfrm>
            <a:off x="6503213" y="1589684"/>
            <a:ext cx="6067958" cy="486461"/>
          </a:xfrm>
          <a:prstGeom prst="rect">
            <a:avLst/>
          </a:prstGeom>
          <a:solidFill>
            <a:srgbClr val="6B3FA0"/>
          </a:solidFill>
          <a:ln/>
        </p:spPr>
        <p:txBody>
          <a:bodyPr/>
          <a:lstStyle/>
          <a:p>
            <a:endParaRPr lang="en-US" sz="2519"/>
          </a:p>
        </p:txBody>
      </p:sp>
      <p:sp>
        <p:nvSpPr>
          <p:cNvPr id="16" name="Text 14"/>
          <p:cNvSpPr/>
          <p:nvPr/>
        </p:nvSpPr>
        <p:spPr>
          <a:xfrm>
            <a:off x="6682435" y="1653692"/>
            <a:ext cx="5709514"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&lt;analysis&gt;  —  Minimal structured output</a:t>
            </a:r>
            <a:endParaRPr lang="en-US" sz="1680" dirty="0"/>
          </a:p>
        </p:txBody>
      </p:sp>
      <p:sp>
        <p:nvSpPr>
          <p:cNvPr id="17" name="Text 15"/>
          <p:cNvSpPr/>
          <p:nvPr/>
        </p:nvSpPr>
        <p:spPr>
          <a:xfrm>
            <a:off x="6682435" y="2127352"/>
            <a:ext cx="5709514" cy="358445"/>
          </a:xfrm>
          <a:prstGeom prst="rect">
            <a:avLst/>
          </a:prstGeom>
          <a:noFill/>
          <a:ln/>
        </p:spPr>
        <p:txBody>
          <a:bodyPr wrap="square" lIns="0" tIns="0" rIns="0" bIns="0" rtlCol="0" anchor="ctr"/>
          <a:lstStyle/>
          <a:p>
            <a:r>
              <a:rPr lang="en-US" sz="1400" i="1" dirty="0">
                <a:solidFill>
                  <a:srgbClr val="6B3FA0"/>
                </a:solidFill>
                <a:latin typeface="Calibri" pitchFamily="34" charset="0"/>
                <a:ea typeface="Calibri" pitchFamily="34" charset="-122"/>
                <a:cs typeface="Calibri" pitchFamily="34" charset="-120"/>
              </a:rPr>
              <a:t>Only the minimum structure needed for downstream agents</a:t>
            </a:r>
            <a:endParaRPr lang="en-US" sz="1400" dirty="0"/>
          </a:p>
        </p:txBody>
      </p:sp>
      <p:sp>
        <p:nvSpPr>
          <p:cNvPr id="18" name="Shape 16"/>
          <p:cNvSpPr/>
          <p:nvPr/>
        </p:nvSpPr>
        <p:spPr>
          <a:xfrm>
            <a:off x="6682435" y="2537003"/>
            <a:ext cx="5709514" cy="486461"/>
          </a:xfrm>
          <a:prstGeom prst="rect">
            <a:avLst/>
          </a:prstGeom>
          <a:solidFill>
            <a:srgbClr val="F3EEFA"/>
          </a:solidFill>
          <a:ln w="3810">
            <a:solidFill>
              <a:srgbClr val="E0D0F0"/>
            </a:solidFill>
            <a:prstDash val="solid"/>
          </a:ln>
        </p:spPr>
        <p:txBody>
          <a:bodyPr/>
          <a:lstStyle/>
          <a:p>
            <a:endParaRPr lang="en-US" sz="2519"/>
          </a:p>
        </p:txBody>
      </p:sp>
      <p:sp>
        <p:nvSpPr>
          <p:cNvPr id="19" name="Text 17"/>
          <p:cNvSpPr/>
          <p:nvPr/>
        </p:nvSpPr>
        <p:spPr>
          <a:xfrm>
            <a:off x="6810451" y="2613812"/>
            <a:ext cx="5453482" cy="358445"/>
          </a:xfrm>
          <a:prstGeom prst="rect">
            <a:avLst/>
          </a:prstGeom>
          <a:noFill/>
          <a:ln/>
        </p:spPr>
        <p:txBody>
          <a:bodyPr wrap="square" lIns="0" tIns="0" rIns="0" bIns="0" rtlCol="0" anchor="ctr"/>
          <a:lstStyle/>
          <a:p>
            <a:r>
              <a:rPr lang="en-US" sz="1260" b="1" dirty="0">
                <a:solidFill>
                  <a:srgbClr val="6B3FA0"/>
                </a:solidFill>
                <a:latin typeface="Calibri" pitchFamily="34" charset="0"/>
                <a:ea typeface="Calibri" pitchFamily="34" charset="-122"/>
                <a:cs typeface="Calibri" pitchFamily="34" charset="-120"/>
              </a:rPr>
              <a:t>conclusion  </a:t>
            </a:r>
            <a:r>
              <a:rPr lang="en-US" sz="1260" dirty="0">
                <a:solidFill>
                  <a:srgbClr val="1A1A2E"/>
                </a:solidFill>
                <a:latin typeface="Calibri" pitchFamily="34" charset="0"/>
                <a:ea typeface="Calibri" pitchFamily="34" charset="-122"/>
                <a:cs typeface="Calibri" pitchFamily="34" charset="-120"/>
              </a:rPr>
              <a:t>free text answer to assigned_question</a:t>
            </a:r>
            <a:endParaRPr lang="en-US" sz="1260" dirty="0"/>
          </a:p>
        </p:txBody>
      </p:sp>
      <p:sp>
        <p:nvSpPr>
          <p:cNvPr id="20" name="Shape 18"/>
          <p:cNvSpPr/>
          <p:nvPr/>
        </p:nvSpPr>
        <p:spPr>
          <a:xfrm>
            <a:off x="6682435" y="3087472"/>
            <a:ext cx="5709514" cy="486461"/>
          </a:xfrm>
          <a:prstGeom prst="rect">
            <a:avLst/>
          </a:prstGeom>
          <a:solidFill>
            <a:srgbClr val="FFFFFF"/>
          </a:solidFill>
          <a:ln w="3810">
            <a:solidFill>
              <a:srgbClr val="E0D0F0"/>
            </a:solidFill>
            <a:prstDash val="solid"/>
          </a:ln>
        </p:spPr>
        <p:txBody>
          <a:bodyPr/>
          <a:lstStyle/>
          <a:p>
            <a:endParaRPr lang="en-US" sz="2519"/>
          </a:p>
        </p:txBody>
      </p:sp>
      <p:sp>
        <p:nvSpPr>
          <p:cNvPr id="21" name="Text 19"/>
          <p:cNvSpPr/>
          <p:nvPr/>
        </p:nvSpPr>
        <p:spPr>
          <a:xfrm>
            <a:off x="6810451" y="3164281"/>
            <a:ext cx="5453482" cy="358445"/>
          </a:xfrm>
          <a:prstGeom prst="rect">
            <a:avLst/>
          </a:prstGeom>
          <a:noFill/>
          <a:ln/>
        </p:spPr>
        <p:txBody>
          <a:bodyPr wrap="square" lIns="0" tIns="0" rIns="0" bIns="0" rtlCol="0" anchor="ctr"/>
          <a:lstStyle/>
          <a:p>
            <a:r>
              <a:rPr lang="en-US" sz="1260" b="1" dirty="0">
                <a:solidFill>
                  <a:srgbClr val="8B2E2E"/>
                </a:solidFill>
                <a:latin typeface="Calibri" pitchFamily="34" charset="0"/>
                <a:ea typeface="Calibri" pitchFamily="34" charset="-122"/>
                <a:cs typeface="Calibri" pitchFamily="34" charset="-120"/>
              </a:rPr>
              <a:t>severity  </a:t>
            </a:r>
            <a:r>
              <a:rPr lang="en-US" sz="1260" dirty="0">
                <a:solidFill>
                  <a:srgbClr val="1A1A2E"/>
                </a:solidFill>
                <a:latin typeface="Calibri" pitchFamily="34" charset="0"/>
                <a:ea typeface="Calibri" pitchFamily="34" charset="-122"/>
                <a:cs typeface="Calibri" pitchFamily="34" charset="-120"/>
              </a:rPr>
              <a:t>low  |  moderate  |  high</a:t>
            </a:r>
            <a:endParaRPr lang="en-US" sz="1260" dirty="0"/>
          </a:p>
        </p:txBody>
      </p:sp>
      <p:sp>
        <p:nvSpPr>
          <p:cNvPr id="22" name="Shape 20"/>
          <p:cNvSpPr/>
          <p:nvPr/>
        </p:nvSpPr>
        <p:spPr>
          <a:xfrm>
            <a:off x="6682435" y="3637940"/>
            <a:ext cx="5709514" cy="486461"/>
          </a:xfrm>
          <a:prstGeom prst="rect">
            <a:avLst/>
          </a:prstGeom>
          <a:solidFill>
            <a:srgbClr val="F3EEFA"/>
          </a:solidFill>
          <a:ln w="3810">
            <a:solidFill>
              <a:srgbClr val="E0D0F0"/>
            </a:solidFill>
            <a:prstDash val="solid"/>
          </a:ln>
        </p:spPr>
        <p:txBody>
          <a:bodyPr/>
          <a:lstStyle/>
          <a:p>
            <a:endParaRPr lang="en-US" sz="2519"/>
          </a:p>
        </p:txBody>
      </p:sp>
      <p:sp>
        <p:nvSpPr>
          <p:cNvPr id="23" name="Text 21"/>
          <p:cNvSpPr/>
          <p:nvPr/>
        </p:nvSpPr>
        <p:spPr>
          <a:xfrm>
            <a:off x="6810451" y="3714750"/>
            <a:ext cx="5453482" cy="358445"/>
          </a:xfrm>
          <a:prstGeom prst="rect">
            <a:avLst/>
          </a:prstGeom>
          <a:noFill/>
          <a:ln/>
        </p:spPr>
        <p:txBody>
          <a:bodyPr wrap="square" lIns="0" tIns="0" rIns="0" bIns="0" rtlCol="0" anchor="ctr"/>
          <a:lstStyle/>
          <a:p>
            <a:r>
              <a:rPr lang="en-US" sz="1260" b="1" dirty="0">
                <a:solidFill>
                  <a:srgbClr val="8B2E2E"/>
                </a:solidFill>
                <a:latin typeface="Calibri" pitchFamily="34" charset="0"/>
                <a:ea typeface="Calibri" pitchFamily="34" charset="-122"/>
                <a:cs typeface="Calibri" pitchFamily="34" charset="-120"/>
              </a:rPr>
              <a:t>confidence  </a:t>
            </a:r>
            <a:r>
              <a:rPr lang="en-US" sz="1260" dirty="0">
                <a:solidFill>
                  <a:srgbClr val="1A1A2E"/>
                </a:solidFill>
                <a:latin typeface="Calibri" pitchFamily="34" charset="0"/>
                <a:ea typeface="Calibri" pitchFamily="34" charset="-122"/>
                <a:cs typeface="Calibri" pitchFamily="34" charset="-120"/>
              </a:rPr>
              <a:t>low  |  medium  |  high</a:t>
            </a:r>
            <a:endParaRPr lang="en-US" sz="1260" dirty="0"/>
          </a:p>
        </p:txBody>
      </p:sp>
      <p:sp>
        <p:nvSpPr>
          <p:cNvPr id="24" name="Shape 22"/>
          <p:cNvSpPr/>
          <p:nvPr/>
        </p:nvSpPr>
        <p:spPr>
          <a:xfrm>
            <a:off x="6682435" y="4188409"/>
            <a:ext cx="5709514" cy="486461"/>
          </a:xfrm>
          <a:prstGeom prst="rect">
            <a:avLst/>
          </a:prstGeom>
          <a:solidFill>
            <a:srgbClr val="FFFFFF"/>
          </a:solidFill>
          <a:ln w="3810">
            <a:solidFill>
              <a:srgbClr val="E0D0F0"/>
            </a:solidFill>
            <a:prstDash val="solid"/>
          </a:ln>
        </p:spPr>
        <p:txBody>
          <a:bodyPr/>
          <a:lstStyle/>
          <a:p>
            <a:endParaRPr lang="en-US" sz="2519"/>
          </a:p>
        </p:txBody>
      </p:sp>
      <p:sp>
        <p:nvSpPr>
          <p:cNvPr id="25" name="Text 23"/>
          <p:cNvSpPr/>
          <p:nvPr/>
        </p:nvSpPr>
        <p:spPr>
          <a:xfrm>
            <a:off x="6810451" y="4265219"/>
            <a:ext cx="5453482" cy="358445"/>
          </a:xfrm>
          <a:prstGeom prst="rect">
            <a:avLst/>
          </a:prstGeom>
          <a:noFill/>
          <a:ln/>
        </p:spPr>
        <p:txBody>
          <a:bodyPr wrap="square" lIns="0" tIns="0" rIns="0" bIns="0" rtlCol="0" anchor="ctr"/>
          <a:lstStyle/>
          <a:p>
            <a:r>
              <a:rPr lang="en-US" sz="1260" b="1" dirty="0">
                <a:solidFill>
                  <a:srgbClr val="1B7A72"/>
                </a:solidFill>
                <a:latin typeface="Calibri" pitchFamily="34" charset="0"/>
                <a:ea typeface="Calibri" pitchFamily="34" charset="-122"/>
                <a:cs typeface="Calibri" pitchFamily="34" charset="-120"/>
              </a:rPr>
              <a:t>key_findings  </a:t>
            </a:r>
            <a:r>
              <a:rPr lang="en-US" sz="1260" dirty="0">
                <a:solidFill>
                  <a:srgbClr val="1A1A2E"/>
                </a:solidFill>
                <a:latin typeface="Calibri" pitchFamily="34" charset="0"/>
                <a:ea typeface="Calibri" pitchFamily="34" charset="-122"/>
                <a:cs typeface="Calibri" pitchFamily="34" charset="-120"/>
              </a:rPr>
              <a:t>agent decides how many and what</a:t>
            </a:r>
            <a:endParaRPr lang="en-US" sz="1260" dirty="0"/>
          </a:p>
        </p:txBody>
      </p:sp>
      <p:sp>
        <p:nvSpPr>
          <p:cNvPr id="26" name="Shape 24"/>
          <p:cNvSpPr/>
          <p:nvPr/>
        </p:nvSpPr>
        <p:spPr>
          <a:xfrm>
            <a:off x="6682435" y="4738878"/>
            <a:ext cx="5709514" cy="486461"/>
          </a:xfrm>
          <a:prstGeom prst="rect">
            <a:avLst/>
          </a:prstGeom>
          <a:solidFill>
            <a:srgbClr val="F3EEFA"/>
          </a:solidFill>
          <a:ln w="3810">
            <a:solidFill>
              <a:srgbClr val="E0D0F0"/>
            </a:solidFill>
            <a:prstDash val="solid"/>
          </a:ln>
        </p:spPr>
        <p:txBody>
          <a:bodyPr/>
          <a:lstStyle/>
          <a:p>
            <a:endParaRPr lang="en-US" sz="2519"/>
          </a:p>
        </p:txBody>
      </p:sp>
      <p:sp>
        <p:nvSpPr>
          <p:cNvPr id="27" name="Text 25"/>
          <p:cNvSpPr/>
          <p:nvPr/>
        </p:nvSpPr>
        <p:spPr>
          <a:xfrm>
            <a:off x="6810451" y="4815688"/>
            <a:ext cx="5453482" cy="358445"/>
          </a:xfrm>
          <a:prstGeom prst="rect">
            <a:avLst/>
          </a:prstGeom>
          <a:noFill/>
          <a:ln/>
        </p:spPr>
        <p:txBody>
          <a:bodyPr wrap="square" lIns="0" tIns="0" rIns="0" bIns="0" rtlCol="0" anchor="ctr"/>
          <a:lstStyle/>
          <a:p>
            <a:r>
              <a:rPr lang="en-US" sz="1260" b="1" dirty="0">
                <a:solidFill>
                  <a:srgbClr val="2B5B9E"/>
                </a:solidFill>
                <a:latin typeface="Calibri" pitchFamily="34" charset="0"/>
                <a:ea typeface="Calibri" pitchFamily="34" charset="-122"/>
                <a:cs typeface="Calibri" pitchFamily="34" charset="-120"/>
              </a:rPr>
              <a:t>tools_used  </a:t>
            </a:r>
            <a:r>
              <a:rPr lang="en-US" sz="1260" dirty="0">
                <a:solidFill>
                  <a:srgbClr val="1A1A2E"/>
                </a:solidFill>
                <a:latin typeface="Calibri" pitchFamily="34" charset="0"/>
                <a:ea typeface="Calibri" pitchFamily="34" charset="-122"/>
                <a:cs typeface="Calibri" pitchFamily="34" charset="-120"/>
              </a:rPr>
              <a:t>all tool names actually called</a:t>
            </a:r>
            <a:endParaRPr lang="en-US" sz="1260" dirty="0"/>
          </a:p>
        </p:txBody>
      </p:sp>
      <p:sp>
        <p:nvSpPr>
          <p:cNvPr id="28" name="Shape 26"/>
          <p:cNvSpPr/>
          <p:nvPr/>
        </p:nvSpPr>
        <p:spPr>
          <a:xfrm>
            <a:off x="6682435" y="5289347"/>
            <a:ext cx="5709514" cy="486461"/>
          </a:xfrm>
          <a:prstGeom prst="rect">
            <a:avLst/>
          </a:prstGeom>
          <a:solidFill>
            <a:srgbClr val="FFFFFF"/>
          </a:solidFill>
          <a:ln w="3810">
            <a:solidFill>
              <a:srgbClr val="E0D0F0"/>
            </a:solidFill>
            <a:prstDash val="solid"/>
          </a:ln>
        </p:spPr>
        <p:txBody>
          <a:bodyPr/>
          <a:lstStyle/>
          <a:p>
            <a:endParaRPr lang="en-US" sz="2519"/>
          </a:p>
        </p:txBody>
      </p:sp>
      <p:sp>
        <p:nvSpPr>
          <p:cNvPr id="29" name="Text 27"/>
          <p:cNvSpPr/>
          <p:nvPr/>
        </p:nvSpPr>
        <p:spPr>
          <a:xfrm>
            <a:off x="6810451" y="5366156"/>
            <a:ext cx="5453482" cy="358445"/>
          </a:xfrm>
          <a:prstGeom prst="rect">
            <a:avLst/>
          </a:prstGeom>
          <a:noFill/>
          <a:ln/>
        </p:spPr>
        <p:txBody>
          <a:bodyPr wrap="square" lIns="0" tIns="0" rIns="0" bIns="0" rtlCol="0" anchor="ctr"/>
          <a:lstStyle/>
          <a:p>
            <a:r>
              <a:rPr lang="en-US" sz="1260" b="1" dirty="0">
                <a:solidFill>
                  <a:srgbClr val="AA2222"/>
                </a:solidFill>
                <a:latin typeface="Calibri" pitchFamily="34" charset="0"/>
                <a:ea typeface="Calibri" pitchFamily="34" charset="-122"/>
                <a:cs typeface="Calibri" pitchFamily="34" charset="-120"/>
              </a:rPr>
              <a:t>extra_tools  </a:t>
            </a:r>
            <a:r>
              <a:rPr lang="en-US" sz="1260" dirty="0">
                <a:solidFill>
                  <a:srgbClr val="1A1A2E"/>
                </a:solidFill>
                <a:latin typeface="Calibri" pitchFamily="34" charset="0"/>
                <a:ea typeface="Calibri" pitchFamily="34" charset="-122"/>
                <a:cs typeface="Calibri" pitchFamily="34" charset="-120"/>
              </a:rPr>
              <a:t>[{tool, reason}] — tools beyond recommended</a:t>
            </a:r>
            <a:endParaRPr lang="en-US" sz="1260" dirty="0"/>
          </a:p>
        </p:txBody>
      </p:sp>
      <p:sp>
        <p:nvSpPr>
          <p:cNvPr id="30" name="Shape 28"/>
          <p:cNvSpPr/>
          <p:nvPr/>
        </p:nvSpPr>
        <p:spPr>
          <a:xfrm>
            <a:off x="6682435" y="5839816"/>
            <a:ext cx="5709514" cy="486461"/>
          </a:xfrm>
          <a:prstGeom prst="rect">
            <a:avLst/>
          </a:prstGeom>
          <a:solidFill>
            <a:srgbClr val="F3EEFA"/>
          </a:solidFill>
          <a:ln w="3810">
            <a:solidFill>
              <a:srgbClr val="E0D0F0"/>
            </a:solidFill>
            <a:prstDash val="solid"/>
          </a:ln>
        </p:spPr>
        <p:txBody>
          <a:bodyPr/>
          <a:lstStyle/>
          <a:p>
            <a:endParaRPr lang="en-US" sz="2519"/>
          </a:p>
        </p:txBody>
      </p:sp>
      <p:sp>
        <p:nvSpPr>
          <p:cNvPr id="31" name="Text 29"/>
          <p:cNvSpPr/>
          <p:nvPr/>
        </p:nvSpPr>
        <p:spPr>
          <a:xfrm>
            <a:off x="6810451" y="5916625"/>
            <a:ext cx="5453482" cy="358445"/>
          </a:xfrm>
          <a:prstGeom prst="rect">
            <a:avLst/>
          </a:prstGeom>
          <a:noFill/>
          <a:ln/>
        </p:spPr>
        <p:txBody>
          <a:bodyPr wrap="square" lIns="0" tIns="0" rIns="0" bIns="0" rtlCol="0" anchor="ctr"/>
          <a:lstStyle/>
          <a:p>
            <a:r>
              <a:rPr lang="en-US" sz="1260" b="1" dirty="0">
                <a:solidFill>
                  <a:srgbClr val="8B6014"/>
                </a:solidFill>
                <a:latin typeface="Calibri" pitchFamily="34" charset="0"/>
                <a:ea typeface="Calibri" pitchFamily="34" charset="-122"/>
                <a:cs typeface="Calibri" pitchFamily="34" charset="-120"/>
              </a:rPr>
              <a:t>flags.unresolved  </a:t>
            </a:r>
            <a:r>
              <a:rPr lang="en-US" sz="1260" dirty="0">
                <a:solidFill>
                  <a:srgbClr val="1A1A2E"/>
                </a:solidFill>
                <a:latin typeface="Calibri" pitchFamily="34" charset="0"/>
                <a:ea typeface="Calibri" pitchFamily="34" charset="-122"/>
                <a:cs typeface="Calibri" pitchFamily="34" charset="-120"/>
              </a:rPr>
              <a:t>[{type, description, attempted, impact}]</a:t>
            </a:r>
            <a:endParaRPr lang="en-US" sz="1260" dirty="0"/>
          </a:p>
        </p:txBody>
      </p:sp>
      <p:sp>
        <p:nvSpPr>
          <p:cNvPr id="32" name="Shape 30"/>
          <p:cNvSpPr/>
          <p:nvPr/>
        </p:nvSpPr>
        <p:spPr>
          <a:xfrm>
            <a:off x="6503213" y="6275070"/>
            <a:ext cx="6067958" cy="537667"/>
          </a:xfrm>
          <a:prstGeom prst="rect">
            <a:avLst/>
          </a:prstGeom>
          <a:solidFill>
            <a:srgbClr val="FFF3DC"/>
          </a:solidFill>
          <a:ln w="10160">
            <a:solidFill>
              <a:srgbClr val="B86A00"/>
            </a:solidFill>
            <a:prstDash val="solid"/>
          </a:ln>
        </p:spPr>
        <p:txBody>
          <a:bodyPr/>
          <a:lstStyle/>
          <a:p>
            <a:endParaRPr lang="en-US" sz="2519"/>
          </a:p>
        </p:txBody>
      </p:sp>
      <p:sp>
        <p:nvSpPr>
          <p:cNvPr id="33" name="Text 31"/>
          <p:cNvSpPr/>
          <p:nvPr/>
        </p:nvSpPr>
        <p:spPr>
          <a:xfrm>
            <a:off x="6682435" y="6339078"/>
            <a:ext cx="5709514" cy="409651"/>
          </a:xfrm>
          <a:prstGeom prst="rect">
            <a:avLst/>
          </a:prstGeom>
          <a:noFill/>
          <a:ln/>
        </p:spPr>
        <p:txBody>
          <a:bodyPr wrap="square" lIns="0" tIns="0" rIns="0" bIns="0" rtlCol="0" anchor="ctr"/>
          <a:lstStyle/>
          <a:p>
            <a:r>
              <a:rPr lang="en-US" sz="1120" dirty="0">
                <a:solidFill>
                  <a:srgbClr val="B86A00"/>
                </a:solidFill>
                <a:latin typeface="Calibri" pitchFamily="34" charset="0"/>
                <a:ea typeface="Calibri" pitchFamily="34" charset="-122"/>
                <a:cs typeface="Calibri" pitchFamily="34" charset="-120"/>
              </a:rPr>
              <a:t>flags.unresolved types: inference_gap (logical gap in data) or inquiry_drift_risk (question scope exceeded)  —  Ref: SAUP, Zhao et al. ACL 2025</a:t>
            </a:r>
            <a:endParaRPr lang="en-US" sz="1120" dirty="0"/>
          </a:p>
        </p:txBody>
      </p:sp>
      <p:sp>
        <p:nvSpPr>
          <p:cNvPr id="34" name="TextBox 33">
            <a:extLst>
              <a:ext uri="{FF2B5EF4-FFF2-40B4-BE49-F238E27FC236}">
                <a16:creationId xmlns:a16="http://schemas.microsoft.com/office/drawing/2014/main" id="{C4C4FD1F-A670-8BEB-248E-7538EB990B24}"/>
              </a:ext>
            </a:extLst>
          </p:cNvPr>
          <p:cNvSpPr txBox="1"/>
          <p:nvPr/>
        </p:nvSpPr>
        <p:spPr>
          <a:xfrm>
            <a:off x="102414" y="2441141"/>
            <a:ext cx="5602325" cy="1061829"/>
          </a:xfrm>
          <a:prstGeom prst="rect">
            <a:avLst/>
          </a:prstGeom>
          <a:noFill/>
        </p:spPr>
        <p:txBody>
          <a:bodyPr wrap="square" rtlCol="0">
            <a:spAutoFit/>
          </a:bodyPr>
          <a:lstStyle/>
          <a:p>
            <a:r>
              <a:rPr lang="en-US" altLang="zh-CN" sz="1260" dirty="0" err="1"/>
              <a:t>Skill.md</a:t>
            </a:r>
            <a:r>
              <a:rPr lang="en-US" altLang="zh-CN" sz="1260" dirty="0"/>
              <a:t>:</a:t>
            </a:r>
            <a:r>
              <a:rPr lang="zh-CN" altLang="en-US" sz="1260" dirty="0"/>
              <a:t> </a:t>
            </a:r>
            <a:r>
              <a:rPr lang="en-US" sz="1260" dirty="0"/>
              <a:t>Tells the agent who it is, what tools are available, and that output must follow the </a:t>
            </a:r>
            <a:r>
              <a:rPr lang="en-US" sz="1260" dirty="0">
                <a:latin typeface="Courier New" panose="02070309020205020404" pitchFamily="49" charset="0"/>
              </a:rPr>
              <a:t>&lt;thinking&gt;</a:t>
            </a:r>
            <a:r>
              <a:rPr lang="en-US" sz="1260" dirty="0"/>
              <a:t> + </a:t>
            </a:r>
            <a:r>
              <a:rPr lang="en-US" sz="1260" dirty="0">
                <a:latin typeface="Courier New" panose="02070309020205020404" pitchFamily="49" charset="0"/>
              </a:rPr>
              <a:t>&lt;analysis&gt;</a:t>
            </a:r>
            <a:r>
              <a:rPr lang="en-US" sz="1260" dirty="0"/>
              <a:t> structure. Contains no analysis rules and no specific question — those are injected dynamically by the Planner at runtime.</a:t>
            </a:r>
          </a:p>
          <a:p>
            <a:endParaRPr lang="en-US" altLang="zh-CN" sz="1260" dirty="0"/>
          </a:p>
          <a:p>
            <a:r>
              <a:rPr lang="en-US" altLang="zh-CN" sz="1260" dirty="0" err="1"/>
              <a:t>Reference_document</a:t>
            </a:r>
            <a:r>
              <a:rPr lang="en-US" altLang="zh-CN" sz="1260" dirty="0"/>
              <a:t>:</a:t>
            </a:r>
            <a:r>
              <a:rPr lang="zh-CN" altLang="en-US" sz="1260" dirty="0"/>
              <a:t> </a:t>
            </a:r>
            <a:r>
              <a:rPr lang="en-US" altLang="zh-CN" sz="1260" dirty="0"/>
              <a:t>can</a:t>
            </a:r>
            <a:r>
              <a:rPr lang="zh-CN" altLang="en-US" sz="1260" dirty="0"/>
              <a:t> </a:t>
            </a:r>
            <a:r>
              <a:rPr lang="en-US" altLang="zh-CN" sz="1260" dirty="0"/>
              <a:t>add</a:t>
            </a:r>
            <a:r>
              <a:rPr lang="zh-CN" altLang="en-US" sz="1260" dirty="0"/>
              <a:t> </a:t>
            </a:r>
            <a:r>
              <a:rPr lang="en-US" altLang="zh-CN" sz="1260" dirty="0"/>
              <a:t>more</a:t>
            </a:r>
            <a:r>
              <a:rPr lang="zh-CN" altLang="en-US" sz="1260" dirty="0"/>
              <a:t> </a:t>
            </a:r>
            <a:r>
              <a:rPr lang="en-US" altLang="zh-CN" sz="1260" dirty="0"/>
              <a:t>domain</a:t>
            </a:r>
            <a:r>
              <a:rPr lang="zh-CN" altLang="en-US" sz="1260" dirty="0"/>
              <a:t> </a:t>
            </a:r>
            <a:r>
              <a:rPr lang="en-US" altLang="zh-CN" sz="1260" dirty="0"/>
              <a:t>knowledge</a:t>
            </a:r>
            <a:endParaRPr lang="en-US" sz="126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921715"/>
          </a:xfrm>
          <a:prstGeom prst="rect">
            <a:avLst/>
          </a:prstGeom>
          <a:solidFill>
            <a:srgbClr val="1D6272"/>
          </a:solidFill>
          <a:ln/>
        </p:spPr>
        <p:txBody>
          <a:bodyPr/>
          <a:lstStyle/>
          <a:p>
            <a:endParaRPr lang="en-US" sz="2519"/>
          </a:p>
        </p:txBody>
      </p:sp>
      <p:sp>
        <p:nvSpPr>
          <p:cNvPr id="3" name="Text 1"/>
          <p:cNvSpPr/>
          <p:nvPr/>
        </p:nvSpPr>
        <p:spPr>
          <a:xfrm>
            <a:off x="384048" y="616763"/>
            <a:ext cx="12033504" cy="716890"/>
          </a:xfrm>
          <a:prstGeom prst="rect">
            <a:avLst/>
          </a:prstGeom>
          <a:noFill/>
          <a:ln/>
        </p:spPr>
        <p:txBody>
          <a:bodyPr wrap="square" lIns="0" tIns="0" rIns="0" bIns="0" rtlCol="0" anchor="ctr"/>
          <a:lstStyle/>
          <a:p>
            <a:r>
              <a:rPr lang="en-US" sz="3080" b="1" dirty="0">
                <a:solidFill>
                  <a:srgbClr val="FFFFFF"/>
                </a:solidFill>
                <a:latin typeface="Calibri" pitchFamily="34" charset="0"/>
                <a:ea typeface="Calibri" pitchFamily="34" charset="-122"/>
                <a:cs typeface="Calibri" pitchFamily="34" charset="-120"/>
              </a:rPr>
              <a:t>Sub-Agent Evaluator: LLM as a Judge  (5 Dimensions)</a:t>
            </a:r>
            <a:endParaRPr lang="en-US" sz="3080" dirty="0"/>
          </a:p>
        </p:txBody>
      </p:sp>
      <p:sp>
        <p:nvSpPr>
          <p:cNvPr id="4" name="Shape 2"/>
          <p:cNvSpPr/>
          <p:nvPr/>
        </p:nvSpPr>
        <p:spPr>
          <a:xfrm>
            <a:off x="230429" y="1589685"/>
            <a:ext cx="6016752" cy="4378147"/>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5" name="Shape 3"/>
          <p:cNvSpPr/>
          <p:nvPr/>
        </p:nvSpPr>
        <p:spPr>
          <a:xfrm>
            <a:off x="230429" y="1589684"/>
            <a:ext cx="6016752" cy="486461"/>
          </a:xfrm>
          <a:prstGeom prst="rect">
            <a:avLst/>
          </a:prstGeom>
          <a:solidFill>
            <a:srgbClr val="2B5B9E"/>
          </a:solidFill>
          <a:ln/>
        </p:spPr>
        <p:txBody>
          <a:bodyPr/>
          <a:lstStyle/>
          <a:p>
            <a:endParaRPr lang="en-US" sz="2519"/>
          </a:p>
        </p:txBody>
      </p:sp>
      <p:sp>
        <p:nvSpPr>
          <p:cNvPr id="6" name="Text 4"/>
          <p:cNvSpPr/>
          <p:nvPr/>
        </p:nvSpPr>
        <p:spPr>
          <a:xfrm>
            <a:off x="409651" y="1653692"/>
            <a:ext cx="5658307"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Reasoning &amp; Execution Quality</a:t>
            </a:r>
            <a:endParaRPr lang="en-US" sz="1680" dirty="0"/>
          </a:p>
        </p:txBody>
      </p:sp>
      <p:sp>
        <p:nvSpPr>
          <p:cNvPr id="7" name="Text 5"/>
          <p:cNvSpPr/>
          <p:nvPr/>
        </p:nvSpPr>
        <p:spPr>
          <a:xfrm>
            <a:off x="409651" y="2127352"/>
            <a:ext cx="5658307" cy="358445"/>
          </a:xfrm>
          <a:prstGeom prst="rect">
            <a:avLst/>
          </a:prstGeom>
          <a:noFill/>
          <a:ln/>
        </p:spPr>
        <p:txBody>
          <a:bodyPr wrap="square" lIns="0" tIns="0" rIns="0" bIns="0" rtlCol="0" anchor="ctr"/>
          <a:lstStyle/>
          <a:p>
            <a:r>
              <a:rPr lang="en-US" sz="1400" i="1" dirty="0">
                <a:solidFill>
                  <a:srgbClr val="2B5B9E"/>
                </a:solidFill>
                <a:latin typeface="Calibri" pitchFamily="34" charset="0"/>
                <a:ea typeface="Calibri" pitchFamily="34" charset="-122"/>
                <a:cs typeface="Calibri" pitchFamily="34" charset="-120"/>
              </a:rPr>
              <a:t>Is each agent's reasoning internally consistent and faithfully executed?</a:t>
            </a:r>
            <a:endParaRPr lang="en-US" sz="1400" dirty="0"/>
          </a:p>
        </p:txBody>
      </p:sp>
      <p:sp>
        <p:nvSpPr>
          <p:cNvPr id="8" name="Shape 6"/>
          <p:cNvSpPr/>
          <p:nvPr/>
        </p:nvSpPr>
        <p:spPr>
          <a:xfrm>
            <a:off x="230429" y="2537003"/>
            <a:ext cx="6016752" cy="742493"/>
          </a:xfrm>
          <a:prstGeom prst="rect">
            <a:avLst/>
          </a:prstGeom>
          <a:solidFill>
            <a:srgbClr val="EBF2FA"/>
          </a:solidFill>
          <a:ln w="3810">
            <a:solidFill>
              <a:srgbClr val="D0DDE8"/>
            </a:solidFill>
            <a:prstDash val="solid"/>
          </a:ln>
        </p:spPr>
        <p:txBody>
          <a:bodyPr/>
          <a:lstStyle/>
          <a:p>
            <a:endParaRPr lang="en-US" sz="2519"/>
          </a:p>
        </p:txBody>
      </p:sp>
      <p:sp>
        <p:nvSpPr>
          <p:cNvPr id="9" name="Shape 7"/>
          <p:cNvSpPr/>
          <p:nvPr/>
        </p:nvSpPr>
        <p:spPr>
          <a:xfrm>
            <a:off x="230429" y="2537003"/>
            <a:ext cx="76810" cy="742493"/>
          </a:xfrm>
          <a:prstGeom prst="rect">
            <a:avLst/>
          </a:prstGeom>
          <a:solidFill>
            <a:srgbClr val="1B7A72"/>
          </a:solidFill>
          <a:ln/>
        </p:spPr>
        <p:txBody>
          <a:bodyPr/>
          <a:lstStyle/>
          <a:p>
            <a:endParaRPr lang="en-US" sz="2519"/>
          </a:p>
        </p:txBody>
      </p:sp>
      <p:sp>
        <p:nvSpPr>
          <p:cNvPr id="10" name="Shape 8"/>
          <p:cNvSpPr/>
          <p:nvPr/>
        </p:nvSpPr>
        <p:spPr>
          <a:xfrm>
            <a:off x="384048" y="2665019"/>
            <a:ext cx="460858" cy="460858"/>
          </a:xfrm>
          <a:prstGeom prst="ellipse">
            <a:avLst/>
          </a:prstGeom>
          <a:solidFill>
            <a:srgbClr val="1B7A72"/>
          </a:solidFill>
          <a:ln/>
        </p:spPr>
        <p:txBody>
          <a:bodyPr/>
          <a:lstStyle/>
          <a:p>
            <a:endParaRPr lang="en-US" sz="2519"/>
          </a:p>
        </p:txBody>
      </p:sp>
      <p:sp>
        <p:nvSpPr>
          <p:cNvPr id="11" name="Text 9"/>
          <p:cNvSpPr/>
          <p:nvPr/>
        </p:nvSpPr>
        <p:spPr>
          <a:xfrm>
            <a:off x="384048" y="2665019"/>
            <a:ext cx="460858" cy="460858"/>
          </a:xfrm>
          <a:prstGeom prst="rect">
            <a:avLst/>
          </a:prstGeom>
          <a:noFill/>
          <a:ln/>
        </p:spPr>
        <p:txBody>
          <a:bodyPr wrap="square" lIns="0" tIns="0" rIns="0" bIns="0" rtlCol="0" anchor="ctr"/>
          <a:lstStyle/>
          <a:p>
            <a:pPr algn="ctr"/>
            <a:r>
              <a:rPr lang="en-US" sz="1540" b="1" dirty="0">
                <a:solidFill>
                  <a:srgbClr val="FFFFFF"/>
                </a:solidFill>
                <a:latin typeface="Calibri" pitchFamily="34" charset="0"/>
                <a:ea typeface="Calibri" pitchFamily="34" charset="-122"/>
                <a:cs typeface="Calibri" pitchFamily="34" charset="-120"/>
              </a:rPr>
              <a:t>1</a:t>
            </a:r>
            <a:endParaRPr lang="en-US" sz="1540" dirty="0"/>
          </a:p>
        </p:txBody>
      </p:sp>
      <p:sp>
        <p:nvSpPr>
          <p:cNvPr id="12" name="Text 10"/>
          <p:cNvSpPr/>
          <p:nvPr/>
        </p:nvSpPr>
        <p:spPr>
          <a:xfrm>
            <a:off x="947318" y="2613813"/>
            <a:ext cx="4480560" cy="281635"/>
          </a:xfrm>
          <a:prstGeom prst="rect">
            <a:avLst/>
          </a:prstGeom>
          <a:noFill/>
          <a:ln/>
        </p:spPr>
        <p:txBody>
          <a:bodyPr wrap="square" lIns="0" tIns="0" rIns="0" bIns="0" rtlCol="0" anchor="ctr"/>
          <a:lstStyle/>
          <a:p>
            <a:r>
              <a:rPr lang="en-US" sz="1400" b="1" dirty="0">
                <a:solidFill>
                  <a:srgbClr val="1B7A72"/>
                </a:solidFill>
                <a:latin typeface="Calibri" pitchFamily="34" charset="0"/>
                <a:ea typeface="Calibri" pitchFamily="34" charset="-122"/>
                <a:cs typeface="Calibri" pitchFamily="34" charset="-120"/>
              </a:rPr>
              <a:t>Plan Quality</a:t>
            </a:r>
            <a:endParaRPr lang="en-US" sz="1400" dirty="0"/>
          </a:p>
        </p:txBody>
      </p:sp>
      <p:sp>
        <p:nvSpPr>
          <p:cNvPr id="13" name="Text 11"/>
          <p:cNvSpPr/>
          <p:nvPr/>
        </p:nvSpPr>
        <p:spPr>
          <a:xfrm>
            <a:off x="947318" y="2895448"/>
            <a:ext cx="4480560" cy="307238"/>
          </a:xfrm>
          <a:prstGeom prst="rect">
            <a:avLst/>
          </a:prstGeom>
          <a:noFill/>
          <a:ln/>
        </p:spPr>
        <p:txBody>
          <a:bodyPr wrap="square" lIns="0" tIns="0" rIns="0" bIns="0" rtlCol="0" anchor="ctr"/>
          <a:lstStyle/>
          <a:p>
            <a:r>
              <a:rPr lang="en-US" sz="1190" dirty="0">
                <a:solidFill>
                  <a:srgbClr val="555555"/>
                </a:solidFill>
                <a:latin typeface="Calibri" pitchFamily="34" charset="0"/>
                <a:ea typeface="Calibri" pitchFamily="34" charset="-122"/>
                <a:cs typeface="Calibri" pitchFamily="34" charset="-120"/>
              </a:rPr>
              <a:t>Clear analysis plan targeting the question — read &lt;thinking&gt; early section</a:t>
            </a:r>
            <a:endParaRPr lang="en-US" sz="1190" dirty="0"/>
          </a:p>
        </p:txBody>
      </p:sp>
      <p:sp>
        <p:nvSpPr>
          <p:cNvPr id="14" name="Text 12"/>
          <p:cNvSpPr/>
          <p:nvPr/>
        </p:nvSpPr>
        <p:spPr>
          <a:xfrm>
            <a:off x="5248656" y="2613813"/>
            <a:ext cx="921715" cy="281635"/>
          </a:xfrm>
          <a:prstGeom prst="rect">
            <a:avLst/>
          </a:prstGeom>
          <a:noFill/>
          <a:ln/>
        </p:spPr>
        <p:txBody>
          <a:bodyPr wrap="square" lIns="0" tIns="0" rIns="0" bIns="0" rtlCol="0" anchor="ctr"/>
          <a:lstStyle/>
          <a:p>
            <a:pPr algn="r"/>
            <a:r>
              <a:rPr lang="en-US" sz="1260" b="1" dirty="0">
                <a:solidFill>
                  <a:srgbClr val="1E7A4A"/>
                </a:solidFill>
                <a:latin typeface="Calibri" pitchFamily="34" charset="0"/>
                <a:ea typeface="Calibri" pitchFamily="34" charset="-122"/>
                <a:cs typeface="Calibri" pitchFamily="34" charset="-120"/>
              </a:rPr>
              <a:t>≥ 0.7</a:t>
            </a:r>
            <a:endParaRPr lang="en-US" sz="1260" dirty="0"/>
          </a:p>
        </p:txBody>
      </p:sp>
      <p:sp>
        <p:nvSpPr>
          <p:cNvPr id="15" name="Shape 13"/>
          <p:cNvSpPr/>
          <p:nvPr/>
        </p:nvSpPr>
        <p:spPr>
          <a:xfrm>
            <a:off x="230429" y="3714750"/>
            <a:ext cx="6016752" cy="742493"/>
          </a:xfrm>
          <a:prstGeom prst="rect">
            <a:avLst/>
          </a:prstGeom>
          <a:solidFill>
            <a:srgbClr val="EBF2FA"/>
          </a:solidFill>
          <a:ln w="3810">
            <a:solidFill>
              <a:srgbClr val="D0DDE8"/>
            </a:solidFill>
            <a:prstDash val="solid"/>
          </a:ln>
        </p:spPr>
        <p:txBody>
          <a:bodyPr/>
          <a:lstStyle/>
          <a:p>
            <a:endParaRPr lang="en-US" sz="2519"/>
          </a:p>
        </p:txBody>
      </p:sp>
      <p:sp>
        <p:nvSpPr>
          <p:cNvPr id="16" name="Shape 14"/>
          <p:cNvSpPr/>
          <p:nvPr/>
        </p:nvSpPr>
        <p:spPr>
          <a:xfrm>
            <a:off x="230429" y="3714750"/>
            <a:ext cx="76810" cy="742493"/>
          </a:xfrm>
          <a:prstGeom prst="rect">
            <a:avLst/>
          </a:prstGeom>
          <a:solidFill>
            <a:srgbClr val="2B5B9E"/>
          </a:solidFill>
          <a:ln/>
        </p:spPr>
        <p:txBody>
          <a:bodyPr/>
          <a:lstStyle/>
          <a:p>
            <a:endParaRPr lang="en-US" sz="2519"/>
          </a:p>
        </p:txBody>
      </p:sp>
      <p:sp>
        <p:nvSpPr>
          <p:cNvPr id="17" name="Shape 15"/>
          <p:cNvSpPr/>
          <p:nvPr/>
        </p:nvSpPr>
        <p:spPr>
          <a:xfrm>
            <a:off x="384048" y="3842766"/>
            <a:ext cx="460858" cy="460858"/>
          </a:xfrm>
          <a:prstGeom prst="ellipse">
            <a:avLst/>
          </a:prstGeom>
          <a:solidFill>
            <a:srgbClr val="2B5B9E"/>
          </a:solidFill>
          <a:ln/>
        </p:spPr>
        <p:txBody>
          <a:bodyPr/>
          <a:lstStyle/>
          <a:p>
            <a:endParaRPr lang="en-US" sz="2519"/>
          </a:p>
        </p:txBody>
      </p:sp>
      <p:sp>
        <p:nvSpPr>
          <p:cNvPr id="18" name="Text 16"/>
          <p:cNvSpPr/>
          <p:nvPr/>
        </p:nvSpPr>
        <p:spPr>
          <a:xfrm>
            <a:off x="384048" y="3842766"/>
            <a:ext cx="460858" cy="460858"/>
          </a:xfrm>
          <a:prstGeom prst="rect">
            <a:avLst/>
          </a:prstGeom>
          <a:noFill/>
          <a:ln/>
        </p:spPr>
        <p:txBody>
          <a:bodyPr wrap="square" lIns="0" tIns="0" rIns="0" bIns="0" rtlCol="0" anchor="ctr"/>
          <a:lstStyle/>
          <a:p>
            <a:pPr algn="ctr"/>
            <a:r>
              <a:rPr lang="en-US" sz="1540" b="1" dirty="0">
                <a:solidFill>
                  <a:srgbClr val="FFFFFF"/>
                </a:solidFill>
                <a:latin typeface="Calibri" pitchFamily="34" charset="0"/>
                <a:ea typeface="Calibri" pitchFamily="34" charset="-122"/>
                <a:cs typeface="Calibri" pitchFamily="34" charset="-120"/>
              </a:rPr>
              <a:t>2</a:t>
            </a:r>
            <a:endParaRPr lang="en-US" sz="1540" dirty="0"/>
          </a:p>
        </p:txBody>
      </p:sp>
      <p:sp>
        <p:nvSpPr>
          <p:cNvPr id="19" name="Text 17"/>
          <p:cNvSpPr/>
          <p:nvPr/>
        </p:nvSpPr>
        <p:spPr>
          <a:xfrm>
            <a:off x="947318" y="3791560"/>
            <a:ext cx="4480560" cy="281635"/>
          </a:xfrm>
          <a:prstGeom prst="rect">
            <a:avLst/>
          </a:prstGeom>
          <a:noFill/>
          <a:ln/>
        </p:spPr>
        <p:txBody>
          <a:bodyPr wrap="square" lIns="0" tIns="0" rIns="0" bIns="0" rtlCol="0" anchor="ctr"/>
          <a:lstStyle/>
          <a:p>
            <a:r>
              <a:rPr lang="en-US" sz="1400" b="1" dirty="0">
                <a:solidFill>
                  <a:srgbClr val="2B5B9E"/>
                </a:solidFill>
                <a:latin typeface="Calibri" pitchFamily="34" charset="0"/>
                <a:ea typeface="Calibri" pitchFamily="34" charset="-122"/>
                <a:cs typeface="Calibri" pitchFamily="34" charset="-120"/>
              </a:rPr>
              <a:t>Plan Adherence</a:t>
            </a:r>
            <a:endParaRPr lang="en-US" sz="1400" dirty="0"/>
          </a:p>
        </p:txBody>
      </p:sp>
      <p:sp>
        <p:nvSpPr>
          <p:cNvPr id="20" name="Text 18"/>
          <p:cNvSpPr/>
          <p:nvPr/>
        </p:nvSpPr>
        <p:spPr>
          <a:xfrm>
            <a:off x="947318" y="4073195"/>
            <a:ext cx="4480560" cy="307238"/>
          </a:xfrm>
          <a:prstGeom prst="rect">
            <a:avLst/>
          </a:prstGeom>
          <a:noFill/>
          <a:ln/>
        </p:spPr>
        <p:txBody>
          <a:bodyPr wrap="square" lIns="0" tIns="0" rIns="0" bIns="0" rtlCol="0" anchor="ctr"/>
          <a:lstStyle/>
          <a:p>
            <a:r>
              <a:rPr lang="en-US" sz="1190" dirty="0">
                <a:solidFill>
                  <a:srgbClr val="555555"/>
                </a:solidFill>
                <a:latin typeface="Calibri" pitchFamily="34" charset="0"/>
                <a:ea typeface="Calibri" pitchFamily="34" charset="-122"/>
                <a:cs typeface="Calibri" pitchFamily="34" charset="-120"/>
              </a:rPr>
              <a:t>Execution follows the stated plan — compare plan vs actual tool calls in &lt;thinking&gt;</a:t>
            </a:r>
            <a:endParaRPr lang="en-US" sz="1190" dirty="0"/>
          </a:p>
        </p:txBody>
      </p:sp>
      <p:sp>
        <p:nvSpPr>
          <p:cNvPr id="21" name="Text 19"/>
          <p:cNvSpPr/>
          <p:nvPr/>
        </p:nvSpPr>
        <p:spPr>
          <a:xfrm>
            <a:off x="5248656" y="3791560"/>
            <a:ext cx="921715" cy="281635"/>
          </a:xfrm>
          <a:prstGeom prst="rect">
            <a:avLst/>
          </a:prstGeom>
          <a:noFill/>
          <a:ln/>
        </p:spPr>
        <p:txBody>
          <a:bodyPr wrap="square" lIns="0" tIns="0" rIns="0" bIns="0" rtlCol="0" anchor="ctr"/>
          <a:lstStyle/>
          <a:p>
            <a:pPr algn="r"/>
            <a:r>
              <a:rPr lang="en-US" sz="1260" b="1" dirty="0">
                <a:solidFill>
                  <a:srgbClr val="1E7A4A"/>
                </a:solidFill>
                <a:latin typeface="Calibri" pitchFamily="34" charset="0"/>
                <a:ea typeface="Calibri" pitchFamily="34" charset="-122"/>
                <a:cs typeface="Calibri" pitchFamily="34" charset="-120"/>
              </a:rPr>
              <a:t>≥ 0.7</a:t>
            </a:r>
            <a:endParaRPr lang="en-US" sz="1260" dirty="0"/>
          </a:p>
        </p:txBody>
      </p:sp>
      <p:sp>
        <p:nvSpPr>
          <p:cNvPr id="22" name="Shape 20"/>
          <p:cNvSpPr/>
          <p:nvPr/>
        </p:nvSpPr>
        <p:spPr>
          <a:xfrm>
            <a:off x="230429" y="4892497"/>
            <a:ext cx="6016752" cy="742493"/>
          </a:xfrm>
          <a:prstGeom prst="rect">
            <a:avLst/>
          </a:prstGeom>
          <a:solidFill>
            <a:srgbClr val="EBF2FA"/>
          </a:solidFill>
          <a:ln w="3810">
            <a:solidFill>
              <a:srgbClr val="D0DDE8"/>
            </a:solidFill>
            <a:prstDash val="solid"/>
          </a:ln>
        </p:spPr>
        <p:txBody>
          <a:bodyPr/>
          <a:lstStyle/>
          <a:p>
            <a:endParaRPr lang="en-US" sz="2519"/>
          </a:p>
        </p:txBody>
      </p:sp>
      <p:sp>
        <p:nvSpPr>
          <p:cNvPr id="23" name="Shape 21"/>
          <p:cNvSpPr/>
          <p:nvPr/>
        </p:nvSpPr>
        <p:spPr>
          <a:xfrm>
            <a:off x="230429" y="4892497"/>
            <a:ext cx="76810" cy="742493"/>
          </a:xfrm>
          <a:prstGeom prst="rect">
            <a:avLst/>
          </a:prstGeom>
          <a:solidFill>
            <a:srgbClr val="8B2E2E"/>
          </a:solidFill>
          <a:ln/>
        </p:spPr>
        <p:txBody>
          <a:bodyPr/>
          <a:lstStyle/>
          <a:p>
            <a:endParaRPr lang="en-US" sz="2519"/>
          </a:p>
        </p:txBody>
      </p:sp>
      <p:sp>
        <p:nvSpPr>
          <p:cNvPr id="24" name="Shape 22"/>
          <p:cNvSpPr/>
          <p:nvPr/>
        </p:nvSpPr>
        <p:spPr>
          <a:xfrm>
            <a:off x="384048" y="5020513"/>
            <a:ext cx="460858" cy="460858"/>
          </a:xfrm>
          <a:prstGeom prst="ellipse">
            <a:avLst/>
          </a:prstGeom>
          <a:solidFill>
            <a:srgbClr val="8B2E2E"/>
          </a:solidFill>
          <a:ln/>
        </p:spPr>
        <p:txBody>
          <a:bodyPr/>
          <a:lstStyle/>
          <a:p>
            <a:endParaRPr lang="en-US" sz="2519"/>
          </a:p>
        </p:txBody>
      </p:sp>
      <p:sp>
        <p:nvSpPr>
          <p:cNvPr id="25" name="Text 23"/>
          <p:cNvSpPr/>
          <p:nvPr/>
        </p:nvSpPr>
        <p:spPr>
          <a:xfrm>
            <a:off x="384048" y="5020513"/>
            <a:ext cx="460858" cy="460858"/>
          </a:xfrm>
          <a:prstGeom prst="rect">
            <a:avLst/>
          </a:prstGeom>
          <a:noFill/>
          <a:ln/>
        </p:spPr>
        <p:txBody>
          <a:bodyPr wrap="square" lIns="0" tIns="0" rIns="0" bIns="0" rtlCol="0" anchor="ctr"/>
          <a:lstStyle/>
          <a:p>
            <a:pPr algn="ctr"/>
            <a:r>
              <a:rPr lang="en-US" sz="1540" b="1" dirty="0">
                <a:solidFill>
                  <a:srgbClr val="FFFFFF"/>
                </a:solidFill>
                <a:latin typeface="Calibri" pitchFamily="34" charset="0"/>
                <a:ea typeface="Calibri" pitchFamily="34" charset="-122"/>
                <a:cs typeface="Calibri" pitchFamily="34" charset="-120"/>
              </a:rPr>
              <a:t>3</a:t>
            </a:r>
            <a:endParaRPr lang="en-US" sz="1540" dirty="0"/>
          </a:p>
        </p:txBody>
      </p:sp>
      <p:sp>
        <p:nvSpPr>
          <p:cNvPr id="26" name="Text 24"/>
          <p:cNvSpPr/>
          <p:nvPr/>
        </p:nvSpPr>
        <p:spPr>
          <a:xfrm>
            <a:off x="947318" y="4969307"/>
            <a:ext cx="4480560" cy="281635"/>
          </a:xfrm>
          <a:prstGeom prst="rect">
            <a:avLst/>
          </a:prstGeom>
          <a:noFill/>
          <a:ln/>
        </p:spPr>
        <p:txBody>
          <a:bodyPr wrap="square" lIns="0" tIns="0" rIns="0" bIns="0" rtlCol="0" anchor="ctr"/>
          <a:lstStyle/>
          <a:p>
            <a:r>
              <a:rPr lang="en-US" sz="1400" b="1" dirty="0">
                <a:solidFill>
                  <a:srgbClr val="8B2E2E"/>
                </a:solidFill>
                <a:latin typeface="Calibri" pitchFamily="34" charset="0"/>
                <a:ea typeface="Calibri" pitchFamily="34" charset="-122"/>
                <a:cs typeface="Calibri" pitchFamily="34" charset="-120"/>
              </a:rPr>
              <a:t>Logical Consistency</a:t>
            </a:r>
            <a:endParaRPr lang="en-US" sz="1400" dirty="0"/>
          </a:p>
        </p:txBody>
      </p:sp>
      <p:sp>
        <p:nvSpPr>
          <p:cNvPr id="27" name="Text 25"/>
          <p:cNvSpPr/>
          <p:nvPr/>
        </p:nvSpPr>
        <p:spPr>
          <a:xfrm>
            <a:off x="947318" y="5250942"/>
            <a:ext cx="4480560" cy="307238"/>
          </a:xfrm>
          <a:prstGeom prst="rect">
            <a:avLst/>
          </a:prstGeom>
          <a:noFill/>
          <a:ln/>
        </p:spPr>
        <p:txBody>
          <a:bodyPr wrap="square" lIns="0" tIns="0" rIns="0" bIns="0" rtlCol="0" anchor="ctr"/>
          <a:lstStyle/>
          <a:p>
            <a:r>
              <a:rPr lang="en-US" sz="1190" dirty="0">
                <a:solidFill>
                  <a:srgbClr val="555555"/>
                </a:solidFill>
                <a:latin typeface="Calibri" pitchFamily="34" charset="0"/>
                <a:ea typeface="Calibri" pitchFamily="34" charset="-122"/>
                <a:cs typeface="Calibri" pitchFamily="34" charset="-120"/>
              </a:rPr>
              <a:t>Conclusions traceable to tool outputs — &lt;thinking&gt; reasoning → &lt;analysis&gt; conclusion</a:t>
            </a:r>
            <a:endParaRPr lang="en-US" sz="1190" dirty="0"/>
          </a:p>
        </p:txBody>
      </p:sp>
      <p:sp>
        <p:nvSpPr>
          <p:cNvPr id="28" name="Text 26"/>
          <p:cNvSpPr/>
          <p:nvPr/>
        </p:nvSpPr>
        <p:spPr>
          <a:xfrm>
            <a:off x="5248656" y="4969307"/>
            <a:ext cx="921715" cy="281635"/>
          </a:xfrm>
          <a:prstGeom prst="rect">
            <a:avLst/>
          </a:prstGeom>
          <a:noFill/>
          <a:ln/>
        </p:spPr>
        <p:txBody>
          <a:bodyPr wrap="square" lIns="0" tIns="0" rIns="0" bIns="0" rtlCol="0" anchor="ctr"/>
          <a:lstStyle/>
          <a:p>
            <a:pPr algn="r"/>
            <a:r>
              <a:rPr lang="en-US" sz="1260" b="1" dirty="0">
                <a:solidFill>
                  <a:srgbClr val="1E7A4A"/>
                </a:solidFill>
                <a:latin typeface="Calibri" pitchFamily="34" charset="0"/>
                <a:ea typeface="Calibri" pitchFamily="34" charset="-122"/>
                <a:cs typeface="Calibri" pitchFamily="34" charset="-120"/>
              </a:rPr>
              <a:t>≥ 0.8 ⚑</a:t>
            </a:r>
            <a:endParaRPr lang="en-US" sz="1260" dirty="0"/>
          </a:p>
        </p:txBody>
      </p:sp>
      <p:sp>
        <p:nvSpPr>
          <p:cNvPr id="29" name="Shape 27"/>
          <p:cNvSpPr/>
          <p:nvPr/>
        </p:nvSpPr>
        <p:spPr>
          <a:xfrm>
            <a:off x="6503213" y="1589684"/>
            <a:ext cx="6067958" cy="2893162"/>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30" name="Shape 28"/>
          <p:cNvSpPr/>
          <p:nvPr/>
        </p:nvSpPr>
        <p:spPr>
          <a:xfrm>
            <a:off x="6503213" y="1589684"/>
            <a:ext cx="6067958" cy="486461"/>
          </a:xfrm>
          <a:prstGeom prst="rect">
            <a:avLst/>
          </a:prstGeom>
          <a:solidFill>
            <a:srgbClr val="1A6B3C"/>
          </a:solidFill>
          <a:ln/>
        </p:spPr>
        <p:txBody>
          <a:bodyPr/>
          <a:lstStyle/>
          <a:p>
            <a:endParaRPr lang="en-US" sz="2519"/>
          </a:p>
        </p:txBody>
      </p:sp>
      <p:sp>
        <p:nvSpPr>
          <p:cNvPr id="31" name="Text 29"/>
          <p:cNvSpPr/>
          <p:nvPr/>
        </p:nvSpPr>
        <p:spPr>
          <a:xfrm>
            <a:off x="6682435" y="1653692"/>
            <a:ext cx="5709514"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Efficiency &amp; Tool Use</a:t>
            </a:r>
            <a:endParaRPr lang="en-US" sz="1680" dirty="0"/>
          </a:p>
        </p:txBody>
      </p:sp>
      <p:sp>
        <p:nvSpPr>
          <p:cNvPr id="32" name="Text 30"/>
          <p:cNvSpPr/>
          <p:nvPr/>
        </p:nvSpPr>
        <p:spPr>
          <a:xfrm>
            <a:off x="6682435" y="2127352"/>
            <a:ext cx="5709514" cy="358445"/>
          </a:xfrm>
          <a:prstGeom prst="rect">
            <a:avLst/>
          </a:prstGeom>
          <a:noFill/>
          <a:ln/>
        </p:spPr>
        <p:txBody>
          <a:bodyPr wrap="square" lIns="0" tIns="0" rIns="0" bIns="0" rtlCol="0" anchor="ctr"/>
          <a:lstStyle/>
          <a:p>
            <a:r>
              <a:rPr lang="en-US" sz="1400" i="1" dirty="0">
                <a:solidFill>
                  <a:srgbClr val="1A6B3C"/>
                </a:solidFill>
                <a:latin typeface="Calibri" pitchFamily="34" charset="0"/>
                <a:ea typeface="Calibri" pitchFamily="34" charset="-122"/>
                <a:cs typeface="Calibri" pitchFamily="34" charset="-120"/>
              </a:rPr>
              <a:t>Did the agent use tools appropriately and efficiently?</a:t>
            </a:r>
            <a:endParaRPr lang="en-US" sz="1400" dirty="0"/>
          </a:p>
        </p:txBody>
      </p:sp>
      <p:sp>
        <p:nvSpPr>
          <p:cNvPr id="33" name="Shape 31"/>
          <p:cNvSpPr/>
          <p:nvPr/>
        </p:nvSpPr>
        <p:spPr>
          <a:xfrm>
            <a:off x="6503213" y="2537003"/>
            <a:ext cx="6067958" cy="742493"/>
          </a:xfrm>
          <a:prstGeom prst="rect">
            <a:avLst/>
          </a:prstGeom>
          <a:solidFill>
            <a:srgbClr val="EBF2FA"/>
          </a:solidFill>
          <a:ln w="3810">
            <a:solidFill>
              <a:srgbClr val="D0DDE8"/>
            </a:solidFill>
            <a:prstDash val="solid"/>
          </a:ln>
        </p:spPr>
        <p:txBody>
          <a:bodyPr/>
          <a:lstStyle/>
          <a:p>
            <a:endParaRPr lang="en-US" sz="2519"/>
          </a:p>
        </p:txBody>
      </p:sp>
      <p:sp>
        <p:nvSpPr>
          <p:cNvPr id="34" name="Shape 32"/>
          <p:cNvSpPr/>
          <p:nvPr/>
        </p:nvSpPr>
        <p:spPr>
          <a:xfrm>
            <a:off x="6503213" y="2537003"/>
            <a:ext cx="76810" cy="742493"/>
          </a:xfrm>
          <a:prstGeom prst="rect">
            <a:avLst/>
          </a:prstGeom>
          <a:solidFill>
            <a:srgbClr val="1B7A72"/>
          </a:solidFill>
          <a:ln/>
        </p:spPr>
        <p:txBody>
          <a:bodyPr/>
          <a:lstStyle/>
          <a:p>
            <a:endParaRPr lang="en-US" sz="2519"/>
          </a:p>
        </p:txBody>
      </p:sp>
      <p:sp>
        <p:nvSpPr>
          <p:cNvPr id="35" name="Shape 33"/>
          <p:cNvSpPr/>
          <p:nvPr/>
        </p:nvSpPr>
        <p:spPr>
          <a:xfrm>
            <a:off x="6656832" y="2665019"/>
            <a:ext cx="460858" cy="460858"/>
          </a:xfrm>
          <a:prstGeom prst="ellipse">
            <a:avLst/>
          </a:prstGeom>
          <a:solidFill>
            <a:srgbClr val="1B7A72"/>
          </a:solidFill>
          <a:ln/>
        </p:spPr>
        <p:txBody>
          <a:bodyPr/>
          <a:lstStyle/>
          <a:p>
            <a:endParaRPr lang="en-US" sz="2519"/>
          </a:p>
        </p:txBody>
      </p:sp>
      <p:sp>
        <p:nvSpPr>
          <p:cNvPr id="36" name="Text 34"/>
          <p:cNvSpPr/>
          <p:nvPr/>
        </p:nvSpPr>
        <p:spPr>
          <a:xfrm>
            <a:off x="6656832" y="2665019"/>
            <a:ext cx="460858" cy="460858"/>
          </a:xfrm>
          <a:prstGeom prst="rect">
            <a:avLst/>
          </a:prstGeom>
          <a:noFill/>
          <a:ln/>
        </p:spPr>
        <p:txBody>
          <a:bodyPr wrap="square" lIns="0" tIns="0" rIns="0" bIns="0" rtlCol="0" anchor="ctr"/>
          <a:lstStyle/>
          <a:p>
            <a:pPr algn="ctr"/>
            <a:r>
              <a:rPr lang="en-US" sz="1540" b="1" dirty="0">
                <a:solidFill>
                  <a:srgbClr val="FFFFFF"/>
                </a:solidFill>
                <a:latin typeface="Calibri" pitchFamily="34" charset="0"/>
                <a:ea typeface="Calibri" pitchFamily="34" charset="-122"/>
                <a:cs typeface="Calibri" pitchFamily="34" charset="-120"/>
              </a:rPr>
              <a:t>4</a:t>
            </a:r>
            <a:endParaRPr lang="en-US" sz="1540" dirty="0"/>
          </a:p>
        </p:txBody>
      </p:sp>
      <p:sp>
        <p:nvSpPr>
          <p:cNvPr id="37" name="Text 35"/>
          <p:cNvSpPr/>
          <p:nvPr/>
        </p:nvSpPr>
        <p:spPr>
          <a:xfrm>
            <a:off x="7220103" y="2613813"/>
            <a:ext cx="4531766" cy="281635"/>
          </a:xfrm>
          <a:prstGeom prst="rect">
            <a:avLst/>
          </a:prstGeom>
          <a:noFill/>
          <a:ln/>
        </p:spPr>
        <p:txBody>
          <a:bodyPr wrap="square" lIns="0" tIns="0" rIns="0" bIns="0" rtlCol="0" anchor="ctr"/>
          <a:lstStyle/>
          <a:p>
            <a:r>
              <a:rPr lang="en-US" sz="1400" b="1" dirty="0">
                <a:solidFill>
                  <a:srgbClr val="1B7A72"/>
                </a:solidFill>
                <a:latin typeface="Calibri" pitchFamily="34" charset="0"/>
                <a:ea typeface="Calibri" pitchFamily="34" charset="-122"/>
                <a:cs typeface="Calibri" pitchFamily="34" charset="-120"/>
              </a:rPr>
              <a:t>Execution Efficiency</a:t>
            </a:r>
            <a:endParaRPr lang="en-US" sz="1400" dirty="0"/>
          </a:p>
        </p:txBody>
      </p:sp>
      <p:sp>
        <p:nvSpPr>
          <p:cNvPr id="38" name="Text 36"/>
          <p:cNvSpPr/>
          <p:nvPr/>
        </p:nvSpPr>
        <p:spPr>
          <a:xfrm>
            <a:off x="7220103" y="2895448"/>
            <a:ext cx="4531766" cy="307238"/>
          </a:xfrm>
          <a:prstGeom prst="rect">
            <a:avLst/>
          </a:prstGeom>
          <a:noFill/>
          <a:ln/>
        </p:spPr>
        <p:txBody>
          <a:bodyPr wrap="square" lIns="0" tIns="0" rIns="0" bIns="0" rtlCol="0" anchor="ctr"/>
          <a:lstStyle/>
          <a:p>
            <a:r>
              <a:rPr lang="en-US" sz="1190" dirty="0">
                <a:solidFill>
                  <a:srgbClr val="555555"/>
                </a:solidFill>
                <a:latin typeface="Calibri" pitchFamily="34" charset="0"/>
                <a:ea typeface="Calibri" pitchFamily="34" charset="-122"/>
                <a:cs typeface="Calibri" pitchFamily="34" charset="-120"/>
              </a:rPr>
              <a:t>No redundant tool calls — count tool calls in &lt;thinking&gt;</a:t>
            </a:r>
            <a:endParaRPr lang="en-US" sz="1190" dirty="0"/>
          </a:p>
        </p:txBody>
      </p:sp>
      <p:sp>
        <p:nvSpPr>
          <p:cNvPr id="39" name="Text 37"/>
          <p:cNvSpPr/>
          <p:nvPr/>
        </p:nvSpPr>
        <p:spPr>
          <a:xfrm>
            <a:off x="11572647" y="2613813"/>
            <a:ext cx="921715" cy="281635"/>
          </a:xfrm>
          <a:prstGeom prst="rect">
            <a:avLst/>
          </a:prstGeom>
          <a:noFill/>
          <a:ln/>
        </p:spPr>
        <p:txBody>
          <a:bodyPr wrap="square" lIns="0" tIns="0" rIns="0" bIns="0" rtlCol="0" anchor="ctr"/>
          <a:lstStyle/>
          <a:p>
            <a:pPr algn="r"/>
            <a:r>
              <a:rPr lang="en-US" sz="1260" b="1" dirty="0">
                <a:solidFill>
                  <a:srgbClr val="1E7A4A"/>
                </a:solidFill>
                <a:latin typeface="Calibri" pitchFamily="34" charset="0"/>
                <a:ea typeface="Calibri" pitchFamily="34" charset="-122"/>
                <a:cs typeface="Calibri" pitchFamily="34" charset="-120"/>
              </a:rPr>
              <a:t>≥ 0.7</a:t>
            </a:r>
            <a:endParaRPr lang="en-US" sz="1260" dirty="0"/>
          </a:p>
        </p:txBody>
      </p:sp>
      <p:sp>
        <p:nvSpPr>
          <p:cNvPr id="40" name="Shape 38"/>
          <p:cNvSpPr/>
          <p:nvPr/>
        </p:nvSpPr>
        <p:spPr>
          <a:xfrm>
            <a:off x="6503213" y="3663544"/>
            <a:ext cx="6067958" cy="742493"/>
          </a:xfrm>
          <a:prstGeom prst="rect">
            <a:avLst/>
          </a:prstGeom>
          <a:solidFill>
            <a:srgbClr val="EBF2FA"/>
          </a:solidFill>
          <a:ln w="3810">
            <a:solidFill>
              <a:srgbClr val="D0DDE8"/>
            </a:solidFill>
            <a:prstDash val="solid"/>
          </a:ln>
        </p:spPr>
        <p:txBody>
          <a:bodyPr/>
          <a:lstStyle/>
          <a:p>
            <a:endParaRPr lang="en-US" sz="2519"/>
          </a:p>
        </p:txBody>
      </p:sp>
      <p:sp>
        <p:nvSpPr>
          <p:cNvPr id="41" name="Shape 39"/>
          <p:cNvSpPr/>
          <p:nvPr/>
        </p:nvSpPr>
        <p:spPr>
          <a:xfrm>
            <a:off x="6503213" y="3663544"/>
            <a:ext cx="76810" cy="742493"/>
          </a:xfrm>
          <a:prstGeom prst="rect">
            <a:avLst/>
          </a:prstGeom>
          <a:solidFill>
            <a:srgbClr val="8B6014"/>
          </a:solidFill>
          <a:ln/>
        </p:spPr>
        <p:txBody>
          <a:bodyPr/>
          <a:lstStyle/>
          <a:p>
            <a:endParaRPr lang="en-US" sz="2519"/>
          </a:p>
        </p:txBody>
      </p:sp>
      <p:sp>
        <p:nvSpPr>
          <p:cNvPr id="42" name="Shape 40"/>
          <p:cNvSpPr/>
          <p:nvPr/>
        </p:nvSpPr>
        <p:spPr>
          <a:xfrm>
            <a:off x="6656832" y="3791559"/>
            <a:ext cx="460858" cy="460858"/>
          </a:xfrm>
          <a:prstGeom prst="ellipse">
            <a:avLst/>
          </a:prstGeom>
          <a:solidFill>
            <a:srgbClr val="8B6014"/>
          </a:solidFill>
          <a:ln/>
        </p:spPr>
        <p:txBody>
          <a:bodyPr/>
          <a:lstStyle/>
          <a:p>
            <a:endParaRPr lang="en-US" sz="2519"/>
          </a:p>
        </p:txBody>
      </p:sp>
      <p:sp>
        <p:nvSpPr>
          <p:cNvPr id="43" name="Text 41"/>
          <p:cNvSpPr/>
          <p:nvPr/>
        </p:nvSpPr>
        <p:spPr>
          <a:xfrm>
            <a:off x="6656832" y="3791559"/>
            <a:ext cx="460858" cy="460858"/>
          </a:xfrm>
          <a:prstGeom prst="rect">
            <a:avLst/>
          </a:prstGeom>
          <a:noFill/>
          <a:ln/>
        </p:spPr>
        <p:txBody>
          <a:bodyPr wrap="square" lIns="0" tIns="0" rIns="0" bIns="0" rtlCol="0" anchor="ctr"/>
          <a:lstStyle/>
          <a:p>
            <a:pPr algn="ctr"/>
            <a:r>
              <a:rPr lang="en-US" sz="1540" b="1" dirty="0">
                <a:solidFill>
                  <a:srgbClr val="FFFFFF"/>
                </a:solidFill>
                <a:latin typeface="Calibri" pitchFamily="34" charset="0"/>
                <a:ea typeface="Calibri" pitchFamily="34" charset="-122"/>
                <a:cs typeface="Calibri" pitchFamily="34" charset="-120"/>
              </a:rPr>
              <a:t>5</a:t>
            </a:r>
            <a:endParaRPr lang="en-US" sz="1540" dirty="0"/>
          </a:p>
        </p:txBody>
      </p:sp>
      <p:sp>
        <p:nvSpPr>
          <p:cNvPr id="44" name="Text 42"/>
          <p:cNvSpPr/>
          <p:nvPr/>
        </p:nvSpPr>
        <p:spPr>
          <a:xfrm>
            <a:off x="7220103" y="3740353"/>
            <a:ext cx="4531766" cy="281635"/>
          </a:xfrm>
          <a:prstGeom prst="rect">
            <a:avLst/>
          </a:prstGeom>
          <a:noFill/>
          <a:ln/>
        </p:spPr>
        <p:txBody>
          <a:bodyPr wrap="square" lIns="0" tIns="0" rIns="0" bIns="0" rtlCol="0" anchor="ctr"/>
          <a:lstStyle/>
          <a:p>
            <a:r>
              <a:rPr lang="en-US" sz="1400" b="1" dirty="0">
                <a:solidFill>
                  <a:srgbClr val="8B6014"/>
                </a:solidFill>
                <a:latin typeface="Calibri" pitchFamily="34" charset="0"/>
                <a:ea typeface="Calibri" pitchFamily="34" charset="-122"/>
                <a:cs typeface="Calibri" pitchFamily="34" charset="-120"/>
              </a:rPr>
              <a:t>Tool Selection Quality</a:t>
            </a:r>
            <a:endParaRPr lang="en-US" sz="1400" dirty="0"/>
          </a:p>
        </p:txBody>
      </p:sp>
      <p:sp>
        <p:nvSpPr>
          <p:cNvPr id="45" name="Text 43"/>
          <p:cNvSpPr/>
          <p:nvPr/>
        </p:nvSpPr>
        <p:spPr>
          <a:xfrm>
            <a:off x="7220103" y="4021989"/>
            <a:ext cx="4531766" cy="307238"/>
          </a:xfrm>
          <a:prstGeom prst="rect">
            <a:avLst/>
          </a:prstGeom>
          <a:noFill/>
          <a:ln/>
        </p:spPr>
        <p:txBody>
          <a:bodyPr wrap="square" lIns="0" tIns="0" rIns="0" bIns="0" rtlCol="0" anchor="ctr"/>
          <a:lstStyle/>
          <a:p>
            <a:r>
              <a:rPr lang="en-US" sz="1190" dirty="0">
                <a:solidFill>
                  <a:srgbClr val="555555"/>
                </a:solidFill>
                <a:latin typeface="Calibri" pitchFamily="34" charset="0"/>
                <a:ea typeface="Calibri" pitchFamily="34" charset="-122"/>
                <a:cs typeface="Calibri" pitchFamily="34" charset="-120"/>
              </a:rPr>
              <a:t>Recommended tools used; extra tools justified in tools_used + extra_tools</a:t>
            </a:r>
            <a:endParaRPr lang="en-US" sz="1190" dirty="0"/>
          </a:p>
        </p:txBody>
      </p:sp>
      <p:sp>
        <p:nvSpPr>
          <p:cNvPr id="46" name="Text 44"/>
          <p:cNvSpPr/>
          <p:nvPr/>
        </p:nvSpPr>
        <p:spPr>
          <a:xfrm>
            <a:off x="11572647" y="3740353"/>
            <a:ext cx="921715" cy="281635"/>
          </a:xfrm>
          <a:prstGeom prst="rect">
            <a:avLst/>
          </a:prstGeom>
          <a:noFill/>
          <a:ln/>
        </p:spPr>
        <p:txBody>
          <a:bodyPr wrap="square" lIns="0" tIns="0" rIns="0" bIns="0" rtlCol="0" anchor="ctr"/>
          <a:lstStyle/>
          <a:p>
            <a:pPr algn="r"/>
            <a:r>
              <a:rPr lang="en-US" sz="1260" b="1" dirty="0">
                <a:solidFill>
                  <a:srgbClr val="1E7A4A"/>
                </a:solidFill>
                <a:latin typeface="Calibri" pitchFamily="34" charset="0"/>
                <a:ea typeface="Calibri" pitchFamily="34" charset="-122"/>
                <a:cs typeface="Calibri" pitchFamily="34" charset="-120"/>
              </a:rPr>
              <a:t>≥ 0.7</a:t>
            </a:r>
            <a:endParaRPr lang="en-US" sz="1260" dirty="0"/>
          </a:p>
        </p:txBody>
      </p:sp>
      <p:sp>
        <p:nvSpPr>
          <p:cNvPr id="47" name="Shape 45"/>
          <p:cNvSpPr/>
          <p:nvPr/>
        </p:nvSpPr>
        <p:spPr>
          <a:xfrm>
            <a:off x="6503213" y="4636465"/>
            <a:ext cx="6067958" cy="1548994"/>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48" name="Shape 46"/>
          <p:cNvSpPr/>
          <p:nvPr/>
        </p:nvSpPr>
        <p:spPr>
          <a:xfrm>
            <a:off x="6503213" y="4636465"/>
            <a:ext cx="6067958" cy="486461"/>
          </a:xfrm>
          <a:prstGeom prst="rect">
            <a:avLst/>
          </a:prstGeom>
          <a:solidFill>
            <a:srgbClr val="1A6B3C"/>
          </a:solidFill>
          <a:ln/>
        </p:spPr>
        <p:txBody>
          <a:bodyPr/>
          <a:lstStyle/>
          <a:p>
            <a:endParaRPr lang="en-US" sz="2519"/>
          </a:p>
        </p:txBody>
      </p:sp>
      <p:sp>
        <p:nvSpPr>
          <p:cNvPr id="49" name="Text 47"/>
          <p:cNvSpPr/>
          <p:nvPr/>
        </p:nvSpPr>
        <p:spPr>
          <a:xfrm>
            <a:off x="6682435" y="4700473"/>
            <a:ext cx="5709514"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Pass Conditions</a:t>
            </a:r>
            <a:endParaRPr lang="en-US" sz="1680" dirty="0"/>
          </a:p>
        </p:txBody>
      </p:sp>
      <p:sp>
        <p:nvSpPr>
          <p:cNvPr id="50" name="Text 48"/>
          <p:cNvSpPr/>
          <p:nvPr/>
        </p:nvSpPr>
        <p:spPr>
          <a:xfrm>
            <a:off x="6682435" y="5174132"/>
            <a:ext cx="5709514" cy="230429"/>
          </a:xfrm>
          <a:prstGeom prst="rect">
            <a:avLst/>
          </a:prstGeom>
          <a:noFill/>
          <a:ln/>
        </p:spPr>
        <p:txBody>
          <a:bodyPr wrap="square" lIns="0" tIns="0" rIns="0" bIns="0" rtlCol="0" anchor="ctr"/>
          <a:lstStyle/>
          <a:p>
            <a:r>
              <a:rPr lang="en-US" sz="1260" dirty="0">
                <a:solidFill>
                  <a:srgbClr val="1E7A4A"/>
                </a:solidFill>
                <a:latin typeface="Calibri" pitchFamily="34" charset="0"/>
                <a:ea typeface="Calibri" pitchFamily="34" charset="-122"/>
                <a:cs typeface="Calibri" pitchFamily="34" charset="-120"/>
              </a:rPr>
              <a:t>✓  overall  ≥ 0.8</a:t>
            </a:r>
            <a:endParaRPr lang="en-US" sz="1260" dirty="0"/>
          </a:p>
        </p:txBody>
      </p:sp>
      <p:sp>
        <p:nvSpPr>
          <p:cNvPr id="51" name="Text 49"/>
          <p:cNvSpPr/>
          <p:nvPr/>
        </p:nvSpPr>
        <p:spPr>
          <a:xfrm>
            <a:off x="6682435" y="5430164"/>
            <a:ext cx="5709514" cy="230429"/>
          </a:xfrm>
          <a:prstGeom prst="rect">
            <a:avLst/>
          </a:prstGeom>
          <a:noFill/>
          <a:ln/>
        </p:spPr>
        <p:txBody>
          <a:bodyPr wrap="square" lIns="0" tIns="0" rIns="0" bIns="0" rtlCol="0" anchor="ctr"/>
          <a:lstStyle/>
          <a:p>
            <a:r>
              <a:rPr lang="en-US" sz="1260" dirty="0">
                <a:solidFill>
                  <a:srgbClr val="1E7A4A"/>
                </a:solidFill>
                <a:latin typeface="Calibri" pitchFamily="34" charset="0"/>
                <a:cs typeface="Calibri" pitchFamily="34" charset="-120"/>
              </a:rPr>
              <a:t>✓  logical_consistency  ≥ 0.8  </a:t>
            </a:r>
          </a:p>
        </p:txBody>
      </p:sp>
      <p:sp>
        <p:nvSpPr>
          <p:cNvPr id="52" name="Text 50"/>
          <p:cNvSpPr/>
          <p:nvPr/>
        </p:nvSpPr>
        <p:spPr>
          <a:xfrm>
            <a:off x="6682435" y="5686196"/>
            <a:ext cx="5709514" cy="230429"/>
          </a:xfrm>
          <a:prstGeom prst="rect">
            <a:avLst/>
          </a:prstGeom>
          <a:noFill/>
          <a:ln/>
        </p:spPr>
        <p:txBody>
          <a:bodyPr wrap="square" lIns="0" tIns="0" rIns="0" bIns="0" rtlCol="0" anchor="ctr"/>
          <a:lstStyle/>
          <a:p>
            <a:r>
              <a:rPr lang="en-US" sz="1260" dirty="0">
                <a:solidFill>
                  <a:srgbClr val="1E7A4A"/>
                </a:solidFill>
                <a:latin typeface="Calibri" pitchFamily="34" charset="0"/>
                <a:ea typeface="Calibri" pitchFamily="34" charset="-122"/>
                <a:cs typeface="Calibri" pitchFamily="34" charset="-120"/>
              </a:rPr>
              <a:t>✓  tool_selection_quality  ≥ 0.7</a:t>
            </a:r>
            <a:endParaRPr lang="en-US" sz="1260" dirty="0"/>
          </a:p>
        </p:txBody>
      </p:sp>
      <p:sp>
        <p:nvSpPr>
          <p:cNvPr id="53" name="Text 51"/>
          <p:cNvSpPr/>
          <p:nvPr/>
        </p:nvSpPr>
        <p:spPr>
          <a:xfrm>
            <a:off x="6682435" y="5942228"/>
            <a:ext cx="5709514" cy="230429"/>
          </a:xfrm>
          <a:prstGeom prst="rect">
            <a:avLst/>
          </a:prstGeom>
          <a:noFill/>
          <a:ln/>
        </p:spPr>
        <p:txBody>
          <a:bodyPr wrap="square" lIns="0" tIns="0" rIns="0" bIns="0" rtlCol="0" anchor="ctr"/>
          <a:lstStyle/>
          <a:p>
            <a:r>
              <a:rPr lang="en-US" sz="1260" dirty="0">
                <a:solidFill>
                  <a:srgbClr val="1E7A4A"/>
                </a:solidFill>
                <a:latin typeface="Calibri" pitchFamily="34" charset="0"/>
                <a:ea typeface="Calibri" pitchFamily="34" charset="-122"/>
                <a:cs typeface="Calibri" pitchFamily="34" charset="-120"/>
              </a:rPr>
              <a:t>✓  all other dimensions  ≥ 0.7</a:t>
            </a:r>
            <a:endParaRPr lang="en-US" sz="1260" dirty="0"/>
          </a:p>
        </p:txBody>
      </p:sp>
      <p:sp>
        <p:nvSpPr>
          <p:cNvPr id="54" name="Shape 52"/>
          <p:cNvSpPr/>
          <p:nvPr/>
        </p:nvSpPr>
        <p:spPr>
          <a:xfrm>
            <a:off x="230429" y="6121451"/>
            <a:ext cx="6016752" cy="486461"/>
          </a:xfrm>
          <a:prstGeom prst="rect">
            <a:avLst/>
          </a:prstGeom>
          <a:solidFill>
            <a:srgbClr val="FAEAEA"/>
          </a:solidFill>
          <a:ln w="10160">
            <a:solidFill>
              <a:srgbClr val="AA2222"/>
            </a:solidFill>
            <a:prstDash val="solid"/>
          </a:ln>
        </p:spPr>
        <p:txBody>
          <a:bodyPr/>
          <a:lstStyle/>
          <a:p>
            <a:endParaRPr lang="en-US" sz="2519"/>
          </a:p>
        </p:txBody>
      </p:sp>
      <p:sp>
        <p:nvSpPr>
          <p:cNvPr id="55" name="Text 53"/>
          <p:cNvSpPr/>
          <p:nvPr/>
        </p:nvSpPr>
        <p:spPr>
          <a:xfrm>
            <a:off x="409651" y="6185459"/>
            <a:ext cx="5658307" cy="358445"/>
          </a:xfrm>
          <a:prstGeom prst="rect">
            <a:avLst/>
          </a:prstGeom>
          <a:noFill/>
          <a:ln/>
        </p:spPr>
        <p:txBody>
          <a:bodyPr wrap="square" lIns="0" tIns="0" rIns="0" bIns="0" rtlCol="0" anchor="ctr"/>
          <a:lstStyle/>
          <a:p>
            <a:r>
              <a:rPr lang="en-US" sz="1260" dirty="0">
                <a:solidFill>
                  <a:srgbClr val="AA2222"/>
                </a:solidFill>
                <a:latin typeface="Calibri" pitchFamily="34" charset="0"/>
                <a:ea typeface="Calibri" pitchFamily="34" charset="-122"/>
                <a:cs typeface="Calibri" pitchFamily="34" charset="-120"/>
              </a:rPr>
              <a:t>→  FAIL: Harness retries agent once with same inputs. Still failing → mark low confidence and continue.</a:t>
            </a:r>
            <a:endParaRPr lang="en-US" sz="1260" dirty="0"/>
          </a:p>
        </p:txBody>
      </p:sp>
      <p:sp>
        <p:nvSpPr>
          <p:cNvPr id="56" name="Text 54"/>
          <p:cNvSpPr/>
          <p:nvPr/>
        </p:nvSpPr>
        <p:spPr>
          <a:xfrm>
            <a:off x="230429" y="6787134"/>
            <a:ext cx="12340742" cy="281635"/>
          </a:xfrm>
          <a:prstGeom prst="rect">
            <a:avLst/>
          </a:prstGeom>
          <a:noFill/>
          <a:ln/>
        </p:spPr>
        <p:txBody>
          <a:bodyPr wrap="square" lIns="0" tIns="0" rIns="0" bIns="0" rtlCol="0" anchor="ctr"/>
          <a:lstStyle/>
          <a:p>
            <a:r>
              <a:rPr lang="en-US" sz="1120" i="1" dirty="0">
                <a:solidFill>
                  <a:srgbClr val="555555"/>
                </a:solidFill>
                <a:latin typeface="Calibri" pitchFamily="34" charset="0"/>
                <a:ea typeface="Calibri" pitchFamily="34" charset="-122"/>
                <a:cs typeface="Calibri" pitchFamily="34" charset="-120"/>
              </a:rPr>
              <a:t>Ref: Agent GPA Framework (Snowflake, 2025) · SAUP, Zhao et al. ACL 2025  </a:t>
            </a:r>
            <a:endParaRPr lang="en-US" sz="11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921715"/>
          </a:xfrm>
          <a:prstGeom prst="rect">
            <a:avLst/>
          </a:prstGeom>
          <a:solidFill>
            <a:srgbClr val="1D6272"/>
          </a:solidFill>
          <a:ln/>
        </p:spPr>
        <p:txBody>
          <a:bodyPr/>
          <a:lstStyle/>
          <a:p>
            <a:endParaRPr lang="en-US" sz="2519"/>
          </a:p>
        </p:txBody>
      </p:sp>
      <p:sp>
        <p:nvSpPr>
          <p:cNvPr id="3" name="Text 1"/>
          <p:cNvSpPr/>
          <p:nvPr/>
        </p:nvSpPr>
        <p:spPr>
          <a:xfrm>
            <a:off x="384048" y="616763"/>
            <a:ext cx="12033504" cy="716890"/>
          </a:xfrm>
          <a:prstGeom prst="rect">
            <a:avLst/>
          </a:prstGeom>
          <a:noFill/>
          <a:ln/>
        </p:spPr>
        <p:txBody>
          <a:bodyPr wrap="square" lIns="0" tIns="0" rIns="0" bIns="0" rtlCol="0" anchor="ctr"/>
          <a:lstStyle/>
          <a:p>
            <a:r>
              <a:rPr lang="en-US" sz="3080" b="1" dirty="0">
                <a:solidFill>
                  <a:srgbClr val="FFFFFF"/>
                </a:solidFill>
                <a:latin typeface="Calibri" pitchFamily="34" charset="0"/>
                <a:ea typeface="Calibri" pitchFamily="34" charset="-122"/>
                <a:cs typeface="Calibri" pitchFamily="34" charset="-120"/>
              </a:rPr>
              <a:t>Final Assessment: Cross-Dimensional Synthesis</a:t>
            </a:r>
            <a:endParaRPr lang="en-US" sz="3080" dirty="0"/>
          </a:p>
        </p:txBody>
      </p:sp>
      <p:sp>
        <p:nvSpPr>
          <p:cNvPr id="4" name="Shape 2"/>
          <p:cNvSpPr/>
          <p:nvPr/>
        </p:nvSpPr>
        <p:spPr>
          <a:xfrm>
            <a:off x="230429" y="1589684"/>
            <a:ext cx="12340742" cy="1638605"/>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5" name="Shape 3"/>
          <p:cNvSpPr/>
          <p:nvPr/>
        </p:nvSpPr>
        <p:spPr>
          <a:xfrm>
            <a:off x="230429" y="1589684"/>
            <a:ext cx="12340742" cy="486461"/>
          </a:xfrm>
          <a:prstGeom prst="rect">
            <a:avLst/>
          </a:prstGeom>
          <a:solidFill>
            <a:srgbClr val="2B5B9E"/>
          </a:solidFill>
          <a:ln/>
        </p:spPr>
        <p:txBody>
          <a:bodyPr/>
          <a:lstStyle/>
          <a:p>
            <a:endParaRPr lang="en-US" sz="2519"/>
          </a:p>
        </p:txBody>
      </p:sp>
      <p:sp>
        <p:nvSpPr>
          <p:cNvPr id="6" name="Text 4"/>
          <p:cNvSpPr/>
          <p:nvPr/>
        </p:nvSpPr>
        <p:spPr>
          <a:xfrm>
            <a:off x="409651" y="1653692"/>
            <a:ext cx="11982298"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Per-Agent Inputs  (from 3 parallel data agents)</a:t>
            </a:r>
            <a:endParaRPr lang="en-US" sz="1680" dirty="0"/>
          </a:p>
        </p:txBody>
      </p:sp>
      <p:sp>
        <p:nvSpPr>
          <p:cNvPr id="7" name="Text 5"/>
          <p:cNvSpPr/>
          <p:nvPr/>
        </p:nvSpPr>
        <p:spPr>
          <a:xfrm>
            <a:off x="409651" y="2101748"/>
            <a:ext cx="11982298" cy="358445"/>
          </a:xfrm>
          <a:prstGeom prst="rect">
            <a:avLst/>
          </a:prstGeom>
          <a:noFill/>
          <a:ln/>
        </p:spPr>
        <p:txBody>
          <a:bodyPr wrap="square" lIns="0" tIns="0" rIns="0" bIns="0" rtlCol="0" anchor="ctr"/>
          <a:lstStyle/>
          <a:p>
            <a:r>
              <a:rPr lang="en-US" sz="1400" i="1" dirty="0">
                <a:solidFill>
                  <a:srgbClr val="2B5B9E"/>
                </a:solidFill>
                <a:latin typeface="Calibri" pitchFamily="34" charset="0"/>
                <a:ea typeface="Calibri" pitchFamily="34" charset="-122"/>
                <a:cs typeface="Calibri" pitchFamily="34" charset="-120"/>
              </a:rPr>
              <a:t>Each sub-agent contributes: severity · confidence · key_findings · flags.unresolved</a:t>
            </a:r>
            <a:endParaRPr lang="en-US" sz="1400" dirty="0"/>
          </a:p>
        </p:txBody>
      </p:sp>
      <p:sp>
        <p:nvSpPr>
          <p:cNvPr id="8" name="Shape 6"/>
          <p:cNvSpPr/>
          <p:nvPr/>
        </p:nvSpPr>
        <p:spPr>
          <a:xfrm>
            <a:off x="409651" y="2485796"/>
            <a:ext cx="3840480" cy="716890"/>
          </a:xfrm>
          <a:prstGeom prst="rect">
            <a:avLst/>
          </a:prstGeom>
          <a:solidFill>
            <a:srgbClr val="F8FAFF"/>
          </a:solidFill>
          <a:ln w="12700">
            <a:solidFill>
              <a:srgbClr val="1B7A72"/>
            </a:solidFill>
            <a:prstDash val="solid"/>
          </a:ln>
        </p:spPr>
        <p:txBody>
          <a:bodyPr/>
          <a:lstStyle/>
          <a:p>
            <a:endParaRPr lang="en-US" sz="2519"/>
          </a:p>
        </p:txBody>
      </p:sp>
      <p:sp>
        <p:nvSpPr>
          <p:cNvPr id="9" name="Shape 7"/>
          <p:cNvSpPr/>
          <p:nvPr/>
        </p:nvSpPr>
        <p:spPr>
          <a:xfrm>
            <a:off x="409651" y="2485797"/>
            <a:ext cx="3840480" cy="281635"/>
          </a:xfrm>
          <a:prstGeom prst="rect">
            <a:avLst/>
          </a:prstGeom>
          <a:solidFill>
            <a:srgbClr val="1B7A72"/>
          </a:solidFill>
          <a:ln/>
        </p:spPr>
        <p:txBody>
          <a:bodyPr/>
          <a:lstStyle/>
          <a:p>
            <a:endParaRPr lang="en-US" sz="2519"/>
          </a:p>
        </p:txBody>
      </p:sp>
      <p:sp>
        <p:nvSpPr>
          <p:cNvPr id="10" name="Text 8"/>
          <p:cNvSpPr/>
          <p:nvPr/>
        </p:nvSpPr>
        <p:spPr>
          <a:xfrm>
            <a:off x="409651" y="2485797"/>
            <a:ext cx="3840480" cy="281635"/>
          </a:xfrm>
          <a:prstGeom prst="rect">
            <a:avLst/>
          </a:prstGeom>
          <a:noFill/>
          <a:ln/>
        </p:spPr>
        <p:txBody>
          <a:bodyPr wrap="square" lIns="0" tIns="0" rIns="0" bIns="0" rtlCol="0" anchor="ctr"/>
          <a:lstStyle/>
          <a:p>
            <a:pPr algn="ctr"/>
            <a:r>
              <a:rPr lang="en-US" sz="1330" b="1" dirty="0">
                <a:solidFill>
                  <a:srgbClr val="FFFFFF"/>
                </a:solidFill>
                <a:latin typeface="Calibri" pitchFamily="34" charset="0"/>
                <a:ea typeface="Calibri" pitchFamily="34" charset="-122"/>
                <a:cs typeface="Calibri" pitchFamily="34" charset="-120"/>
              </a:rPr>
              <a:t>coverage_agent</a:t>
            </a:r>
            <a:endParaRPr lang="en-US" sz="1330" dirty="0"/>
          </a:p>
        </p:txBody>
      </p:sp>
      <p:sp>
        <p:nvSpPr>
          <p:cNvPr id="11" name="Text 9"/>
          <p:cNvSpPr/>
          <p:nvPr/>
        </p:nvSpPr>
        <p:spPr>
          <a:xfrm>
            <a:off x="409651" y="2793035"/>
            <a:ext cx="3840480" cy="358445"/>
          </a:xfrm>
          <a:prstGeom prst="rect">
            <a:avLst/>
          </a:prstGeom>
          <a:noFill/>
          <a:ln/>
        </p:spPr>
        <p:txBody>
          <a:bodyPr wrap="square" lIns="0" tIns="0" rIns="0" bIns="0" rtlCol="0" anchor="ctr"/>
          <a:lstStyle/>
          <a:p>
            <a:pPr algn="ctr"/>
            <a:r>
              <a:rPr lang="en-US" sz="1120" dirty="0">
                <a:solidFill>
                  <a:srgbClr val="555555"/>
                </a:solidFill>
                <a:latin typeface="Calibri" pitchFamily="34" charset="0"/>
                <a:ea typeface="Calibri" pitchFamily="34" charset="-122"/>
                <a:cs typeface="Calibri" pitchFamily="34" charset="-120"/>
              </a:rPr>
              <a:t>severity · confidence · findings · unresolved</a:t>
            </a:r>
            <a:endParaRPr lang="en-US" sz="1120" dirty="0"/>
          </a:p>
        </p:txBody>
      </p:sp>
      <p:sp>
        <p:nvSpPr>
          <p:cNvPr id="12" name="Shape 10"/>
          <p:cNvSpPr/>
          <p:nvPr/>
        </p:nvSpPr>
        <p:spPr>
          <a:xfrm>
            <a:off x="4403750" y="2485796"/>
            <a:ext cx="3840480" cy="716890"/>
          </a:xfrm>
          <a:prstGeom prst="rect">
            <a:avLst/>
          </a:prstGeom>
          <a:solidFill>
            <a:srgbClr val="F8FAFF"/>
          </a:solidFill>
          <a:ln w="12700">
            <a:solidFill>
              <a:srgbClr val="2B5B9E"/>
            </a:solidFill>
            <a:prstDash val="solid"/>
          </a:ln>
        </p:spPr>
        <p:txBody>
          <a:bodyPr/>
          <a:lstStyle/>
          <a:p>
            <a:endParaRPr lang="en-US" sz="2519"/>
          </a:p>
        </p:txBody>
      </p:sp>
      <p:sp>
        <p:nvSpPr>
          <p:cNvPr id="13" name="Shape 11"/>
          <p:cNvSpPr/>
          <p:nvPr/>
        </p:nvSpPr>
        <p:spPr>
          <a:xfrm>
            <a:off x="4403750" y="2485797"/>
            <a:ext cx="3840480" cy="281635"/>
          </a:xfrm>
          <a:prstGeom prst="rect">
            <a:avLst/>
          </a:prstGeom>
          <a:solidFill>
            <a:srgbClr val="2B5B9E"/>
          </a:solidFill>
          <a:ln/>
        </p:spPr>
        <p:txBody>
          <a:bodyPr/>
          <a:lstStyle/>
          <a:p>
            <a:endParaRPr lang="en-US" sz="2519"/>
          </a:p>
        </p:txBody>
      </p:sp>
      <p:sp>
        <p:nvSpPr>
          <p:cNvPr id="14" name="Text 12"/>
          <p:cNvSpPr/>
          <p:nvPr/>
        </p:nvSpPr>
        <p:spPr>
          <a:xfrm>
            <a:off x="4403750" y="2485797"/>
            <a:ext cx="3840480" cy="281635"/>
          </a:xfrm>
          <a:prstGeom prst="rect">
            <a:avLst/>
          </a:prstGeom>
          <a:noFill/>
          <a:ln/>
        </p:spPr>
        <p:txBody>
          <a:bodyPr wrap="square" lIns="0" tIns="0" rIns="0" bIns="0" rtlCol="0" anchor="ctr"/>
          <a:lstStyle/>
          <a:p>
            <a:pPr algn="ctr"/>
            <a:r>
              <a:rPr lang="en-US" sz="1330" b="1" dirty="0">
                <a:solidFill>
                  <a:srgbClr val="FFFFFF"/>
                </a:solidFill>
                <a:latin typeface="Calibri" pitchFamily="34" charset="0"/>
                <a:ea typeface="Calibri" pitchFamily="34" charset="-122"/>
                <a:cs typeface="Calibri" pitchFamily="34" charset="-120"/>
              </a:rPr>
              <a:t>kpi_agent</a:t>
            </a:r>
            <a:endParaRPr lang="en-US" sz="1330" dirty="0"/>
          </a:p>
        </p:txBody>
      </p:sp>
      <p:sp>
        <p:nvSpPr>
          <p:cNvPr id="15" name="Text 13"/>
          <p:cNvSpPr/>
          <p:nvPr/>
        </p:nvSpPr>
        <p:spPr>
          <a:xfrm>
            <a:off x="4403750" y="2793035"/>
            <a:ext cx="3840480" cy="358445"/>
          </a:xfrm>
          <a:prstGeom prst="rect">
            <a:avLst/>
          </a:prstGeom>
          <a:noFill/>
          <a:ln/>
        </p:spPr>
        <p:txBody>
          <a:bodyPr wrap="square" lIns="0" tIns="0" rIns="0" bIns="0" rtlCol="0" anchor="ctr"/>
          <a:lstStyle/>
          <a:p>
            <a:pPr algn="ctr"/>
            <a:r>
              <a:rPr lang="en-US" sz="1120" dirty="0">
                <a:solidFill>
                  <a:srgbClr val="555555"/>
                </a:solidFill>
                <a:latin typeface="Calibri" pitchFamily="34" charset="0"/>
                <a:ea typeface="Calibri" pitchFamily="34" charset="-122"/>
                <a:cs typeface="Calibri" pitchFamily="34" charset="-120"/>
              </a:rPr>
              <a:t>severity · confidence · findings · unresolved</a:t>
            </a:r>
            <a:endParaRPr lang="en-US" sz="1120" dirty="0"/>
          </a:p>
        </p:txBody>
      </p:sp>
      <p:sp>
        <p:nvSpPr>
          <p:cNvPr id="16" name="Shape 14"/>
          <p:cNvSpPr/>
          <p:nvPr/>
        </p:nvSpPr>
        <p:spPr>
          <a:xfrm>
            <a:off x="8397850" y="2485796"/>
            <a:ext cx="3840480" cy="716890"/>
          </a:xfrm>
          <a:prstGeom prst="rect">
            <a:avLst/>
          </a:prstGeom>
          <a:solidFill>
            <a:srgbClr val="F8FAFF"/>
          </a:solidFill>
          <a:ln w="12700">
            <a:solidFill>
              <a:srgbClr val="6B3FA0"/>
            </a:solidFill>
            <a:prstDash val="solid"/>
          </a:ln>
        </p:spPr>
        <p:txBody>
          <a:bodyPr/>
          <a:lstStyle/>
          <a:p>
            <a:endParaRPr lang="en-US" sz="2519"/>
          </a:p>
        </p:txBody>
      </p:sp>
      <p:sp>
        <p:nvSpPr>
          <p:cNvPr id="17" name="Shape 15"/>
          <p:cNvSpPr/>
          <p:nvPr/>
        </p:nvSpPr>
        <p:spPr>
          <a:xfrm>
            <a:off x="8397850" y="2485797"/>
            <a:ext cx="3840480" cy="281635"/>
          </a:xfrm>
          <a:prstGeom prst="rect">
            <a:avLst/>
          </a:prstGeom>
          <a:solidFill>
            <a:srgbClr val="6B3FA0"/>
          </a:solidFill>
          <a:ln/>
        </p:spPr>
        <p:txBody>
          <a:bodyPr/>
          <a:lstStyle/>
          <a:p>
            <a:endParaRPr lang="en-US" sz="2519"/>
          </a:p>
        </p:txBody>
      </p:sp>
      <p:sp>
        <p:nvSpPr>
          <p:cNvPr id="18" name="Text 16"/>
          <p:cNvSpPr/>
          <p:nvPr/>
        </p:nvSpPr>
        <p:spPr>
          <a:xfrm>
            <a:off x="8397850" y="2485797"/>
            <a:ext cx="3840480" cy="281635"/>
          </a:xfrm>
          <a:prstGeom prst="rect">
            <a:avLst/>
          </a:prstGeom>
          <a:noFill/>
          <a:ln/>
        </p:spPr>
        <p:txBody>
          <a:bodyPr wrap="square" lIns="0" tIns="0" rIns="0" bIns="0" rtlCol="0" anchor="ctr"/>
          <a:lstStyle/>
          <a:p>
            <a:pPr algn="ctr"/>
            <a:r>
              <a:rPr lang="en-US" sz="1330" b="1" dirty="0">
                <a:solidFill>
                  <a:srgbClr val="FFFFFF"/>
                </a:solidFill>
                <a:latin typeface="Calibri" pitchFamily="34" charset="0"/>
                <a:ea typeface="Calibri" pitchFamily="34" charset="-122"/>
                <a:cs typeface="Calibri" pitchFamily="34" charset="-120"/>
              </a:rPr>
              <a:t>attribute_agent</a:t>
            </a:r>
            <a:endParaRPr lang="en-US" sz="1330" dirty="0"/>
          </a:p>
        </p:txBody>
      </p:sp>
      <p:sp>
        <p:nvSpPr>
          <p:cNvPr id="19" name="Text 17"/>
          <p:cNvSpPr/>
          <p:nvPr/>
        </p:nvSpPr>
        <p:spPr>
          <a:xfrm>
            <a:off x="8397850" y="2793035"/>
            <a:ext cx="3840480" cy="358445"/>
          </a:xfrm>
          <a:prstGeom prst="rect">
            <a:avLst/>
          </a:prstGeom>
          <a:noFill/>
          <a:ln/>
        </p:spPr>
        <p:txBody>
          <a:bodyPr wrap="square" lIns="0" tIns="0" rIns="0" bIns="0" rtlCol="0" anchor="ctr"/>
          <a:lstStyle/>
          <a:p>
            <a:pPr algn="ctr"/>
            <a:r>
              <a:rPr lang="en-US" sz="1120" dirty="0">
                <a:solidFill>
                  <a:srgbClr val="555555"/>
                </a:solidFill>
                <a:latin typeface="Calibri" pitchFamily="34" charset="0"/>
                <a:ea typeface="Calibri" pitchFamily="34" charset="-122"/>
                <a:cs typeface="Calibri" pitchFamily="34" charset="-120"/>
              </a:rPr>
              <a:t>severity · confidence · findings · unresolved</a:t>
            </a:r>
            <a:endParaRPr lang="en-US" sz="1120" dirty="0"/>
          </a:p>
        </p:txBody>
      </p:sp>
      <p:sp>
        <p:nvSpPr>
          <p:cNvPr id="20" name="Shape 18"/>
          <p:cNvSpPr/>
          <p:nvPr/>
        </p:nvSpPr>
        <p:spPr>
          <a:xfrm>
            <a:off x="230429" y="3381908"/>
            <a:ext cx="7040880" cy="2560320"/>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21" name="Shape 19"/>
          <p:cNvSpPr/>
          <p:nvPr/>
        </p:nvSpPr>
        <p:spPr>
          <a:xfrm>
            <a:off x="230429" y="3381908"/>
            <a:ext cx="7040880" cy="486461"/>
          </a:xfrm>
          <a:prstGeom prst="rect">
            <a:avLst/>
          </a:prstGeom>
          <a:solidFill>
            <a:srgbClr val="1D6272"/>
          </a:solidFill>
          <a:ln/>
        </p:spPr>
        <p:txBody>
          <a:bodyPr/>
          <a:lstStyle/>
          <a:p>
            <a:endParaRPr lang="en-US" sz="2519"/>
          </a:p>
        </p:txBody>
      </p:sp>
      <p:sp>
        <p:nvSpPr>
          <p:cNvPr id="22" name="Text 20"/>
          <p:cNvSpPr/>
          <p:nvPr/>
        </p:nvSpPr>
        <p:spPr>
          <a:xfrm>
            <a:off x="409651" y="3445916"/>
            <a:ext cx="6682435"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Final Assessment Responsibilities  (goal-driven)</a:t>
            </a:r>
            <a:endParaRPr lang="en-US" sz="1680" dirty="0"/>
          </a:p>
        </p:txBody>
      </p:sp>
      <p:sp>
        <p:nvSpPr>
          <p:cNvPr id="23" name="Text 21"/>
          <p:cNvSpPr/>
          <p:nvPr/>
        </p:nvSpPr>
        <p:spPr>
          <a:xfrm>
            <a:off x="409651" y="3919576"/>
            <a:ext cx="6682435" cy="1152144"/>
          </a:xfrm>
          <a:prstGeom prst="rect">
            <a:avLst/>
          </a:prstGeom>
          <a:noFill/>
          <a:ln/>
        </p:spPr>
        <p:txBody>
          <a:bodyPr wrap="square" rtlCol="0" anchor="ctr"/>
          <a:lstStyle/>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With evidence across all 3 dimensions → produce overall severity judgment</a:t>
            </a:r>
            <a:endParaRPr lang="en-US" sz="1330" dirty="0"/>
          </a:p>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Attempt to resolve sub-agent unresolved items using cross-agent data</a:t>
            </a:r>
            <a:endParaRPr lang="en-US" sz="1330" dirty="0"/>
          </a:p>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Resolved → write to resolved list; unresolved → propagate to own flags</a:t>
            </a:r>
            <a:endParaRPr lang="en-US" sz="1330" dirty="0"/>
          </a:p>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Set confidence = "low" if critical unresolved remains after cross-agent analysis</a:t>
            </a:r>
            <a:endParaRPr lang="en-US" sz="1330" dirty="0"/>
          </a:p>
        </p:txBody>
      </p:sp>
      <p:sp>
        <p:nvSpPr>
          <p:cNvPr id="24" name="Shape 22"/>
          <p:cNvSpPr/>
          <p:nvPr/>
        </p:nvSpPr>
        <p:spPr>
          <a:xfrm>
            <a:off x="7527341" y="3381908"/>
            <a:ext cx="5043830" cy="2560320"/>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25" name="Shape 23"/>
          <p:cNvSpPr/>
          <p:nvPr/>
        </p:nvSpPr>
        <p:spPr>
          <a:xfrm>
            <a:off x="7527341" y="3381908"/>
            <a:ext cx="5043830" cy="486461"/>
          </a:xfrm>
          <a:prstGeom prst="rect">
            <a:avLst/>
          </a:prstGeom>
          <a:solidFill>
            <a:srgbClr val="6B3FA0"/>
          </a:solidFill>
          <a:ln/>
        </p:spPr>
        <p:txBody>
          <a:bodyPr/>
          <a:lstStyle/>
          <a:p>
            <a:endParaRPr lang="en-US" sz="2519"/>
          </a:p>
        </p:txBody>
      </p:sp>
      <p:sp>
        <p:nvSpPr>
          <p:cNvPr id="26" name="Text 24"/>
          <p:cNvSpPr/>
          <p:nvPr/>
        </p:nvSpPr>
        <p:spPr>
          <a:xfrm>
            <a:off x="7706563" y="3445916"/>
            <a:ext cx="4685386"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Output  &lt;analysis&gt;</a:t>
            </a:r>
            <a:endParaRPr lang="en-US" sz="1680" dirty="0"/>
          </a:p>
        </p:txBody>
      </p:sp>
      <p:sp>
        <p:nvSpPr>
          <p:cNvPr id="27" name="Text 25"/>
          <p:cNvSpPr/>
          <p:nvPr/>
        </p:nvSpPr>
        <p:spPr>
          <a:xfrm>
            <a:off x="7706563" y="3945179"/>
            <a:ext cx="4685386" cy="358445"/>
          </a:xfrm>
          <a:prstGeom prst="rect">
            <a:avLst/>
          </a:prstGeom>
          <a:noFill/>
          <a:ln/>
        </p:spPr>
        <p:txBody>
          <a:bodyPr wrap="square" lIns="0" tIns="0" rIns="0" bIns="0" rtlCol="0" anchor="ctr"/>
          <a:lstStyle/>
          <a:p>
            <a:r>
              <a:rPr lang="en-US" sz="1260" b="1" dirty="0">
                <a:solidFill>
                  <a:srgbClr val="6B3FA0"/>
                </a:solidFill>
                <a:latin typeface="Calibri" pitchFamily="34" charset="0"/>
                <a:ea typeface="Calibri" pitchFamily="34" charset="-122"/>
                <a:cs typeface="Calibri" pitchFamily="34" charset="-120"/>
              </a:rPr>
              <a:t>overall_severity:  </a:t>
            </a:r>
            <a:r>
              <a:rPr lang="en-US" sz="1260" dirty="0">
                <a:solidFill>
                  <a:srgbClr val="1A1A2E"/>
                </a:solidFill>
                <a:latin typeface="Calibri" pitchFamily="34" charset="0"/>
                <a:ea typeface="Calibri" pitchFamily="34" charset="-122"/>
                <a:cs typeface="Calibri" pitchFamily="34" charset="-120"/>
              </a:rPr>
              <a:t>low / moderate / high</a:t>
            </a:r>
            <a:endParaRPr lang="en-US" sz="1260" dirty="0"/>
          </a:p>
        </p:txBody>
      </p:sp>
      <p:sp>
        <p:nvSpPr>
          <p:cNvPr id="28" name="Shape 26"/>
          <p:cNvSpPr/>
          <p:nvPr/>
        </p:nvSpPr>
        <p:spPr>
          <a:xfrm>
            <a:off x="7706563" y="4303624"/>
            <a:ext cx="4685386" cy="0"/>
          </a:xfrm>
          <a:prstGeom prst="line">
            <a:avLst/>
          </a:prstGeom>
          <a:noFill/>
          <a:ln w="3810">
            <a:solidFill>
              <a:srgbClr val="E0D0F0"/>
            </a:solidFill>
            <a:prstDash val="solid"/>
          </a:ln>
        </p:spPr>
        <p:txBody>
          <a:bodyPr/>
          <a:lstStyle/>
          <a:p>
            <a:endParaRPr lang="en-US" sz="2519"/>
          </a:p>
        </p:txBody>
      </p:sp>
      <p:sp>
        <p:nvSpPr>
          <p:cNvPr id="29" name="Text 27"/>
          <p:cNvSpPr/>
          <p:nvPr/>
        </p:nvSpPr>
        <p:spPr>
          <a:xfrm>
            <a:off x="7706563" y="4380433"/>
            <a:ext cx="4685386" cy="358445"/>
          </a:xfrm>
          <a:prstGeom prst="rect">
            <a:avLst/>
          </a:prstGeom>
          <a:noFill/>
          <a:ln/>
        </p:spPr>
        <p:txBody>
          <a:bodyPr wrap="square" lIns="0" tIns="0" rIns="0" bIns="0" rtlCol="0" anchor="ctr"/>
          <a:lstStyle/>
          <a:p>
            <a:r>
              <a:rPr lang="en-US" sz="1260" b="1" dirty="0">
                <a:solidFill>
                  <a:srgbClr val="6B3FA0"/>
                </a:solidFill>
                <a:latin typeface="Calibri" pitchFamily="34" charset="0"/>
                <a:ea typeface="Calibri" pitchFamily="34" charset="-122"/>
                <a:cs typeface="Calibri" pitchFamily="34" charset="-120"/>
              </a:rPr>
              <a:t>confidence:  </a:t>
            </a:r>
            <a:r>
              <a:rPr lang="en-US" sz="1260" dirty="0">
                <a:solidFill>
                  <a:srgbClr val="1A1A2E"/>
                </a:solidFill>
                <a:latin typeface="Calibri" pitchFamily="34" charset="0"/>
                <a:ea typeface="Calibri" pitchFamily="34" charset="-122"/>
                <a:cs typeface="Calibri" pitchFamily="34" charset="-120"/>
              </a:rPr>
              <a:t>low / medium / high</a:t>
            </a:r>
            <a:endParaRPr lang="en-US" sz="1260" dirty="0"/>
          </a:p>
        </p:txBody>
      </p:sp>
      <p:sp>
        <p:nvSpPr>
          <p:cNvPr id="30" name="Shape 28"/>
          <p:cNvSpPr/>
          <p:nvPr/>
        </p:nvSpPr>
        <p:spPr>
          <a:xfrm>
            <a:off x="7706563" y="4738878"/>
            <a:ext cx="4685386" cy="0"/>
          </a:xfrm>
          <a:prstGeom prst="line">
            <a:avLst/>
          </a:prstGeom>
          <a:noFill/>
          <a:ln w="3810">
            <a:solidFill>
              <a:srgbClr val="E0D0F0"/>
            </a:solidFill>
            <a:prstDash val="solid"/>
          </a:ln>
        </p:spPr>
        <p:txBody>
          <a:bodyPr/>
          <a:lstStyle/>
          <a:p>
            <a:endParaRPr lang="en-US" sz="2519"/>
          </a:p>
        </p:txBody>
      </p:sp>
      <p:sp>
        <p:nvSpPr>
          <p:cNvPr id="31" name="Text 29"/>
          <p:cNvSpPr/>
          <p:nvPr/>
        </p:nvSpPr>
        <p:spPr>
          <a:xfrm>
            <a:off x="7706563" y="4815688"/>
            <a:ext cx="4685386" cy="358445"/>
          </a:xfrm>
          <a:prstGeom prst="rect">
            <a:avLst/>
          </a:prstGeom>
          <a:noFill/>
          <a:ln/>
        </p:spPr>
        <p:txBody>
          <a:bodyPr wrap="square" lIns="0" tIns="0" rIns="0" bIns="0" rtlCol="0" anchor="ctr"/>
          <a:lstStyle/>
          <a:p>
            <a:r>
              <a:rPr lang="en-US" sz="1260" b="1" dirty="0">
                <a:solidFill>
                  <a:srgbClr val="6B3FA0"/>
                </a:solidFill>
                <a:latin typeface="Calibri" pitchFamily="34" charset="0"/>
                <a:ea typeface="Calibri" pitchFamily="34" charset="-122"/>
                <a:cs typeface="Calibri" pitchFamily="34" charset="-120"/>
              </a:rPr>
              <a:t>conclusion:  </a:t>
            </a:r>
            <a:r>
              <a:rPr lang="en-US" sz="1260" dirty="0">
                <a:solidFill>
                  <a:srgbClr val="1A1A2E"/>
                </a:solidFill>
                <a:latin typeface="Calibri" pitchFamily="34" charset="0"/>
                <a:ea typeface="Calibri" pitchFamily="34" charset="-122"/>
                <a:cs typeface="Calibri" pitchFamily="34" charset="-120"/>
              </a:rPr>
              <a:t>free text synthesis</a:t>
            </a:r>
            <a:endParaRPr lang="en-US" sz="1260" dirty="0"/>
          </a:p>
        </p:txBody>
      </p:sp>
      <p:sp>
        <p:nvSpPr>
          <p:cNvPr id="32" name="Shape 30"/>
          <p:cNvSpPr/>
          <p:nvPr/>
        </p:nvSpPr>
        <p:spPr>
          <a:xfrm>
            <a:off x="7706563" y="5174132"/>
            <a:ext cx="4685386" cy="0"/>
          </a:xfrm>
          <a:prstGeom prst="line">
            <a:avLst/>
          </a:prstGeom>
          <a:noFill/>
          <a:ln w="3810">
            <a:solidFill>
              <a:srgbClr val="E0D0F0"/>
            </a:solidFill>
            <a:prstDash val="solid"/>
          </a:ln>
        </p:spPr>
        <p:txBody>
          <a:bodyPr/>
          <a:lstStyle/>
          <a:p>
            <a:endParaRPr lang="en-US" sz="2519"/>
          </a:p>
        </p:txBody>
      </p:sp>
      <p:sp>
        <p:nvSpPr>
          <p:cNvPr id="33" name="Text 31"/>
          <p:cNvSpPr/>
          <p:nvPr/>
        </p:nvSpPr>
        <p:spPr>
          <a:xfrm>
            <a:off x="7706563" y="5250942"/>
            <a:ext cx="4685386" cy="358445"/>
          </a:xfrm>
          <a:prstGeom prst="rect">
            <a:avLst/>
          </a:prstGeom>
          <a:noFill/>
          <a:ln/>
        </p:spPr>
        <p:txBody>
          <a:bodyPr wrap="square" lIns="0" tIns="0" rIns="0" bIns="0" rtlCol="0" anchor="ctr"/>
          <a:lstStyle/>
          <a:p>
            <a:r>
              <a:rPr lang="en-US" sz="1260" b="1" dirty="0">
                <a:solidFill>
                  <a:srgbClr val="6B3FA0"/>
                </a:solidFill>
                <a:latin typeface="Calibri" pitchFamily="34" charset="0"/>
                <a:ea typeface="Calibri" pitchFamily="34" charset="-122"/>
                <a:cs typeface="Calibri" pitchFamily="34" charset="-120"/>
              </a:rPr>
              <a:t>resolved:  </a:t>
            </a:r>
            <a:r>
              <a:rPr lang="en-US" sz="1260" dirty="0">
                <a:solidFill>
                  <a:srgbClr val="1A1A2E"/>
                </a:solidFill>
                <a:latin typeface="Calibri" pitchFamily="34" charset="0"/>
                <a:ea typeface="Calibri" pitchFamily="34" charset="-122"/>
                <a:cs typeface="Calibri" pitchFamily="34" charset="-120"/>
              </a:rPr>
              <a:t>cross-agent resolutions</a:t>
            </a:r>
            <a:endParaRPr lang="en-US" sz="1260" dirty="0"/>
          </a:p>
        </p:txBody>
      </p:sp>
      <p:sp>
        <p:nvSpPr>
          <p:cNvPr id="34" name="Shape 32"/>
          <p:cNvSpPr/>
          <p:nvPr/>
        </p:nvSpPr>
        <p:spPr>
          <a:xfrm>
            <a:off x="7706563" y="5609387"/>
            <a:ext cx="4685386" cy="0"/>
          </a:xfrm>
          <a:prstGeom prst="line">
            <a:avLst/>
          </a:prstGeom>
          <a:noFill/>
          <a:ln w="3810">
            <a:solidFill>
              <a:srgbClr val="E0D0F0"/>
            </a:solidFill>
            <a:prstDash val="solid"/>
          </a:ln>
        </p:spPr>
        <p:txBody>
          <a:bodyPr/>
          <a:lstStyle/>
          <a:p>
            <a:endParaRPr lang="en-US" sz="2519"/>
          </a:p>
        </p:txBody>
      </p:sp>
      <p:sp>
        <p:nvSpPr>
          <p:cNvPr id="35" name="Text 33"/>
          <p:cNvSpPr/>
          <p:nvPr/>
        </p:nvSpPr>
        <p:spPr>
          <a:xfrm>
            <a:off x="7706563" y="5686196"/>
            <a:ext cx="4685386" cy="358445"/>
          </a:xfrm>
          <a:prstGeom prst="rect">
            <a:avLst/>
          </a:prstGeom>
          <a:noFill/>
          <a:ln/>
        </p:spPr>
        <p:txBody>
          <a:bodyPr wrap="square" lIns="0" tIns="0" rIns="0" bIns="0" rtlCol="0" anchor="ctr"/>
          <a:lstStyle/>
          <a:p>
            <a:r>
              <a:rPr lang="en-US" sz="1260" b="1" dirty="0">
                <a:solidFill>
                  <a:srgbClr val="6B3FA0"/>
                </a:solidFill>
                <a:latin typeface="Calibri" pitchFamily="34" charset="0"/>
                <a:ea typeface="Calibri" pitchFamily="34" charset="-122"/>
                <a:cs typeface="Calibri" pitchFamily="34" charset="-120"/>
              </a:rPr>
              <a:t>flags.unresolved:  </a:t>
            </a:r>
            <a:r>
              <a:rPr lang="en-US" sz="1260" dirty="0">
                <a:solidFill>
                  <a:srgbClr val="1A1A2E"/>
                </a:solidFill>
                <a:latin typeface="Calibri" pitchFamily="34" charset="0"/>
                <a:ea typeface="Calibri" pitchFamily="34" charset="-122"/>
                <a:cs typeface="Calibri" pitchFamily="34" charset="-120"/>
              </a:rPr>
              <a:t>propagated to Human Review</a:t>
            </a:r>
            <a:endParaRPr lang="en-US" sz="1260" dirty="0"/>
          </a:p>
        </p:txBody>
      </p:sp>
      <p:sp>
        <p:nvSpPr>
          <p:cNvPr id="36" name="Shape 34"/>
          <p:cNvSpPr/>
          <p:nvPr/>
        </p:nvSpPr>
        <p:spPr>
          <a:xfrm>
            <a:off x="230429" y="6095848"/>
            <a:ext cx="12340742" cy="537667"/>
          </a:xfrm>
          <a:prstGeom prst="rect">
            <a:avLst/>
          </a:prstGeom>
          <a:solidFill>
            <a:srgbClr val="FFF3DC"/>
          </a:solidFill>
          <a:ln w="12700">
            <a:solidFill>
              <a:srgbClr val="B86A00"/>
            </a:solidFill>
            <a:prstDash val="solid"/>
          </a:ln>
        </p:spPr>
        <p:txBody>
          <a:bodyPr/>
          <a:lstStyle/>
          <a:p>
            <a:endParaRPr lang="en-US" sz="2519"/>
          </a:p>
        </p:txBody>
      </p:sp>
      <p:sp>
        <p:nvSpPr>
          <p:cNvPr id="37" name="Text 35"/>
          <p:cNvSpPr/>
          <p:nvPr/>
        </p:nvSpPr>
        <p:spPr>
          <a:xfrm>
            <a:off x="409651" y="6159856"/>
            <a:ext cx="11982298" cy="409651"/>
          </a:xfrm>
          <a:prstGeom prst="rect">
            <a:avLst/>
          </a:prstGeom>
          <a:noFill/>
          <a:ln/>
        </p:spPr>
        <p:txBody>
          <a:bodyPr wrap="square" lIns="0" tIns="0" rIns="0" bIns="0" rtlCol="0" anchor="ctr"/>
          <a:lstStyle/>
          <a:p>
            <a:r>
              <a:rPr lang="en-US" sz="1400" b="1" dirty="0">
                <a:solidFill>
                  <a:srgbClr val="B86A00"/>
                </a:solidFill>
                <a:latin typeface="Calibri" pitchFamily="34" charset="0"/>
                <a:ea typeface="Calibri" pitchFamily="34" charset="-122"/>
                <a:cs typeface="Calibri" pitchFamily="34" charset="-120"/>
              </a:rPr>
              <a:t>⚑  Human Review triggered if: Evaluator fails after retry</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921715"/>
          </a:xfrm>
          <a:prstGeom prst="rect">
            <a:avLst/>
          </a:prstGeom>
          <a:solidFill>
            <a:srgbClr val="1D6272"/>
          </a:solidFill>
          <a:ln/>
        </p:spPr>
        <p:txBody>
          <a:bodyPr/>
          <a:lstStyle/>
          <a:p>
            <a:endParaRPr lang="en-US" sz="2519"/>
          </a:p>
        </p:txBody>
      </p:sp>
      <p:sp>
        <p:nvSpPr>
          <p:cNvPr id="3" name="Text 1"/>
          <p:cNvSpPr/>
          <p:nvPr/>
        </p:nvSpPr>
        <p:spPr>
          <a:xfrm>
            <a:off x="384048" y="616763"/>
            <a:ext cx="12033504" cy="716890"/>
          </a:xfrm>
          <a:prstGeom prst="rect">
            <a:avLst/>
          </a:prstGeom>
          <a:noFill/>
          <a:ln/>
        </p:spPr>
        <p:txBody>
          <a:bodyPr wrap="square" lIns="0" tIns="0" rIns="0" bIns="0" rtlCol="0" anchor="ctr"/>
          <a:lstStyle/>
          <a:p>
            <a:r>
              <a:rPr lang="en-US" sz="3080" b="1" dirty="0">
                <a:solidFill>
                  <a:srgbClr val="FFFFFF"/>
                </a:solidFill>
                <a:latin typeface="Calibri" pitchFamily="34" charset="0"/>
                <a:ea typeface="Calibri" pitchFamily="34" charset="-122"/>
                <a:cs typeface="Calibri" pitchFamily="34" charset="-120"/>
              </a:rPr>
              <a:t>Final Assessment Evaluator: LLM as a Judge  (4 Dimensions)</a:t>
            </a:r>
            <a:endParaRPr lang="en-US" sz="3080" dirty="0"/>
          </a:p>
        </p:txBody>
      </p:sp>
      <p:sp>
        <p:nvSpPr>
          <p:cNvPr id="4" name="Shape 2"/>
          <p:cNvSpPr/>
          <p:nvPr/>
        </p:nvSpPr>
        <p:spPr>
          <a:xfrm>
            <a:off x="230429" y="1589684"/>
            <a:ext cx="6016752" cy="3277210"/>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5" name="Shape 3"/>
          <p:cNvSpPr/>
          <p:nvPr/>
        </p:nvSpPr>
        <p:spPr>
          <a:xfrm>
            <a:off x="230429" y="1589684"/>
            <a:ext cx="6016752" cy="486461"/>
          </a:xfrm>
          <a:prstGeom prst="rect">
            <a:avLst/>
          </a:prstGeom>
          <a:solidFill>
            <a:srgbClr val="1B7A72"/>
          </a:solidFill>
          <a:ln/>
        </p:spPr>
        <p:txBody>
          <a:bodyPr/>
          <a:lstStyle/>
          <a:p>
            <a:endParaRPr lang="en-US" sz="2519"/>
          </a:p>
        </p:txBody>
      </p:sp>
      <p:sp>
        <p:nvSpPr>
          <p:cNvPr id="6" name="Text 4"/>
          <p:cNvSpPr/>
          <p:nvPr/>
        </p:nvSpPr>
        <p:spPr>
          <a:xfrm>
            <a:off x="409651" y="1653692"/>
            <a:ext cx="5658307"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Synthesis Quality</a:t>
            </a:r>
            <a:endParaRPr lang="en-US" sz="1680" dirty="0"/>
          </a:p>
        </p:txBody>
      </p:sp>
      <p:sp>
        <p:nvSpPr>
          <p:cNvPr id="7" name="Text 5"/>
          <p:cNvSpPr/>
          <p:nvPr/>
        </p:nvSpPr>
        <p:spPr>
          <a:xfrm>
            <a:off x="409651" y="2127352"/>
            <a:ext cx="5658307" cy="358445"/>
          </a:xfrm>
          <a:prstGeom prst="rect">
            <a:avLst/>
          </a:prstGeom>
          <a:noFill/>
          <a:ln/>
        </p:spPr>
        <p:txBody>
          <a:bodyPr wrap="square" lIns="0" tIns="0" rIns="0" bIns="0" rtlCol="0" anchor="ctr"/>
          <a:lstStyle/>
          <a:p>
            <a:r>
              <a:rPr lang="en-US" sz="1400" i="1" dirty="0">
                <a:solidFill>
                  <a:srgbClr val="1B7A72"/>
                </a:solidFill>
                <a:latin typeface="Calibri" pitchFamily="34" charset="0"/>
                <a:ea typeface="Calibri" pitchFamily="34" charset="-122"/>
                <a:cs typeface="Calibri" pitchFamily="34" charset="-120"/>
              </a:rPr>
              <a:t>Is the cross-dimensional synthesis coherent and traceable?</a:t>
            </a:r>
            <a:endParaRPr lang="en-US" sz="1400" dirty="0"/>
          </a:p>
        </p:txBody>
      </p:sp>
      <p:sp>
        <p:nvSpPr>
          <p:cNvPr id="8" name="Shape 6"/>
          <p:cNvSpPr/>
          <p:nvPr/>
        </p:nvSpPr>
        <p:spPr>
          <a:xfrm>
            <a:off x="230429" y="2537003"/>
            <a:ext cx="6016752" cy="742493"/>
          </a:xfrm>
          <a:prstGeom prst="rect">
            <a:avLst/>
          </a:prstGeom>
          <a:solidFill>
            <a:srgbClr val="EBF2FA"/>
          </a:solidFill>
          <a:ln w="3810">
            <a:solidFill>
              <a:srgbClr val="D0DDE8"/>
            </a:solidFill>
            <a:prstDash val="solid"/>
          </a:ln>
        </p:spPr>
        <p:txBody>
          <a:bodyPr/>
          <a:lstStyle/>
          <a:p>
            <a:endParaRPr lang="en-US" sz="2519"/>
          </a:p>
        </p:txBody>
      </p:sp>
      <p:sp>
        <p:nvSpPr>
          <p:cNvPr id="9" name="Shape 7"/>
          <p:cNvSpPr/>
          <p:nvPr/>
        </p:nvSpPr>
        <p:spPr>
          <a:xfrm>
            <a:off x="230429" y="2537003"/>
            <a:ext cx="76810" cy="742493"/>
          </a:xfrm>
          <a:prstGeom prst="rect">
            <a:avLst/>
          </a:prstGeom>
          <a:solidFill>
            <a:srgbClr val="1B7A72"/>
          </a:solidFill>
          <a:ln/>
        </p:spPr>
        <p:txBody>
          <a:bodyPr/>
          <a:lstStyle/>
          <a:p>
            <a:endParaRPr lang="en-US" sz="2519"/>
          </a:p>
        </p:txBody>
      </p:sp>
      <p:sp>
        <p:nvSpPr>
          <p:cNvPr id="10" name="Shape 8"/>
          <p:cNvSpPr/>
          <p:nvPr/>
        </p:nvSpPr>
        <p:spPr>
          <a:xfrm>
            <a:off x="384048" y="2665019"/>
            <a:ext cx="460858" cy="460858"/>
          </a:xfrm>
          <a:prstGeom prst="ellipse">
            <a:avLst/>
          </a:prstGeom>
          <a:solidFill>
            <a:srgbClr val="1B7A72"/>
          </a:solidFill>
          <a:ln/>
        </p:spPr>
        <p:txBody>
          <a:bodyPr/>
          <a:lstStyle/>
          <a:p>
            <a:endParaRPr lang="en-US" sz="2519"/>
          </a:p>
        </p:txBody>
      </p:sp>
      <p:sp>
        <p:nvSpPr>
          <p:cNvPr id="11" name="Text 9"/>
          <p:cNvSpPr/>
          <p:nvPr/>
        </p:nvSpPr>
        <p:spPr>
          <a:xfrm>
            <a:off x="384048" y="2665019"/>
            <a:ext cx="460858" cy="460858"/>
          </a:xfrm>
          <a:prstGeom prst="rect">
            <a:avLst/>
          </a:prstGeom>
          <a:noFill/>
          <a:ln/>
        </p:spPr>
        <p:txBody>
          <a:bodyPr wrap="square" lIns="0" tIns="0" rIns="0" bIns="0" rtlCol="0" anchor="ctr"/>
          <a:lstStyle/>
          <a:p>
            <a:pPr algn="ctr"/>
            <a:r>
              <a:rPr lang="en-US" sz="1540" b="1" dirty="0">
                <a:solidFill>
                  <a:srgbClr val="FFFFFF"/>
                </a:solidFill>
                <a:latin typeface="Calibri" pitchFamily="34" charset="0"/>
                <a:ea typeface="Calibri" pitchFamily="34" charset="-122"/>
                <a:cs typeface="Calibri" pitchFamily="34" charset="-120"/>
              </a:rPr>
              <a:t>1</a:t>
            </a:r>
            <a:endParaRPr lang="en-US" sz="1540" dirty="0"/>
          </a:p>
        </p:txBody>
      </p:sp>
      <p:sp>
        <p:nvSpPr>
          <p:cNvPr id="12" name="Text 10"/>
          <p:cNvSpPr/>
          <p:nvPr/>
        </p:nvSpPr>
        <p:spPr>
          <a:xfrm>
            <a:off x="947318" y="2613813"/>
            <a:ext cx="4480560" cy="281635"/>
          </a:xfrm>
          <a:prstGeom prst="rect">
            <a:avLst/>
          </a:prstGeom>
          <a:noFill/>
          <a:ln/>
        </p:spPr>
        <p:txBody>
          <a:bodyPr wrap="square" lIns="0" tIns="0" rIns="0" bIns="0" rtlCol="0" anchor="ctr"/>
          <a:lstStyle/>
          <a:p>
            <a:r>
              <a:rPr lang="en-US" sz="1400" b="1" dirty="0">
                <a:solidFill>
                  <a:srgbClr val="1B7A72"/>
                </a:solidFill>
                <a:latin typeface="Calibri" pitchFamily="34" charset="0"/>
                <a:ea typeface="Calibri" pitchFamily="34" charset="-122"/>
                <a:cs typeface="Calibri" pitchFamily="34" charset="-120"/>
              </a:rPr>
              <a:t>Plan Quality</a:t>
            </a:r>
            <a:endParaRPr lang="en-US" sz="1400" dirty="0"/>
          </a:p>
        </p:txBody>
      </p:sp>
      <p:sp>
        <p:nvSpPr>
          <p:cNvPr id="13" name="Text 11"/>
          <p:cNvSpPr/>
          <p:nvPr/>
        </p:nvSpPr>
        <p:spPr>
          <a:xfrm>
            <a:off x="947318" y="2895448"/>
            <a:ext cx="4480560" cy="307238"/>
          </a:xfrm>
          <a:prstGeom prst="rect">
            <a:avLst/>
          </a:prstGeom>
          <a:noFill/>
          <a:ln/>
        </p:spPr>
        <p:txBody>
          <a:bodyPr wrap="square" lIns="0" tIns="0" rIns="0" bIns="0" rtlCol="0" anchor="ctr"/>
          <a:lstStyle/>
          <a:p>
            <a:r>
              <a:rPr lang="en-US" sz="1190" dirty="0">
                <a:solidFill>
                  <a:srgbClr val="555555"/>
                </a:solidFill>
                <a:latin typeface="Calibri" pitchFamily="34" charset="0"/>
                <a:ea typeface="Calibri" pitchFamily="34" charset="-122"/>
                <a:cs typeface="Calibri" pitchFamily="34" charset="-120"/>
              </a:rPr>
              <a:t>Synthesis logic is coherent; evidence weighting justified — &lt;thinking&gt; approach section</a:t>
            </a:r>
            <a:endParaRPr lang="en-US" sz="1190" dirty="0"/>
          </a:p>
        </p:txBody>
      </p:sp>
      <p:sp>
        <p:nvSpPr>
          <p:cNvPr id="14" name="Text 12"/>
          <p:cNvSpPr/>
          <p:nvPr/>
        </p:nvSpPr>
        <p:spPr>
          <a:xfrm>
            <a:off x="5248656" y="2613813"/>
            <a:ext cx="921715" cy="281635"/>
          </a:xfrm>
          <a:prstGeom prst="rect">
            <a:avLst/>
          </a:prstGeom>
          <a:noFill/>
          <a:ln/>
        </p:spPr>
        <p:txBody>
          <a:bodyPr wrap="square" lIns="0" tIns="0" rIns="0" bIns="0" rtlCol="0" anchor="ctr"/>
          <a:lstStyle/>
          <a:p>
            <a:pPr algn="r"/>
            <a:r>
              <a:rPr lang="en-US" sz="1260" b="1" dirty="0">
                <a:solidFill>
                  <a:srgbClr val="1E7A4A"/>
                </a:solidFill>
                <a:latin typeface="Calibri" pitchFamily="34" charset="0"/>
                <a:ea typeface="Calibri" pitchFamily="34" charset="-122"/>
                <a:cs typeface="Calibri" pitchFamily="34" charset="-120"/>
              </a:rPr>
              <a:t>≥ 0.7</a:t>
            </a:r>
            <a:endParaRPr lang="en-US" sz="1260" dirty="0"/>
          </a:p>
        </p:txBody>
      </p:sp>
      <p:sp>
        <p:nvSpPr>
          <p:cNvPr id="15" name="Shape 13"/>
          <p:cNvSpPr/>
          <p:nvPr/>
        </p:nvSpPr>
        <p:spPr>
          <a:xfrm>
            <a:off x="230429" y="3817163"/>
            <a:ext cx="6016752" cy="742493"/>
          </a:xfrm>
          <a:prstGeom prst="rect">
            <a:avLst/>
          </a:prstGeom>
          <a:solidFill>
            <a:srgbClr val="EBF2FA"/>
          </a:solidFill>
          <a:ln w="3810">
            <a:solidFill>
              <a:srgbClr val="D0DDE8"/>
            </a:solidFill>
            <a:prstDash val="solid"/>
          </a:ln>
        </p:spPr>
        <p:txBody>
          <a:bodyPr/>
          <a:lstStyle/>
          <a:p>
            <a:endParaRPr lang="en-US" sz="2519"/>
          </a:p>
        </p:txBody>
      </p:sp>
      <p:sp>
        <p:nvSpPr>
          <p:cNvPr id="16" name="Shape 14"/>
          <p:cNvSpPr/>
          <p:nvPr/>
        </p:nvSpPr>
        <p:spPr>
          <a:xfrm>
            <a:off x="230429" y="3817163"/>
            <a:ext cx="76810" cy="742493"/>
          </a:xfrm>
          <a:prstGeom prst="rect">
            <a:avLst/>
          </a:prstGeom>
          <a:solidFill>
            <a:srgbClr val="2B5B9E"/>
          </a:solidFill>
          <a:ln/>
        </p:spPr>
        <p:txBody>
          <a:bodyPr/>
          <a:lstStyle/>
          <a:p>
            <a:endParaRPr lang="en-US" sz="2519"/>
          </a:p>
        </p:txBody>
      </p:sp>
      <p:sp>
        <p:nvSpPr>
          <p:cNvPr id="17" name="Shape 15"/>
          <p:cNvSpPr/>
          <p:nvPr/>
        </p:nvSpPr>
        <p:spPr>
          <a:xfrm>
            <a:off x="384048" y="3945179"/>
            <a:ext cx="460858" cy="460858"/>
          </a:xfrm>
          <a:prstGeom prst="ellipse">
            <a:avLst/>
          </a:prstGeom>
          <a:solidFill>
            <a:srgbClr val="2B5B9E"/>
          </a:solidFill>
          <a:ln/>
        </p:spPr>
        <p:txBody>
          <a:bodyPr/>
          <a:lstStyle/>
          <a:p>
            <a:endParaRPr lang="en-US" sz="2519"/>
          </a:p>
        </p:txBody>
      </p:sp>
      <p:sp>
        <p:nvSpPr>
          <p:cNvPr id="18" name="Text 16"/>
          <p:cNvSpPr/>
          <p:nvPr/>
        </p:nvSpPr>
        <p:spPr>
          <a:xfrm>
            <a:off x="384048" y="3945179"/>
            <a:ext cx="460858" cy="460858"/>
          </a:xfrm>
          <a:prstGeom prst="rect">
            <a:avLst/>
          </a:prstGeom>
          <a:noFill/>
          <a:ln/>
        </p:spPr>
        <p:txBody>
          <a:bodyPr wrap="square" lIns="0" tIns="0" rIns="0" bIns="0" rtlCol="0" anchor="ctr"/>
          <a:lstStyle/>
          <a:p>
            <a:pPr algn="ctr"/>
            <a:r>
              <a:rPr lang="en-US" sz="1540" b="1" dirty="0">
                <a:solidFill>
                  <a:srgbClr val="FFFFFF"/>
                </a:solidFill>
                <a:latin typeface="Calibri" pitchFamily="34" charset="0"/>
                <a:ea typeface="Calibri" pitchFamily="34" charset="-122"/>
                <a:cs typeface="Calibri" pitchFamily="34" charset="-120"/>
              </a:rPr>
              <a:t>2</a:t>
            </a:r>
            <a:endParaRPr lang="en-US" sz="1540" dirty="0"/>
          </a:p>
        </p:txBody>
      </p:sp>
      <p:sp>
        <p:nvSpPr>
          <p:cNvPr id="19" name="Text 17"/>
          <p:cNvSpPr/>
          <p:nvPr/>
        </p:nvSpPr>
        <p:spPr>
          <a:xfrm>
            <a:off x="947318" y="3893973"/>
            <a:ext cx="4480560" cy="281635"/>
          </a:xfrm>
          <a:prstGeom prst="rect">
            <a:avLst/>
          </a:prstGeom>
          <a:noFill/>
          <a:ln/>
        </p:spPr>
        <p:txBody>
          <a:bodyPr wrap="square" lIns="0" tIns="0" rIns="0" bIns="0" rtlCol="0" anchor="ctr"/>
          <a:lstStyle/>
          <a:p>
            <a:r>
              <a:rPr lang="en-US" sz="1400" b="1" dirty="0">
                <a:solidFill>
                  <a:srgbClr val="2B5B9E"/>
                </a:solidFill>
                <a:latin typeface="Calibri" pitchFamily="34" charset="0"/>
                <a:ea typeface="Calibri" pitchFamily="34" charset="-122"/>
                <a:cs typeface="Calibri" pitchFamily="34" charset="-120"/>
              </a:rPr>
              <a:t>Plan Adherence</a:t>
            </a:r>
            <a:endParaRPr lang="en-US" sz="1400" dirty="0"/>
          </a:p>
        </p:txBody>
      </p:sp>
      <p:sp>
        <p:nvSpPr>
          <p:cNvPr id="20" name="Text 18"/>
          <p:cNvSpPr/>
          <p:nvPr/>
        </p:nvSpPr>
        <p:spPr>
          <a:xfrm>
            <a:off x="947318" y="4175608"/>
            <a:ext cx="4480560" cy="307238"/>
          </a:xfrm>
          <a:prstGeom prst="rect">
            <a:avLst/>
          </a:prstGeom>
          <a:noFill/>
          <a:ln/>
        </p:spPr>
        <p:txBody>
          <a:bodyPr wrap="square" lIns="0" tIns="0" rIns="0" bIns="0" rtlCol="0" anchor="ctr"/>
          <a:lstStyle/>
          <a:p>
            <a:r>
              <a:rPr lang="en-US" sz="1190" dirty="0">
                <a:solidFill>
                  <a:srgbClr val="555555"/>
                </a:solidFill>
                <a:latin typeface="Calibri" pitchFamily="34" charset="0"/>
                <a:ea typeface="Calibri" pitchFamily="34" charset="-122"/>
                <a:cs typeface="Calibri" pitchFamily="34" charset="-120"/>
              </a:rPr>
              <a:t>All conclusions traceable to sub-agent artifacts; no unsupported inference — &lt;thinking&gt; vs &lt;analysis&gt;</a:t>
            </a:r>
            <a:endParaRPr lang="en-US" sz="1190" dirty="0"/>
          </a:p>
        </p:txBody>
      </p:sp>
      <p:sp>
        <p:nvSpPr>
          <p:cNvPr id="21" name="Text 19"/>
          <p:cNvSpPr/>
          <p:nvPr/>
        </p:nvSpPr>
        <p:spPr>
          <a:xfrm>
            <a:off x="5248656" y="3893973"/>
            <a:ext cx="921715" cy="281635"/>
          </a:xfrm>
          <a:prstGeom prst="rect">
            <a:avLst/>
          </a:prstGeom>
          <a:noFill/>
          <a:ln/>
        </p:spPr>
        <p:txBody>
          <a:bodyPr wrap="square" lIns="0" tIns="0" rIns="0" bIns="0" rtlCol="0" anchor="ctr"/>
          <a:lstStyle/>
          <a:p>
            <a:pPr algn="r"/>
            <a:r>
              <a:rPr lang="en-US" sz="1260" b="1" dirty="0">
                <a:solidFill>
                  <a:srgbClr val="1E7A4A"/>
                </a:solidFill>
                <a:latin typeface="Calibri" pitchFamily="34" charset="0"/>
                <a:ea typeface="Calibri" pitchFamily="34" charset="-122"/>
                <a:cs typeface="Calibri" pitchFamily="34" charset="-120"/>
              </a:rPr>
              <a:t>≥ 0.7</a:t>
            </a:r>
            <a:endParaRPr lang="en-US" sz="1260" dirty="0"/>
          </a:p>
        </p:txBody>
      </p:sp>
      <p:sp>
        <p:nvSpPr>
          <p:cNvPr id="22" name="Shape 20"/>
          <p:cNvSpPr/>
          <p:nvPr/>
        </p:nvSpPr>
        <p:spPr>
          <a:xfrm>
            <a:off x="230429" y="5020513"/>
            <a:ext cx="6016752" cy="1945843"/>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23" name="Shape 21"/>
          <p:cNvSpPr/>
          <p:nvPr/>
        </p:nvSpPr>
        <p:spPr>
          <a:xfrm>
            <a:off x="230429" y="5020513"/>
            <a:ext cx="6016752" cy="486461"/>
          </a:xfrm>
          <a:prstGeom prst="rect">
            <a:avLst/>
          </a:prstGeom>
          <a:solidFill>
            <a:srgbClr val="1A6B3C"/>
          </a:solidFill>
          <a:ln/>
        </p:spPr>
        <p:txBody>
          <a:bodyPr/>
          <a:lstStyle/>
          <a:p>
            <a:endParaRPr lang="en-US" sz="2519"/>
          </a:p>
        </p:txBody>
      </p:sp>
      <p:sp>
        <p:nvSpPr>
          <p:cNvPr id="24" name="Text 22"/>
          <p:cNvSpPr/>
          <p:nvPr/>
        </p:nvSpPr>
        <p:spPr>
          <a:xfrm>
            <a:off x="409651" y="5084521"/>
            <a:ext cx="5658307"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Consistency &amp; Coverage</a:t>
            </a:r>
            <a:endParaRPr lang="en-US" sz="1680" dirty="0"/>
          </a:p>
        </p:txBody>
      </p:sp>
      <p:sp>
        <p:nvSpPr>
          <p:cNvPr id="25" name="Shape 23"/>
          <p:cNvSpPr/>
          <p:nvPr/>
        </p:nvSpPr>
        <p:spPr>
          <a:xfrm>
            <a:off x="230429" y="5583784"/>
            <a:ext cx="6016752" cy="742493"/>
          </a:xfrm>
          <a:prstGeom prst="rect">
            <a:avLst/>
          </a:prstGeom>
          <a:solidFill>
            <a:srgbClr val="EBF2FA"/>
          </a:solidFill>
          <a:ln w="3810">
            <a:solidFill>
              <a:srgbClr val="D0DDE8"/>
            </a:solidFill>
            <a:prstDash val="solid"/>
          </a:ln>
        </p:spPr>
        <p:txBody>
          <a:bodyPr/>
          <a:lstStyle/>
          <a:p>
            <a:endParaRPr lang="en-US" sz="2519"/>
          </a:p>
        </p:txBody>
      </p:sp>
      <p:sp>
        <p:nvSpPr>
          <p:cNvPr id="26" name="Shape 24"/>
          <p:cNvSpPr/>
          <p:nvPr/>
        </p:nvSpPr>
        <p:spPr>
          <a:xfrm>
            <a:off x="230429" y="5583784"/>
            <a:ext cx="76810" cy="742493"/>
          </a:xfrm>
          <a:prstGeom prst="rect">
            <a:avLst/>
          </a:prstGeom>
          <a:solidFill>
            <a:srgbClr val="8B2E2E"/>
          </a:solidFill>
          <a:ln/>
        </p:spPr>
        <p:txBody>
          <a:bodyPr/>
          <a:lstStyle/>
          <a:p>
            <a:endParaRPr lang="en-US" sz="2519"/>
          </a:p>
        </p:txBody>
      </p:sp>
      <p:sp>
        <p:nvSpPr>
          <p:cNvPr id="27" name="Shape 25"/>
          <p:cNvSpPr/>
          <p:nvPr/>
        </p:nvSpPr>
        <p:spPr>
          <a:xfrm>
            <a:off x="384048" y="5711799"/>
            <a:ext cx="460858" cy="460858"/>
          </a:xfrm>
          <a:prstGeom prst="ellipse">
            <a:avLst/>
          </a:prstGeom>
          <a:solidFill>
            <a:srgbClr val="8B2E2E"/>
          </a:solidFill>
          <a:ln/>
        </p:spPr>
        <p:txBody>
          <a:bodyPr/>
          <a:lstStyle/>
          <a:p>
            <a:endParaRPr lang="en-US" sz="2519"/>
          </a:p>
        </p:txBody>
      </p:sp>
      <p:sp>
        <p:nvSpPr>
          <p:cNvPr id="28" name="Text 26"/>
          <p:cNvSpPr/>
          <p:nvPr/>
        </p:nvSpPr>
        <p:spPr>
          <a:xfrm>
            <a:off x="384048" y="5711799"/>
            <a:ext cx="460858" cy="460858"/>
          </a:xfrm>
          <a:prstGeom prst="rect">
            <a:avLst/>
          </a:prstGeom>
          <a:noFill/>
          <a:ln/>
        </p:spPr>
        <p:txBody>
          <a:bodyPr wrap="square" lIns="0" tIns="0" rIns="0" bIns="0" rtlCol="0" anchor="ctr"/>
          <a:lstStyle/>
          <a:p>
            <a:pPr algn="ctr"/>
            <a:r>
              <a:rPr lang="en-US" sz="1540" b="1" dirty="0">
                <a:solidFill>
                  <a:srgbClr val="FFFFFF"/>
                </a:solidFill>
                <a:latin typeface="Calibri" pitchFamily="34" charset="0"/>
                <a:ea typeface="Calibri" pitchFamily="34" charset="-122"/>
                <a:cs typeface="Calibri" pitchFamily="34" charset="-120"/>
              </a:rPr>
              <a:t>3</a:t>
            </a:r>
            <a:endParaRPr lang="en-US" sz="1540" dirty="0"/>
          </a:p>
        </p:txBody>
      </p:sp>
      <p:sp>
        <p:nvSpPr>
          <p:cNvPr id="29" name="Text 27"/>
          <p:cNvSpPr/>
          <p:nvPr/>
        </p:nvSpPr>
        <p:spPr>
          <a:xfrm>
            <a:off x="947318" y="5660593"/>
            <a:ext cx="4480560" cy="281635"/>
          </a:xfrm>
          <a:prstGeom prst="rect">
            <a:avLst/>
          </a:prstGeom>
          <a:noFill/>
          <a:ln/>
        </p:spPr>
        <p:txBody>
          <a:bodyPr wrap="square" lIns="0" tIns="0" rIns="0" bIns="0" rtlCol="0" anchor="ctr"/>
          <a:lstStyle/>
          <a:p>
            <a:r>
              <a:rPr lang="en-US" sz="1400" b="1" dirty="0">
                <a:solidFill>
                  <a:srgbClr val="8B2E2E"/>
                </a:solidFill>
                <a:latin typeface="Calibri" pitchFamily="34" charset="0"/>
                <a:ea typeface="Calibri" pitchFamily="34" charset="-122"/>
                <a:cs typeface="Calibri" pitchFamily="34" charset="-120"/>
              </a:rPr>
              <a:t>Logical Consistency</a:t>
            </a:r>
            <a:endParaRPr lang="en-US" sz="1400" dirty="0"/>
          </a:p>
        </p:txBody>
      </p:sp>
      <p:sp>
        <p:nvSpPr>
          <p:cNvPr id="30" name="Text 28"/>
          <p:cNvSpPr/>
          <p:nvPr/>
        </p:nvSpPr>
        <p:spPr>
          <a:xfrm>
            <a:off x="947318" y="5942229"/>
            <a:ext cx="4480560" cy="307238"/>
          </a:xfrm>
          <a:prstGeom prst="rect">
            <a:avLst/>
          </a:prstGeom>
          <a:noFill/>
          <a:ln/>
        </p:spPr>
        <p:txBody>
          <a:bodyPr wrap="square" lIns="0" tIns="0" rIns="0" bIns="0" rtlCol="0" anchor="ctr"/>
          <a:lstStyle/>
          <a:p>
            <a:r>
              <a:rPr lang="en-US" sz="1190" dirty="0">
                <a:solidFill>
                  <a:srgbClr val="555555"/>
                </a:solidFill>
                <a:latin typeface="Calibri" pitchFamily="34" charset="0"/>
                <a:ea typeface="Calibri" pitchFamily="34" charset="-122"/>
                <a:cs typeface="Calibri" pitchFamily="34" charset="-120"/>
              </a:rPr>
              <a:t>Overall verdict aligns with sub-agent severity verdicts; contradictions resolved</a:t>
            </a:r>
            <a:endParaRPr lang="en-US" sz="1190" dirty="0"/>
          </a:p>
        </p:txBody>
      </p:sp>
      <p:sp>
        <p:nvSpPr>
          <p:cNvPr id="31" name="Text 29"/>
          <p:cNvSpPr/>
          <p:nvPr/>
        </p:nvSpPr>
        <p:spPr>
          <a:xfrm>
            <a:off x="5248656" y="5660593"/>
            <a:ext cx="921715" cy="281635"/>
          </a:xfrm>
          <a:prstGeom prst="rect">
            <a:avLst/>
          </a:prstGeom>
          <a:noFill/>
          <a:ln/>
        </p:spPr>
        <p:txBody>
          <a:bodyPr wrap="square" lIns="0" tIns="0" rIns="0" bIns="0" rtlCol="0" anchor="ctr"/>
          <a:lstStyle/>
          <a:p>
            <a:pPr algn="r"/>
            <a:r>
              <a:rPr lang="en-US" sz="1260" b="1" dirty="0">
                <a:solidFill>
                  <a:srgbClr val="1E7A4A"/>
                </a:solidFill>
                <a:latin typeface="Calibri" pitchFamily="34" charset="0"/>
                <a:ea typeface="Calibri" pitchFamily="34" charset="-122"/>
                <a:cs typeface="Calibri" pitchFamily="34" charset="-120"/>
              </a:rPr>
              <a:t>≥ 0.8 ⚑</a:t>
            </a:r>
            <a:endParaRPr lang="en-US" sz="1260" dirty="0"/>
          </a:p>
        </p:txBody>
      </p:sp>
      <p:sp>
        <p:nvSpPr>
          <p:cNvPr id="32" name="Shape 30"/>
          <p:cNvSpPr/>
          <p:nvPr/>
        </p:nvSpPr>
        <p:spPr>
          <a:xfrm>
            <a:off x="230429" y="6479896"/>
            <a:ext cx="6016752" cy="742493"/>
          </a:xfrm>
          <a:prstGeom prst="rect">
            <a:avLst/>
          </a:prstGeom>
          <a:solidFill>
            <a:srgbClr val="EBF2FA"/>
          </a:solidFill>
          <a:ln w="3810">
            <a:solidFill>
              <a:srgbClr val="D0DDE8"/>
            </a:solidFill>
            <a:prstDash val="solid"/>
          </a:ln>
        </p:spPr>
        <p:txBody>
          <a:bodyPr/>
          <a:lstStyle/>
          <a:p>
            <a:endParaRPr lang="en-US" sz="2519"/>
          </a:p>
        </p:txBody>
      </p:sp>
      <p:sp>
        <p:nvSpPr>
          <p:cNvPr id="33" name="Shape 31"/>
          <p:cNvSpPr/>
          <p:nvPr/>
        </p:nvSpPr>
        <p:spPr>
          <a:xfrm>
            <a:off x="230429" y="6479896"/>
            <a:ext cx="76810" cy="742493"/>
          </a:xfrm>
          <a:prstGeom prst="rect">
            <a:avLst/>
          </a:prstGeom>
          <a:solidFill>
            <a:srgbClr val="1B7A72"/>
          </a:solidFill>
          <a:ln/>
        </p:spPr>
        <p:txBody>
          <a:bodyPr/>
          <a:lstStyle/>
          <a:p>
            <a:endParaRPr lang="en-US" sz="2519"/>
          </a:p>
        </p:txBody>
      </p:sp>
      <p:sp>
        <p:nvSpPr>
          <p:cNvPr id="34" name="Shape 32"/>
          <p:cNvSpPr/>
          <p:nvPr/>
        </p:nvSpPr>
        <p:spPr>
          <a:xfrm>
            <a:off x="384048" y="6607911"/>
            <a:ext cx="460858" cy="460858"/>
          </a:xfrm>
          <a:prstGeom prst="ellipse">
            <a:avLst/>
          </a:prstGeom>
          <a:solidFill>
            <a:srgbClr val="1B7A72"/>
          </a:solidFill>
          <a:ln/>
        </p:spPr>
        <p:txBody>
          <a:bodyPr/>
          <a:lstStyle/>
          <a:p>
            <a:endParaRPr lang="en-US" sz="2519"/>
          </a:p>
        </p:txBody>
      </p:sp>
      <p:sp>
        <p:nvSpPr>
          <p:cNvPr id="35" name="Text 33"/>
          <p:cNvSpPr/>
          <p:nvPr/>
        </p:nvSpPr>
        <p:spPr>
          <a:xfrm>
            <a:off x="384048" y="6607911"/>
            <a:ext cx="460858" cy="460858"/>
          </a:xfrm>
          <a:prstGeom prst="rect">
            <a:avLst/>
          </a:prstGeom>
          <a:noFill/>
          <a:ln/>
        </p:spPr>
        <p:txBody>
          <a:bodyPr wrap="square" lIns="0" tIns="0" rIns="0" bIns="0" rtlCol="0" anchor="ctr"/>
          <a:lstStyle/>
          <a:p>
            <a:pPr algn="ctr"/>
            <a:r>
              <a:rPr lang="en-US" sz="1540" b="1" dirty="0">
                <a:solidFill>
                  <a:srgbClr val="FFFFFF"/>
                </a:solidFill>
                <a:latin typeface="Calibri" pitchFamily="34" charset="0"/>
                <a:ea typeface="Calibri" pitchFamily="34" charset="-122"/>
                <a:cs typeface="Calibri" pitchFamily="34" charset="-120"/>
              </a:rPr>
              <a:t>4</a:t>
            </a:r>
            <a:endParaRPr lang="en-US" sz="1540" dirty="0"/>
          </a:p>
        </p:txBody>
      </p:sp>
      <p:sp>
        <p:nvSpPr>
          <p:cNvPr id="36" name="Text 34"/>
          <p:cNvSpPr/>
          <p:nvPr/>
        </p:nvSpPr>
        <p:spPr>
          <a:xfrm>
            <a:off x="947318" y="6556705"/>
            <a:ext cx="4480560" cy="281635"/>
          </a:xfrm>
          <a:prstGeom prst="rect">
            <a:avLst/>
          </a:prstGeom>
          <a:noFill/>
          <a:ln/>
        </p:spPr>
        <p:txBody>
          <a:bodyPr wrap="square" lIns="0" tIns="0" rIns="0" bIns="0" rtlCol="0" anchor="ctr"/>
          <a:lstStyle/>
          <a:p>
            <a:r>
              <a:rPr lang="en-US" sz="1400" b="1" dirty="0">
                <a:solidFill>
                  <a:srgbClr val="1B7A72"/>
                </a:solidFill>
                <a:latin typeface="Calibri" pitchFamily="34" charset="0"/>
                <a:ea typeface="Calibri" pitchFamily="34" charset="-122"/>
                <a:cs typeface="Calibri" pitchFamily="34" charset="-120"/>
              </a:rPr>
              <a:t>Evidence Coverage</a:t>
            </a:r>
            <a:endParaRPr lang="en-US" sz="1400" dirty="0"/>
          </a:p>
        </p:txBody>
      </p:sp>
      <p:sp>
        <p:nvSpPr>
          <p:cNvPr id="37" name="Text 35"/>
          <p:cNvSpPr/>
          <p:nvPr/>
        </p:nvSpPr>
        <p:spPr>
          <a:xfrm>
            <a:off x="947318" y="6838341"/>
            <a:ext cx="4480560" cy="307238"/>
          </a:xfrm>
          <a:prstGeom prst="rect">
            <a:avLst/>
          </a:prstGeom>
          <a:noFill/>
          <a:ln/>
        </p:spPr>
        <p:txBody>
          <a:bodyPr wrap="square" lIns="0" tIns="0" rIns="0" bIns="0" rtlCol="0" anchor="ctr"/>
          <a:lstStyle/>
          <a:p>
            <a:r>
              <a:rPr lang="en-US" sz="1190" dirty="0">
                <a:solidFill>
                  <a:srgbClr val="555555"/>
                </a:solidFill>
                <a:latin typeface="Calibri" pitchFamily="34" charset="0"/>
                <a:ea typeface="Calibri" pitchFamily="34" charset="-122"/>
                <a:cs typeface="Calibri" pitchFamily="34" charset="-120"/>
              </a:rPr>
              <a:t>All 3 sub-agent outputs explicitly used; no dimension ignored</a:t>
            </a:r>
            <a:endParaRPr lang="en-US" sz="1190" dirty="0"/>
          </a:p>
        </p:txBody>
      </p:sp>
      <p:sp>
        <p:nvSpPr>
          <p:cNvPr id="38" name="Text 36"/>
          <p:cNvSpPr/>
          <p:nvPr/>
        </p:nvSpPr>
        <p:spPr>
          <a:xfrm>
            <a:off x="5248656" y="6556705"/>
            <a:ext cx="921715" cy="281635"/>
          </a:xfrm>
          <a:prstGeom prst="rect">
            <a:avLst/>
          </a:prstGeom>
          <a:noFill/>
          <a:ln/>
        </p:spPr>
        <p:txBody>
          <a:bodyPr wrap="square" lIns="0" tIns="0" rIns="0" bIns="0" rtlCol="0" anchor="ctr"/>
          <a:lstStyle/>
          <a:p>
            <a:pPr algn="r"/>
            <a:r>
              <a:rPr lang="en-US" sz="1260" b="1" dirty="0">
                <a:solidFill>
                  <a:srgbClr val="1E7A4A"/>
                </a:solidFill>
                <a:latin typeface="Calibri" pitchFamily="34" charset="0"/>
                <a:ea typeface="Calibri" pitchFamily="34" charset="-122"/>
                <a:cs typeface="Calibri" pitchFamily="34" charset="-120"/>
              </a:rPr>
              <a:t>≥ 0.7</a:t>
            </a:r>
            <a:endParaRPr lang="en-US" sz="1260" dirty="0"/>
          </a:p>
        </p:txBody>
      </p:sp>
      <p:sp>
        <p:nvSpPr>
          <p:cNvPr id="39" name="Shape 37"/>
          <p:cNvSpPr/>
          <p:nvPr/>
        </p:nvSpPr>
        <p:spPr>
          <a:xfrm>
            <a:off x="6503213" y="1589684"/>
            <a:ext cx="6067958" cy="1997050"/>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40" name="Shape 38"/>
          <p:cNvSpPr/>
          <p:nvPr/>
        </p:nvSpPr>
        <p:spPr>
          <a:xfrm>
            <a:off x="6503213" y="1589684"/>
            <a:ext cx="6067958" cy="486461"/>
          </a:xfrm>
          <a:prstGeom prst="rect">
            <a:avLst/>
          </a:prstGeom>
          <a:solidFill>
            <a:srgbClr val="1A6B3C"/>
          </a:solidFill>
          <a:ln/>
        </p:spPr>
        <p:txBody>
          <a:bodyPr/>
          <a:lstStyle/>
          <a:p>
            <a:endParaRPr lang="en-US" sz="2519"/>
          </a:p>
        </p:txBody>
      </p:sp>
      <p:sp>
        <p:nvSpPr>
          <p:cNvPr id="41" name="Text 39"/>
          <p:cNvSpPr/>
          <p:nvPr/>
        </p:nvSpPr>
        <p:spPr>
          <a:xfrm>
            <a:off x="6682435" y="1653692"/>
            <a:ext cx="5709514"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Pass Conditions</a:t>
            </a:r>
            <a:endParaRPr lang="en-US" sz="1680" dirty="0"/>
          </a:p>
        </p:txBody>
      </p:sp>
      <p:sp>
        <p:nvSpPr>
          <p:cNvPr id="42" name="Shape 40"/>
          <p:cNvSpPr/>
          <p:nvPr/>
        </p:nvSpPr>
        <p:spPr>
          <a:xfrm>
            <a:off x="6682435" y="2178558"/>
            <a:ext cx="5709514" cy="460858"/>
          </a:xfrm>
          <a:prstGeom prst="rect">
            <a:avLst/>
          </a:prstGeom>
          <a:solidFill>
            <a:srgbClr val="E8F5EE"/>
          </a:solidFill>
          <a:ln w="7620">
            <a:solidFill>
              <a:srgbClr val="1E7A4A"/>
            </a:solidFill>
            <a:prstDash val="solid"/>
          </a:ln>
        </p:spPr>
        <p:txBody>
          <a:bodyPr/>
          <a:lstStyle/>
          <a:p>
            <a:endParaRPr lang="en-US" sz="2519"/>
          </a:p>
        </p:txBody>
      </p:sp>
      <p:sp>
        <p:nvSpPr>
          <p:cNvPr id="43" name="Text 41"/>
          <p:cNvSpPr/>
          <p:nvPr/>
        </p:nvSpPr>
        <p:spPr>
          <a:xfrm>
            <a:off x="6861658" y="2280971"/>
            <a:ext cx="5351069" cy="281635"/>
          </a:xfrm>
          <a:prstGeom prst="rect">
            <a:avLst/>
          </a:prstGeom>
          <a:noFill/>
          <a:ln/>
        </p:spPr>
        <p:txBody>
          <a:bodyPr wrap="square" lIns="0" tIns="0" rIns="0" bIns="0" rtlCol="0" anchor="ctr"/>
          <a:lstStyle/>
          <a:p>
            <a:r>
              <a:rPr lang="en-US" sz="1400" dirty="0">
                <a:solidFill>
                  <a:srgbClr val="1A1A2E"/>
                </a:solidFill>
                <a:latin typeface="Calibri" pitchFamily="34" charset="0"/>
                <a:ea typeface="Calibri" pitchFamily="34" charset="-122"/>
                <a:cs typeface="Calibri" pitchFamily="34" charset="-120"/>
              </a:rPr>
              <a:t>overall  </a:t>
            </a:r>
            <a:r>
              <a:rPr lang="en-US" sz="1400" b="1" dirty="0">
                <a:solidFill>
                  <a:srgbClr val="1E7A4A"/>
                </a:solidFill>
                <a:latin typeface="Calibri" pitchFamily="34" charset="0"/>
                <a:ea typeface="Calibri" pitchFamily="34" charset="-122"/>
                <a:cs typeface="Calibri" pitchFamily="34" charset="-120"/>
              </a:rPr>
              <a:t>≥ 0.8</a:t>
            </a:r>
            <a:endParaRPr lang="en-US" sz="1400" dirty="0"/>
          </a:p>
        </p:txBody>
      </p:sp>
      <p:sp>
        <p:nvSpPr>
          <p:cNvPr id="44" name="Shape 42"/>
          <p:cNvSpPr/>
          <p:nvPr/>
        </p:nvSpPr>
        <p:spPr>
          <a:xfrm>
            <a:off x="6682435" y="2716225"/>
            <a:ext cx="5709514" cy="460858"/>
          </a:xfrm>
          <a:prstGeom prst="rect">
            <a:avLst/>
          </a:prstGeom>
          <a:solidFill>
            <a:srgbClr val="FAEAEA"/>
          </a:solidFill>
          <a:ln w="7620">
            <a:solidFill>
              <a:srgbClr val="AA2222"/>
            </a:solidFill>
            <a:prstDash val="solid"/>
          </a:ln>
        </p:spPr>
        <p:txBody>
          <a:bodyPr/>
          <a:lstStyle/>
          <a:p>
            <a:endParaRPr lang="en-US" sz="2519"/>
          </a:p>
        </p:txBody>
      </p:sp>
      <p:sp>
        <p:nvSpPr>
          <p:cNvPr id="45" name="Text 43"/>
          <p:cNvSpPr/>
          <p:nvPr/>
        </p:nvSpPr>
        <p:spPr>
          <a:xfrm>
            <a:off x="6861658" y="2818638"/>
            <a:ext cx="5351069" cy="281635"/>
          </a:xfrm>
          <a:prstGeom prst="rect">
            <a:avLst/>
          </a:prstGeom>
          <a:noFill/>
          <a:ln/>
        </p:spPr>
        <p:txBody>
          <a:bodyPr wrap="square" lIns="0" tIns="0" rIns="0" bIns="0" rtlCol="0" anchor="ctr"/>
          <a:lstStyle/>
          <a:p>
            <a:r>
              <a:rPr lang="en-US" sz="1400" dirty="0">
                <a:solidFill>
                  <a:srgbClr val="1A1A2E"/>
                </a:solidFill>
                <a:latin typeface="Calibri" pitchFamily="34" charset="0"/>
                <a:ea typeface="Calibri" pitchFamily="34" charset="-122"/>
                <a:cs typeface="Calibri" pitchFamily="34" charset="-120"/>
              </a:rPr>
              <a:t>logical_consistency  </a:t>
            </a:r>
            <a:r>
              <a:rPr lang="en-US" sz="1400" b="1" dirty="0">
                <a:solidFill>
                  <a:srgbClr val="AA2222"/>
                </a:solidFill>
                <a:latin typeface="Calibri" pitchFamily="34" charset="0"/>
                <a:ea typeface="Calibri" pitchFamily="34" charset="-122"/>
                <a:cs typeface="Calibri" pitchFamily="34" charset="-120"/>
              </a:rPr>
              <a:t>≥ 0.8  ⚑</a:t>
            </a:r>
            <a:endParaRPr lang="en-US" sz="1400" dirty="0"/>
          </a:p>
        </p:txBody>
      </p:sp>
      <p:sp>
        <p:nvSpPr>
          <p:cNvPr id="46" name="Shape 44"/>
          <p:cNvSpPr/>
          <p:nvPr/>
        </p:nvSpPr>
        <p:spPr>
          <a:xfrm>
            <a:off x="6682435" y="3253892"/>
            <a:ext cx="5709514" cy="460858"/>
          </a:xfrm>
          <a:prstGeom prst="rect">
            <a:avLst/>
          </a:prstGeom>
          <a:solidFill>
            <a:srgbClr val="E8F5EE"/>
          </a:solidFill>
          <a:ln w="7620">
            <a:solidFill>
              <a:srgbClr val="1E7A4A"/>
            </a:solidFill>
            <a:prstDash val="solid"/>
          </a:ln>
        </p:spPr>
        <p:txBody>
          <a:bodyPr/>
          <a:lstStyle/>
          <a:p>
            <a:endParaRPr lang="en-US" sz="2519"/>
          </a:p>
        </p:txBody>
      </p:sp>
      <p:sp>
        <p:nvSpPr>
          <p:cNvPr id="47" name="Text 45"/>
          <p:cNvSpPr/>
          <p:nvPr/>
        </p:nvSpPr>
        <p:spPr>
          <a:xfrm>
            <a:off x="6861658" y="3356305"/>
            <a:ext cx="5351069" cy="281635"/>
          </a:xfrm>
          <a:prstGeom prst="rect">
            <a:avLst/>
          </a:prstGeom>
          <a:noFill/>
          <a:ln/>
        </p:spPr>
        <p:txBody>
          <a:bodyPr wrap="square" lIns="0" tIns="0" rIns="0" bIns="0" rtlCol="0" anchor="ctr"/>
          <a:lstStyle/>
          <a:p>
            <a:r>
              <a:rPr lang="en-US" sz="1400" dirty="0">
                <a:solidFill>
                  <a:srgbClr val="1A1A2E"/>
                </a:solidFill>
                <a:latin typeface="Calibri" pitchFamily="34" charset="0"/>
                <a:ea typeface="Calibri" pitchFamily="34" charset="-122"/>
                <a:cs typeface="Calibri" pitchFamily="34" charset="-120"/>
              </a:rPr>
              <a:t>all other dimensions  </a:t>
            </a:r>
            <a:r>
              <a:rPr lang="en-US" sz="1400" b="1" dirty="0">
                <a:solidFill>
                  <a:srgbClr val="1E7A4A"/>
                </a:solidFill>
                <a:latin typeface="Calibri" pitchFamily="34" charset="0"/>
                <a:ea typeface="Calibri" pitchFamily="34" charset="-122"/>
                <a:cs typeface="Calibri" pitchFamily="34" charset="-120"/>
              </a:rPr>
              <a:t>≥ 0.7</a:t>
            </a:r>
            <a:endParaRPr lang="en-US" sz="1400" dirty="0"/>
          </a:p>
        </p:txBody>
      </p:sp>
      <p:sp>
        <p:nvSpPr>
          <p:cNvPr id="48" name="Shape 46"/>
          <p:cNvSpPr/>
          <p:nvPr/>
        </p:nvSpPr>
        <p:spPr>
          <a:xfrm>
            <a:off x="6503213" y="3740353"/>
            <a:ext cx="6067958" cy="1587398"/>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49" name="Shape 47"/>
          <p:cNvSpPr/>
          <p:nvPr/>
        </p:nvSpPr>
        <p:spPr>
          <a:xfrm>
            <a:off x="6503213" y="3740353"/>
            <a:ext cx="6067958" cy="486461"/>
          </a:xfrm>
          <a:prstGeom prst="rect">
            <a:avLst/>
          </a:prstGeom>
          <a:solidFill>
            <a:srgbClr val="8B6014"/>
          </a:solidFill>
          <a:ln/>
        </p:spPr>
        <p:txBody>
          <a:bodyPr/>
          <a:lstStyle/>
          <a:p>
            <a:endParaRPr lang="en-US" sz="2519"/>
          </a:p>
        </p:txBody>
      </p:sp>
      <p:sp>
        <p:nvSpPr>
          <p:cNvPr id="50" name="Text 48"/>
          <p:cNvSpPr/>
          <p:nvPr/>
        </p:nvSpPr>
        <p:spPr>
          <a:xfrm>
            <a:off x="6682435" y="3804361"/>
            <a:ext cx="5709514" cy="358445"/>
          </a:xfrm>
          <a:prstGeom prst="rect">
            <a:avLst/>
          </a:prstGeom>
          <a:noFill/>
          <a:ln/>
        </p:spPr>
        <p:txBody>
          <a:bodyPr wrap="square" lIns="0" tIns="0" rIns="0" bIns="0" rtlCol="0" anchor="ctr"/>
          <a:lstStyle/>
          <a:p>
            <a:r>
              <a:rPr lang="en-US" sz="1680" b="1" dirty="0">
                <a:solidFill>
                  <a:srgbClr val="FFFFFF"/>
                </a:solidFill>
                <a:latin typeface="Calibri" pitchFamily="34" charset="0"/>
                <a:ea typeface="Calibri" pitchFamily="34" charset="-122"/>
                <a:cs typeface="Calibri" pitchFamily="34" charset="-120"/>
              </a:rPr>
              <a:t>Key Difference from Sub-Agent Evaluator</a:t>
            </a:r>
            <a:endParaRPr lang="en-US" sz="1680" dirty="0"/>
          </a:p>
        </p:txBody>
      </p:sp>
      <p:sp>
        <p:nvSpPr>
          <p:cNvPr id="51" name="Text 49"/>
          <p:cNvSpPr/>
          <p:nvPr/>
        </p:nvSpPr>
        <p:spPr>
          <a:xfrm>
            <a:off x="6682435" y="4303624"/>
            <a:ext cx="5709514" cy="1408176"/>
          </a:xfrm>
          <a:prstGeom prst="rect">
            <a:avLst/>
          </a:prstGeom>
          <a:noFill/>
          <a:ln/>
        </p:spPr>
        <p:txBody>
          <a:bodyPr wrap="square" rtlCol="0" anchor="ctr"/>
          <a:lstStyle/>
          <a:p>
            <a:r>
              <a:rPr lang="en-US" sz="1330" dirty="0">
                <a:solidFill>
                  <a:srgbClr val="1A1A2E"/>
                </a:solidFill>
                <a:latin typeface="Calibri" pitchFamily="34" charset="0"/>
                <a:ea typeface="Calibri" pitchFamily="34" charset="-122"/>
                <a:cs typeface="Calibri" pitchFamily="34" charset="-120"/>
              </a:rPr>
              <a:t>Evidence Coverage replaces Execution Efficiency. Final Assessment makes no tool calls — there are no execution steps to measure efficiency on. Instead we check whether all 3 agent dimensions were consulted in the synthesis.</a:t>
            </a:r>
            <a:endParaRPr lang="en-US" sz="1330" dirty="0"/>
          </a:p>
        </p:txBody>
      </p:sp>
      <p:sp>
        <p:nvSpPr>
          <p:cNvPr id="52" name="Shape 50"/>
          <p:cNvSpPr/>
          <p:nvPr/>
        </p:nvSpPr>
        <p:spPr>
          <a:xfrm>
            <a:off x="6503213" y="5481371"/>
            <a:ext cx="6067958" cy="435254"/>
          </a:xfrm>
          <a:prstGeom prst="rect">
            <a:avLst/>
          </a:prstGeom>
          <a:solidFill>
            <a:srgbClr val="FAEAEA"/>
          </a:solidFill>
          <a:ln w="10160">
            <a:solidFill>
              <a:srgbClr val="AA2222"/>
            </a:solidFill>
            <a:prstDash val="solid"/>
          </a:ln>
        </p:spPr>
        <p:txBody>
          <a:bodyPr/>
          <a:lstStyle/>
          <a:p>
            <a:endParaRPr lang="en-US" sz="2519"/>
          </a:p>
        </p:txBody>
      </p:sp>
      <p:sp>
        <p:nvSpPr>
          <p:cNvPr id="53" name="Text 51"/>
          <p:cNvSpPr/>
          <p:nvPr/>
        </p:nvSpPr>
        <p:spPr>
          <a:xfrm>
            <a:off x="6682435" y="5545379"/>
            <a:ext cx="5709514" cy="307238"/>
          </a:xfrm>
          <a:prstGeom prst="rect">
            <a:avLst/>
          </a:prstGeom>
          <a:noFill/>
          <a:ln/>
        </p:spPr>
        <p:txBody>
          <a:bodyPr wrap="square" lIns="0" tIns="0" rIns="0" bIns="0" rtlCol="0" anchor="ctr"/>
          <a:lstStyle/>
          <a:p>
            <a:r>
              <a:rPr lang="en-US" sz="1260" dirty="0">
                <a:solidFill>
                  <a:srgbClr val="AA2222"/>
                </a:solidFill>
                <a:latin typeface="Calibri" pitchFamily="34" charset="0"/>
                <a:ea typeface="Calibri" pitchFamily="34" charset="-122"/>
                <a:cs typeface="Calibri" pitchFamily="34" charset="-120"/>
              </a:rPr>
              <a:t>→  FAIL: Retry FA once. Still failing → confidence marked low, Human Review triggered.</a:t>
            </a:r>
            <a:endParaRPr lang="en-US" sz="1260" dirty="0"/>
          </a:p>
        </p:txBody>
      </p:sp>
      <p:sp>
        <p:nvSpPr>
          <p:cNvPr id="54" name="Text 52"/>
          <p:cNvSpPr/>
          <p:nvPr/>
        </p:nvSpPr>
        <p:spPr>
          <a:xfrm>
            <a:off x="230429" y="7171182"/>
            <a:ext cx="12340742" cy="281635"/>
          </a:xfrm>
          <a:prstGeom prst="rect">
            <a:avLst/>
          </a:prstGeom>
          <a:noFill/>
          <a:ln/>
        </p:spPr>
        <p:txBody>
          <a:bodyPr wrap="square" lIns="0" tIns="0" rIns="0" bIns="0" rtlCol="0" anchor="ctr"/>
          <a:lstStyle/>
          <a:p>
            <a:r>
              <a:rPr lang="en-US" sz="1120" i="1" dirty="0">
                <a:solidFill>
                  <a:srgbClr val="555555"/>
                </a:solidFill>
                <a:latin typeface="Calibri" pitchFamily="34" charset="0"/>
                <a:ea typeface="Calibri" pitchFamily="34" charset="-122"/>
                <a:cs typeface="Calibri" pitchFamily="34" charset="-120"/>
              </a:rPr>
              <a:t>Ref: Agent GPA Framework (2025)  ·  RAGAS Answer Completeness  ·  FineSurE Completeness, ACL 2024</a:t>
            </a:r>
            <a:endParaRPr lang="en-US" sz="112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D4860-4234-9A45-C51E-4DA45B155DA2}"/>
            </a:ext>
          </a:extLst>
        </p:cNvPr>
        <p:cNvGrpSpPr/>
        <p:nvPr/>
      </p:nvGrpSpPr>
      <p:grpSpPr>
        <a:xfrm>
          <a:off x="0" y="0"/>
          <a:ext cx="0" cy="0"/>
          <a:chOff x="0" y="0"/>
          <a:chExt cx="0" cy="0"/>
        </a:xfrm>
      </p:grpSpPr>
      <p:sp>
        <p:nvSpPr>
          <p:cNvPr id="85" name="Shape 0">
            <a:extLst>
              <a:ext uri="{FF2B5EF4-FFF2-40B4-BE49-F238E27FC236}">
                <a16:creationId xmlns:a16="http://schemas.microsoft.com/office/drawing/2014/main" id="{58BDC331-D0C4-3365-A476-9BEF33252F86}"/>
              </a:ext>
            </a:extLst>
          </p:cNvPr>
          <p:cNvSpPr/>
          <p:nvPr/>
        </p:nvSpPr>
        <p:spPr>
          <a:xfrm>
            <a:off x="0" y="46695"/>
            <a:ext cx="12801600" cy="677464"/>
          </a:xfrm>
          <a:prstGeom prst="rect">
            <a:avLst/>
          </a:prstGeom>
          <a:solidFill>
            <a:srgbClr val="1A5F64"/>
          </a:solidFill>
          <a:ln w="12700">
            <a:solidFill>
              <a:srgbClr val="1A5F64"/>
            </a:solidFill>
            <a:prstDash val="solid"/>
          </a:ln>
        </p:spPr>
        <p:txBody>
          <a:bodyPr/>
          <a:lstStyle/>
          <a:p>
            <a:endParaRPr lang="en-US" sz="2519" dirty="0"/>
          </a:p>
        </p:txBody>
      </p:sp>
      <p:sp>
        <p:nvSpPr>
          <p:cNvPr id="86" name="Text 1">
            <a:extLst>
              <a:ext uri="{FF2B5EF4-FFF2-40B4-BE49-F238E27FC236}">
                <a16:creationId xmlns:a16="http://schemas.microsoft.com/office/drawing/2014/main" id="{824C112E-3E75-A040-357D-C58A2F13A3C5}"/>
              </a:ext>
            </a:extLst>
          </p:cNvPr>
          <p:cNvSpPr/>
          <p:nvPr/>
        </p:nvSpPr>
        <p:spPr>
          <a:xfrm>
            <a:off x="448056" y="149107"/>
            <a:ext cx="11905488" cy="614477"/>
          </a:xfrm>
          <a:prstGeom prst="rect">
            <a:avLst/>
          </a:prstGeom>
          <a:noFill/>
          <a:ln/>
        </p:spPr>
        <p:txBody>
          <a:bodyPr wrap="square" lIns="0" tIns="0" rIns="0" bIns="0" rtlCol="0" anchor="ctr"/>
          <a:lstStyle/>
          <a:p>
            <a:r>
              <a:rPr lang="en-US" sz="2800" b="1" dirty="0">
                <a:solidFill>
                  <a:srgbClr val="FFFFFF"/>
                </a:solidFill>
                <a:latin typeface="Calibri" pitchFamily="34" charset="0"/>
                <a:cs typeface="Calibri" pitchFamily="34" charset="-120"/>
              </a:rPr>
              <a:t>Plan for Multi-agent system USID outage analysis</a:t>
            </a:r>
            <a:endParaRPr lang="en-US" sz="2800" dirty="0"/>
          </a:p>
        </p:txBody>
      </p:sp>
      <p:sp>
        <p:nvSpPr>
          <p:cNvPr id="2" name="TextBox 1">
            <a:extLst>
              <a:ext uri="{FF2B5EF4-FFF2-40B4-BE49-F238E27FC236}">
                <a16:creationId xmlns:a16="http://schemas.microsoft.com/office/drawing/2014/main" id="{1BDE6332-F880-A847-5FB5-371D3503A5A1}"/>
              </a:ext>
            </a:extLst>
          </p:cNvPr>
          <p:cNvSpPr txBox="1"/>
          <p:nvPr/>
        </p:nvSpPr>
        <p:spPr>
          <a:xfrm>
            <a:off x="448056" y="962493"/>
            <a:ext cx="12137644" cy="6555641"/>
          </a:xfrm>
          <a:prstGeom prst="rect">
            <a:avLst/>
          </a:prstGeom>
          <a:noFill/>
        </p:spPr>
        <p:txBody>
          <a:bodyPr wrap="square" rtlCol="0">
            <a:spAutoFit/>
          </a:bodyPr>
          <a:lstStyle/>
          <a:p>
            <a:r>
              <a:rPr lang="en-US" sz="2000" dirty="0"/>
              <a:t>5.15-5.21: build the demo with real data</a:t>
            </a:r>
            <a:endParaRPr lang="en-US" altLang="zh-CN" sz="2000" dirty="0"/>
          </a:p>
          <a:p>
            <a:r>
              <a:rPr lang="en-US" altLang="zh-CN" sz="2000" dirty="0"/>
              <a:t>(Real dataset: using the Rhea data, KPI data (volume, throughput), attribute data (Tower height, frequency band count, 4G/5G count) ), ticket data showing more than two test samples and get the feed back. </a:t>
            </a:r>
            <a:endParaRPr lang="en-US" sz="2000" dirty="0"/>
          </a:p>
          <a:p>
            <a:endParaRPr lang="en-US" sz="2000" dirty="0"/>
          </a:p>
          <a:p>
            <a:r>
              <a:rPr lang="en-US" sz="2000" dirty="0"/>
              <a:t>5.21-5.28: adjust the framework, include more real data (more attribute (cell level, USID level)), get the document and domain knowledge base (example: 3GPP documents), run several rounds with different ticket.  </a:t>
            </a:r>
          </a:p>
          <a:p>
            <a:endParaRPr lang="en-US" sz="2000" dirty="0"/>
          </a:p>
          <a:p>
            <a:r>
              <a:rPr lang="en-US" sz="2000" dirty="0"/>
              <a:t>5.28-6.4: confirm experiment plan, finalize the design. (The baseline include: 1. traditional static threshold rule-base method, need to be ready to deploy. 2. ablation study for comparison)</a:t>
            </a:r>
          </a:p>
          <a:p>
            <a:endParaRPr lang="en-US" sz="2000" dirty="0"/>
          </a:p>
          <a:p>
            <a:r>
              <a:rPr lang="en-US" sz="2000" dirty="0"/>
              <a:t>6.5-7.2: do the experiment and analyze the experiment result with real data, slightly adjust the design if needed</a:t>
            </a:r>
          </a:p>
          <a:p>
            <a:r>
              <a:rPr lang="en-US" sz="2000" dirty="0"/>
              <a:t>	use the rule-base method as the baseline (1 week to build rule-base method)</a:t>
            </a:r>
          </a:p>
          <a:p>
            <a:r>
              <a:rPr lang="en-US" sz="2000" dirty="0"/>
              <a:t>	Agentic system evaluation and comparison(2-4 weeks for finalized system and ablation study)</a:t>
            </a:r>
          </a:p>
          <a:p>
            <a:endParaRPr lang="en-US" sz="2000" dirty="0"/>
          </a:p>
          <a:p>
            <a:r>
              <a:rPr lang="en-US" sz="2000" dirty="0"/>
              <a:t>6.20-7.17: paper writing + experiment </a:t>
            </a:r>
          </a:p>
          <a:p>
            <a:r>
              <a:rPr lang="en-US" sz="2000" dirty="0"/>
              <a:t>	Write instruction (less than 1 week)</a:t>
            </a:r>
          </a:p>
          <a:p>
            <a:r>
              <a:rPr lang="en-US" sz="2000" dirty="0"/>
              <a:t>	After finalize the design, write the methodology part first(1 week)</a:t>
            </a:r>
          </a:p>
          <a:p>
            <a:r>
              <a:rPr lang="en-US" sz="2000" dirty="0"/>
              <a:t>	After finish the evaluation, write the evaluation and problem definition part (2-3 weeks)</a:t>
            </a:r>
          </a:p>
          <a:p>
            <a:r>
              <a:rPr lang="en-US" sz="2000" dirty="0"/>
              <a:t>	</a:t>
            </a:r>
          </a:p>
          <a:p>
            <a:r>
              <a:rPr lang="en-US" sz="2000" dirty="0"/>
              <a:t>7.17-8.10: paper writing + revision</a:t>
            </a:r>
          </a:p>
          <a:p>
            <a:endParaRPr lang="en-US" sz="2000" dirty="0"/>
          </a:p>
        </p:txBody>
      </p:sp>
    </p:spTree>
    <p:extLst>
      <p:ext uri="{BB962C8B-B14F-4D97-AF65-F5344CB8AC3E}">
        <p14:creationId xmlns:p14="http://schemas.microsoft.com/office/powerpoint/2010/main" val="15317844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293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6A6EB-AD26-6006-9526-BB7A0991770B}"/>
            </a:ext>
          </a:extLst>
        </p:cNvPr>
        <p:cNvGrpSpPr/>
        <p:nvPr/>
      </p:nvGrpSpPr>
      <p:grpSpPr>
        <a:xfrm>
          <a:off x="0" y="0"/>
          <a:ext cx="0" cy="0"/>
          <a:chOff x="0" y="0"/>
          <a:chExt cx="0" cy="0"/>
        </a:xfrm>
      </p:grpSpPr>
      <p:sp>
        <p:nvSpPr>
          <p:cNvPr id="85" name="Shape 0">
            <a:extLst>
              <a:ext uri="{FF2B5EF4-FFF2-40B4-BE49-F238E27FC236}">
                <a16:creationId xmlns:a16="http://schemas.microsoft.com/office/drawing/2014/main" id="{41B984FC-E14F-FE94-16A0-47640DA8FEF4}"/>
              </a:ext>
            </a:extLst>
          </p:cNvPr>
          <p:cNvSpPr/>
          <p:nvPr/>
        </p:nvSpPr>
        <p:spPr>
          <a:xfrm>
            <a:off x="19257" y="9977"/>
            <a:ext cx="12763086" cy="677464"/>
          </a:xfrm>
          <a:prstGeom prst="rect">
            <a:avLst/>
          </a:prstGeom>
          <a:solidFill>
            <a:srgbClr val="1A5F64"/>
          </a:solidFill>
          <a:ln w="12700">
            <a:solidFill>
              <a:srgbClr val="1A5F64"/>
            </a:solidFill>
            <a:prstDash val="solid"/>
          </a:ln>
        </p:spPr>
        <p:txBody>
          <a:bodyPr/>
          <a:lstStyle/>
          <a:p>
            <a:endParaRPr lang="en-US" sz="2519" dirty="0"/>
          </a:p>
        </p:txBody>
      </p:sp>
      <p:sp>
        <p:nvSpPr>
          <p:cNvPr id="86" name="Text 1">
            <a:extLst>
              <a:ext uri="{FF2B5EF4-FFF2-40B4-BE49-F238E27FC236}">
                <a16:creationId xmlns:a16="http://schemas.microsoft.com/office/drawing/2014/main" id="{A26314BF-834B-9FDE-65D2-F6A137E4CD8F}"/>
              </a:ext>
            </a:extLst>
          </p:cNvPr>
          <p:cNvSpPr/>
          <p:nvPr/>
        </p:nvSpPr>
        <p:spPr>
          <a:xfrm>
            <a:off x="334106" y="59793"/>
            <a:ext cx="11905488" cy="614477"/>
          </a:xfrm>
          <a:prstGeom prst="rect">
            <a:avLst/>
          </a:prstGeom>
          <a:noFill/>
          <a:ln/>
        </p:spPr>
        <p:txBody>
          <a:bodyPr wrap="square" lIns="0" tIns="0" rIns="0" bIns="0" rtlCol="0" anchor="ctr"/>
          <a:lstStyle/>
          <a:p>
            <a:r>
              <a:rPr lang="en-US" sz="2800" b="1" dirty="0">
                <a:solidFill>
                  <a:srgbClr val="FFFFFF"/>
                </a:solidFill>
                <a:latin typeface="Calibri" pitchFamily="34" charset="0"/>
                <a:cs typeface="Calibri" pitchFamily="34" charset="-120"/>
              </a:rPr>
              <a:t>System design:</a:t>
            </a:r>
            <a:r>
              <a:rPr lang="zh-CN" altLang="en-US" sz="2800" b="1" dirty="0">
                <a:solidFill>
                  <a:srgbClr val="FFFFFF"/>
                </a:solidFill>
                <a:latin typeface="Calibri" pitchFamily="34" charset="0"/>
                <a:cs typeface="Calibri" pitchFamily="34" charset="-120"/>
              </a:rPr>
              <a:t> </a:t>
            </a:r>
            <a:r>
              <a:rPr lang="en-US" altLang="zh-CN" sz="2800" b="1" dirty="0">
                <a:solidFill>
                  <a:srgbClr val="FFFFFF"/>
                </a:solidFill>
                <a:latin typeface="Calibri" pitchFamily="34" charset="0"/>
                <a:cs typeface="Calibri" pitchFamily="34" charset="-120"/>
              </a:rPr>
              <a:t>updated framework </a:t>
            </a:r>
            <a:endParaRPr lang="en-US" sz="2800" dirty="0"/>
          </a:p>
        </p:txBody>
      </p:sp>
      <p:sp>
        <p:nvSpPr>
          <p:cNvPr id="3" name="Rounded Rectangle 2">
            <a:extLst>
              <a:ext uri="{FF2B5EF4-FFF2-40B4-BE49-F238E27FC236}">
                <a16:creationId xmlns:a16="http://schemas.microsoft.com/office/drawing/2014/main" id="{C2A150AC-6613-B949-8584-EC75EA5ACAB6}"/>
              </a:ext>
            </a:extLst>
          </p:cNvPr>
          <p:cNvSpPr/>
          <p:nvPr/>
        </p:nvSpPr>
        <p:spPr>
          <a:xfrm>
            <a:off x="3167055" y="1591454"/>
            <a:ext cx="1432045" cy="444802"/>
          </a:xfrm>
          <a:prstGeom prst="round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500" dirty="0">
                <a:ln w="0"/>
                <a:solidFill>
                  <a:schemeClr val="tx1"/>
                </a:solidFill>
                <a:effectLst>
                  <a:outerShdw blurRad="38100" dist="19050" dir="2700000" algn="tl" rotWithShape="0">
                    <a:schemeClr val="dk1">
                      <a:alpha val="40000"/>
                    </a:schemeClr>
                  </a:outerShdw>
                </a:effectLst>
              </a:rPr>
              <a:t>Input tickets/text</a:t>
            </a:r>
            <a:endParaRPr lang="en-US" sz="1500" dirty="0">
              <a:ln w="0"/>
              <a:solidFill>
                <a:schemeClr val="tx1"/>
              </a:solidFill>
              <a:effectLst>
                <a:outerShdw blurRad="38100" dist="19050" dir="2700000" algn="tl" rotWithShape="0">
                  <a:schemeClr val="dk1">
                    <a:alpha val="40000"/>
                  </a:schemeClr>
                </a:outerShdw>
              </a:effectLst>
            </a:endParaRPr>
          </a:p>
        </p:txBody>
      </p:sp>
      <p:sp>
        <p:nvSpPr>
          <p:cNvPr id="7" name="TextBox 6">
            <a:extLst>
              <a:ext uri="{FF2B5EF4-FFF2-40B4-BE49-F238E27FC236}">
                <a16:creationId xmlns:a16="http://schemas.microsoft.com/office/drawing/2014/main" id="{6E73634A-1AE4-90BD-114D-368C72EF8F93}"/>
              </a:ext>
            </a:extLst>
          </p:cNvPr>
          <p:cNvSpPr txBox="1"/>
          <p:nvPr/>
        </p:nvSpPr>
        <p:spPr>
          <a:xfrm>
            <a:off x="2080315" y="886613"/>
            <a:ext cx="8763000" cy="566309"/>
          </a:xfrm>
          <a:prstGeom prst="rect">
            <a:avLst/>
          </a:prstGeom>
          <a:noFill/>
        </p:spPr>
        <p:txBody>
          <a:bodyPr wrap="square" rtlCol="0">
            <a:spAutoFit/>
          </a:bodyPr>
          <a:lstStyle/>
          <a:p>
            <a:pPr algn="ctr"/>
            <a:r>
              <a:rPr lang="en-US" sz="1540" dirty="0">
                <a:ln w="0"/>
                <a:effectLst>
                  <a:outerShdw blurRad="38100" dist="19050" dir="2700000" algn="tl" rotWithShape="0">
                    <a:schemeClr val="dk1">
                      <a:alpha val="40000"/>
                    </a:schemeClr>
                  </a:outerShdw>
                </a:effectLst>
              </a:rPr>
              <a:t>Harness</a:t>
            </a:r>
          </a:p>
          <a:p>
            <a:pPr algn="ctr"/>
            <a:r>
              <a:rPr lang="en-US" sz="1540" dirty="0">
                <a:ln w="0"/>
                <a:effectLst>
                  <a:outerShdw blurRad="38100" dist="19050" dir="2700000" algn="tl" rotWithShape="0">
                    <a:schemeClr val="dk1">
                      <a:alpha val="40000"/>
                    </a:schemeClr>
                  </a:outerShdw>
                </a:effectLst>
              </a:rPr>
              <a:t>Orchestrate agents</a:t>
            </a:r>
            <a:r>
              <a:rPr lang="zh-CN" altLang="en-US" sz="1540" dirty="0">
                <a:ln w="0"/>
                <a:effectLst>
                  <a:outerShdw blurRad="38100" dist="19050" dir="2700000" algn="tl" rotWithShape="0">
                    <a:schemeClr val="dk1">
                      <a:alpha val="40000"/>
                    </a:schemeClr>
                  </a:outerShdw>
                </a:effectLst>
              </a:rPr>
              <a:t> </a:t>
            </a:r>
            <a:r>
              <a:rPr lang="en-US" altLang="zh-CN" sz="1540" dirty="0">
                <a:ln w="0"/>
                <a:effectLst>
                  <a:outerShdw blurRad="38100" dist="19050" dir="2700000" algn="tl" rotWithShape="0">
                    <a:schemeClr val="dk1">
                      <a:alpha val="40000"/>
                    </a:schemeClr>
                  </a:outerShdw>
                </a:effectLst>
              </a:rPr>
              <a:t>|</a:t>
            </a:r>
            <a:r>
              <a:rPr lang="en-US" sz="1540" dirty="0">
                <a:ln w="0"/>
                <a:effectLst>
                  <a:outerShdw blurRad="38100" dist="19050" dir="2700000" algn="tl" rotWithShape="0">
                    <a:schemeClr val="dk1">
                      <a:alpha val="40000"/>
                    </a:schemeClr>
                  </a:outerShdw>
                </a:effectLst>
              </a:rPr>
              <a:t>Enforce verification &amp; rerun logic </a:t>
            </a:r>
          </a:p>
        </p:txBody>
      </p:sp>
      <p:sp>
        <p:nvSpPr>
          <p:cNvPr id="10" name="Rounded Rectangle 9">
            <a:extLst>
              <a:ext uri="{FF2B5EF4-FFF2-40B4-BE49-F238E27FC236}">
                <a16:creationId xmlns:a16="http://schemas.microsoft.com/office/drawing/2014/main" id="{8C64719A-F00A-A9F6-D412-055D13150746}"/>
              </a:ext>
            </a:extLst>
          </p:cNvPr>
          <p:cNvSpPr/>
          <p:nvPr/>
        </p:nvSpPr>
        <p:spPr>
          <a:xfrm>
            <a:off x="3791178" y="3320077"/>
            <a:ext cx="1107919" cy="758106"/>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KPI analysis agent.</a:t>
            </a:r>
            <a:endParaRPr lang="en-US" sz="1680" dirty="0"/>
          </a:p>
        </p:txBody>
      </p:sp>
      <p:sp>
        <p:nvSpPr>
          <p:cNvPr id="20" name="Rounded Rectangle 19">
            <a:extLst>
              <a:ext uri="{FF2B5EF4-FFF2-40B4-BE49-F238E27FC236}">
                <a16:creationId xmlns:a16="http://schemas.microsoft.com/office/drawing/2014/main" id="{897D0303-C998-96EA-A002-05CF1DBD7287}"/>
              </a:ext>
            </a:extLst>
          </p:cNvPr>
          <p:cNvSpPr/>
          <p:nvPr/>
        </p:nvSpPr>
        <p:spPr>
          <a:xfrm>
            <a:off x="4409600" y="5139170"/>
            <a:ext cx="4529375" cy="378298"/>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Final assessment agent</a:t>
            </a:r>
            <a:endParaRPr lang="en-US" sz="1500" dirty="0"/>
          </a:p>
        </p:txBody>
      </p:sp>
      <p:sp>
        <p:nvSpPr>
          <p:cNvPr id="24" name="Rounded Rectangle 23">
            <a:extLst>
              <a:ext uri="{FF2B5EF4-FFF2-40B4-BE49-F238E27FC236}">
                <a16:creationId xmlns:a16="http://schemas.microsoft.com/office/drawing/2014/main" id="{28D1BFB5-51F7-EF02-9810-38763CB53F9B}"/>
              </a:ext>
            </a:extLst>
          </p:cNvPr>
          <p:cNvSpPr/>
          <p:nvPr/>
        </p:nvSpPr>
        <p:spPr>
          <a:xfrm>
            <a:off x="3019990" y="2897666"/>
            <a:ext cx="6991730" cy="3041580"/>
          </a:xfrm>
          <a:prstGeom prst="roundRect">
            <a:avLst/>
          </a:prstGeom>
          <a:noFill/>
          <a:ln>
            <a:solidFill>
              <a:schemeClr val="tx1"/>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26" name="Rounded Rectangle 25">
            <a:extLst>
              <a:ext uri="{FF2B5EF4-FFF2-40B4-BE49-F238E27FC236}">
                <a16:creationId xmlns:a16="http://schemas.microsoft.com/office/drawing/2014/main" id="{35BA3178-096D-BED9-CDA6-35066E767FF8}"/>
              </a:ext>
            </a:extLst>
          </p:cNvPr>
          <p:cNvSpPr/>
          <p:nvPr/>
        </p:nvSpPr>
        <p:spPr>
          <a:xfrm>
            <a:off x="2969829" y="2769390"/>
            <a:ext cx="913249" cy="403918"/>
          </a:xfrm>
          <a:prstGeom prst="round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Analysis agents</a:t>
            </a:r>
          </a:p>
        </p:txBody>
      </p:sp>
      <p:sp>
        <p:nvSpPr>
          <p:cNvPr id="34" name="Rounded Rectangle 33">
            <a:extLst>
              <a:ext uri="{FF2B5EF4-FFF2-40B4-BE49-F238E27FC236}">
                <a16:creationId xmlns:a16="http://schemas.microsoft.com/office/drawing/2014/main" id="{4CAC3A5F-DE03-66DA-54A3-350560B21F7C}"/>
              </a:ext>
            </a:extLst>
          </p:cNvPr>
          <p:cNvSpPr/>
          <p:nvPr/>
        </p:nvSpPr>
        <p:spPr>
          <a:xfrm>
            <a:off x="5872632" y="6626180"/>
            <a:ext cx="1242914" cy="496438"/>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ln w="0"/>
                <a:solidFill>
                  <a:schemeClr val="tx1"/>
                </a:solidFill>
                <a:effectLst>
                  <a:outerShdw blurRad="38100" dist="19050" dir="2700000" algn="tl" rotWithShape="0">
                    <a:schemeClr val="dk1">
                      <a:alpha val="40000"/>
                    </a:schemeClr>
                  </a:outerShdw>
                </a:effectLst>
              </a:rPr>
              <a:t>Reflector</a:t>
            </a:r>
          </a:p>
          <a:p>
            <a:pPr algn="ctr"/>
            <a:r>
              <a:rPr lang="en-US" sz="1400" dirty="0">
                <a:ln w="0"/>
                <a:solidFill>
                  <a:schemeClr val="tx1"/>
                </a:solidFill>
                <a:effectLst>
                  <a:outerShdw blurRad="38100" dist="19050" dir="2700000" algn="tl" rotWithShape="0">
                    <a:schemeClr val="dk1">
                      <a:alpha val="40000"/>
                    </a:schemeClr>
                  </a:outerShdw>
                </a:effectLst>
              </a:rPr>
              <a:t>agent</a:t>
            </a:r>
          </a:p>
        </p:txBody>
      </p:sp>
      <p:sp>
        <p:nvSpPr>
          <p:cNvPr id="35" name="Rounded Rectangle 34">
            <a:extLst>
              <a:ext uri="{FF2B5EF4-FFF2-40B4-BE49-F238E27FC236}">
                <a16:creationId xmlns:a16="http://schemas.microsoft.com/office/drawing/2014/main" id="{03D74894-B66C-C5E8-65FD-D60F1B2A232E}"/>
              </a:ext>
            </a:extLst>
          </p:cNvPr>
          <p:cNvSpPr/>
          <p:nvPr/>
        </p:nvSpPr>
        <p:spPr>
          <a:xfrm>
            <a:off x="7176794" y="6172924"/>
            <a:ext cx="1274512" cy="243751"/>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Output result</a:t>
            </a:r>
            <a:endParaRPr lang="en-US" sz="1500" dirty="0"/>
          </a:p>
        </p:txBody>
      </p:sp>
      <p:sp>
        <p:nvSpPr>
          <p:cNvPr id="37" name="Rounded Rectangle 36">
            <a:extLst>
              <a:ext uri="{FF2B5EF4-FFF2-40B4-BE49-F238E27FC236}">
                <a16:creationId xmlns:a16="http://schemas.microsoft.com/office/drawing/2014/main" id="{8608E901-ABBF-EEB2-2F4E-D0FB02A01E33}"/>
              </a:ext>
            </a:extLst>
          </p:cNvPr>
          <p:cNvSpPr/>
          <p:nvPr/>
        </p:nvSpPr>
        <p:spPr>
          <a:xfrm rot="16200000">
            <a:off x="8867170" y="4978728"/>
            <a:ext cx="4422748" cy="512390"/>
          </a:xfrm>
          <a:prstGeom prst="roundRect">
            <a:avLst/>
          </a:prstGeom>
          <a:solidFill>
            <a:srgbClr val="A2C2F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Run-store MCP server</a:t>
            </a:r>
          </a:p>
        </p:txBody>
      </p:sp>
      <p:cxnSp>
        <p:nvCxnSpPr>
          <p:cNvPr id="45" name="Straight Arrow Connector 44">
            <a:extLst>
              <a:ext uri="{FF2B5EF4-FFF2-40B4-BE49-F238E27FC236}">
                <a16:creationId xmlns:a16="http://schemas.microsoft.com/office/drawing/2014/main" id="{FF9B1BAC-CC46-BAF5-4A7F-B0744F362567}"/>
              </a:ext>
            </a:extLst>
          </p:cNvPr>
          <p:cNvCxnSpPr>
            <a:cxnSpLocks/>
          </p:cNvCxnSpPr>
          <p:nvPr/>
        </p:nvCxnSpPr>
        <p:spPr>
          <a:xfrm>
            <a:off x="6547603" y="6278244"/>
            <a:ext cx="609945"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a:extLst>
              <a:ext uri="{FF2B5EF4-FFF2-40B4-BE49-F238E27FC236}">
                <a16:creationId xmlns:a16="http://schemas.microsoft.com/office/drawing/2014/main" id="{C92DEA90-1326-0429-ED83-169ED4C7CFFA}"/>
              </a:ext>
            </a:extLst>
          </p:cNvPr>
          <p:cNvCxnSpPr>
            <a:cxnSpLocks/>
            <a:stCxn id="4" idx="2"/>
            <a:endCxn id="24" idx="0"/>
          </p:cNvCxnSpPr>
          <p:nvPr/>
        </p:nvCxnSpPr>
        <p:spPr>
          <a:xfrm>
            <a:off x="6509401" y="1983792"/>
            <a:ext cx="6454" cy="91387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9A378D88-F8D3-18A9-C28F-44FADFFEE7D4}"/>
              </a:ext>
            </a:extLst>
          </p:cNvPr>
          <p:cNvCxnSpPr>
            <a:cxnSpLocks/>
            <a:stCxn id="24" idx="2"/>
          </p:cNvCxnSpPr>
          <p:nvPr/>
        </p:nvCxnSpPr>
        <p:spPr>
          <a:xfrm>
            <a:off x="6515855" y="5939246"/>
            <a:ext cx="31748" cy="6885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Rounded Rectangle 15">
            <a:extLst>
              <a:ext uri="{FF2B5EF4-FFF2-40B4-BE49-F238E27FC236}">
                <a16:creationId xmlns:a16="http://schemas.microsoft.com/office/drawing/2014/main" id="{3EF16897-CBBC-6046-4D40-F9E247EF064E}"/>
              </a:ext>
            </a:extLst>
          </p:cNvPr>
          <p:cNvSpPr/>
          <p:nvPr/>
        </p:nvSpPr>
        <p:spPr>
          <a:xfrm>
            <a:off x="3791177" y="4065495"/>
            <a:ext cx="1107918" cy="475258"/>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Verification agent</a:t>
            </a:r>
          </a:p>
        </p:txBody>
      </p:sp>
      <p:cxnSp>
        <p:nvCxnSpPr>
          <p:cNvPr id="29" name="Elbow Connector 28">
            <a:extLst>
              <a:ext uri="{FF2B5EF4-FFF2-40B4-BE49-F238E27FC236}">
                <a16:creationId xmlns:a16="http://schemas.microsoft.com/office/drawing/2014/main" id="{777FA2EE-D7DB-5A60-480F-7381EB7C0029}"/>
              </a:ext>
            </a:extLst>
          </p:cNvPr>
          <p:cNvCxnSpPr>
            <a:cxnSpLocks/>
            <a:stCxn id="16" idx="3"/>
            <a:endCxn id="10" idx="0"/>
          </p:cNvCxnSpPr>
          <p:nvPr/>
        </p:nvCxnSpPr>
        <p:spPr>
          <a:xfrm flipH="1" flipV="1">
            <a:off x="4345137" y="3320078"/>
            <a:ext cx="553958" cy="983046"/>
          </a:xfrm>
          <a:prstGeom prst="bentConnector4">
            <a:avLst>
              <a:gd name="adj1" fmla="val -57774"/>
              <a:gd name="adj2" fmla="val 123254"/>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sp>
        <p:nvSpPr>
          <p:cNvPr id="68" name="Rounded Rectangle 67">
            <a:extLst>
              <a:ext uri="{FF2B5EF4-FFF2-40B4-BE49-F238E27FC236}">
                <a16:creationId xmlns:a16="http://schemas.microsoft.com/office/drawing/2014/main" id="{C83E975D-BD33-FAA9-5ED4-1F3226F7BD97}"/>
              </a:ext>
            </a:extLst>
          </p:cNvPr>
          <p:cNvSpPr/>
          <p:nvPr/>
        </p:nvSpPr>
        <p:spPr>
          <a:xfrm>
            <a:off x="4404591" y="5487858"/>
            <a:ext cx="4534384" cy="326325"/>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Verification agent</a:t>
            </a:r>
          </a:p>
        </p:txBody>
      </p:sp>
      <p:cxnSp>
        <p:nvCxnSpPr>
          <p:cNvPr id="71" name="Elbow Connector 70">
            <a:extLst>
              <a:ext uri="{FF2B5EF4-FFF2-40B4-BE49-F238E27FC236}">
                <a16:creationId xmlns:a16="http://schemas.microsoft.com/office/drawing/2014/main" id="{83320CFC-427B-3A7A-5E80-E3D20DFD7543}"/>
              </a:ext>
            </a:extLst>
          </p:cNvPr>
          <p:cNvCxnSpPr>
            <a:cxnSpLocks/>
            <a:stCxn id="68" idx="3"/>
            <a:endCxn id="20" idx="0"/>
          </p:cNvCxnSpPr>
          <p:nvPr/>
        </p:nvCxnSpPr>
        <p:spPr>
          <a:xfrm flipH="1" flipV="1">
            <a:off x="6674288" y="5139169"/>
            <a:ext cx="2264688" cy="511851"/>
          </a:xfrm>
          <a:prstGeom prst="bentConnector4">
            <a:avLst>
              <a:gd name="adj1" fmla="val -14132"/>
              <a:gd name="adj2" fmla="val 131585"/>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pic>
        <p:nvPicPr>
          <p:cNvPr id="2050" name="Picture 2" descr="Colourful database icon trio">
            <a:extLst>
              <a:ext uri="{FF2B5EF4-FFF2-40B4-BE49-F238E27FC236}">
                <a16:creationId xmlns:a16="http://schemas.microsoft.com/office/drawing/2014/main" id="{E271F089-2AC7-8ADA-9F28-15A592E9A4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102" b="19669"/>
          <a:stretch>
            <a:fillRect/>
          </a:stretch>
        </p:blipFill>
        <p:spPr bwMode="auto">
          <a:xfrm>
            <a:off x="11859323" y="5061257"/>
            <a:ext cx="846677" cy="726816"/>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4" descr="Generated image: Black arrows forming a continuous loop">
            <a:extLst>
              <a:ext uri="{FF2B5EF4-FFF2-40B4-BE49-F238E27FC236}">
                <a16:creationId xmlns:a16="http://schemas.microsoft.com/office/drawing/2014/main" id="{7B86A4D8-CF95-983F-C7D0-B7DFD225801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8064" b="13703"/>
          <a:stretch>
            <a:fillRect/>
          </a:stretch>
        </p:blipFill>
        <p:spPr bwMode="auto">
          <a:xfrm>
            <a:off x="10011721" y="4995674"/>
            <a:ext cx="733023" cy="573461"/>
          </a:xfrm>
          <a:prstGeom prst="rect">
            <a:avLst/>
          </a:prstGeom>
          <a:noFill/>
          <a:extLst>
            <a:ext uri="{909E8E84-426E-40DD-AFC4-6F175D3DCCD1}">
              <a14:hiddenFill xmlns:a14="http://schemas.microsoft.com/office/drawing/2010/main">
                <a:solidFill>
                  <a:srgbClr val="FFFFFF"/>
                </a:solidFill>
              </a14:hiddenFill>
            </a:ext>
          </a:extLst>
        </p:spPr>
      </p:pic>
      <p:cxnSp>
        <p:nvCxnSpPr>
          <p:cNvPr id="106" name="Straight Arrow Connector 105">
            <a:extLst>
              <a:ext uri="{FF2B5EF4-FFF2-40B4-BE49-F238E27FC236}">
                <a16:creationId xmlns:a16="http://schemas.microsoft.com/office/drawing/2014/main" id="{B543BF25-0068-1425-D5E0-B729E6BB2CE9}"/>
              </a:ext>
            </a:extLst>
          </p:cNvPr>
          <p:cNvCxnSpPr>
            <a:cxnSpLocks/>
            <a:endCxn id="2050" idx="1"/>
          </p:cNvCxnSpPr>
          <p:nvPr/>
        </p:nvCxnSpPr>
        <p:spPr>
          <a:xfrm>
            <a:off x="11425890" y="5424665"/>
            <a:ext cx="433432"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2" name="Rounded Rectangle 1">
            <a:extLst>
              <a:ext uri="{FF2B5EF4-FFF2-40B4-BE49-F238E27FC236}">
                <a16:creationId xmlns:a16="http://schemas.microsoft.com/office/drawing/2014/main" id="{B0370685-C1CA-6C5B-5780-427597F42612}"/>
              </a:ext>
            </a:extLst>
          </p:cNvPr>
          <p:cNvSpPr/>
          <p:nvPr/>
        </p:nvSpPr>
        <p:spPr>
          <a:xfrm>
            <a:off x="448055" y="914220"/>
            <a:ext cx="12315031" cy="716627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6" name="Rounded Rectangle 5">
            <a:extLst>
              <a:ext uri="{FF2B5EF4-FFF2-40B4-BE49-F238E27FC236}">
                <a16:creationId xmlns:a16="http://schemas.microsoft.com/office/drawing/2014/main" id="{1273FEF8-6E87-60B4-300E-F3FDB6E37F50}"/>
              </a:ext>
            </a:extLst>
          </p:cNvPr>
          <p:cNvSpPr/>
          <p:nvPr/>
        </p:nvSpPr>
        <p:spPr>
          <a:xfrm>
            <a:off x="682124" y="4091341"/>
            <a:ext cx="1813282" cy="635426"/>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Skills library (reference document)</a:t>
            </a:r>
          </a:p>
        </p:txBody>
      </p:sp>
      <p:sp>
        <p:nvSpPr>
          <p:cNvPr id="28" name="TextBox 27">
            <a:extLst>
              <a:ext uri="{FF2B5EF4-FFF2-40B4-BE49-F238E27FC236}">
                <a16:creationId xmlns:a16="http://schemas.microsoft.com/office/drawing/2014/main" id="{EE5BC822-A25C-51B4-90DE-2A387D9FAEB1}"/>
              </a:ext>
            </a:extLst>
          </p:cNvPr>
          <p:cNvSpPr txBox="1"/>
          <p:nvPr/>
        </p:nvSpPr>
        <p:spPr>
          <a:xfrm>
            <a:off x="6524713" y="2366075"/>
            <a:ext cx="3436637" cy="323165"/>
          </a:xfrm>
          <a:prstGeom prst="rect">
            <a:avLst/>
          </a:prstGeom>
          <a:noFill/>
        </p:spPr>
        <p:txBody>
          <a:bodyPr wrap="square" rtlCol="0">
            <a:spAutoFit/>
          </a:bodyPr>
          <a:lstStyle/>
          <a:p>
            <a:r>
              <a:rPr lang="en-US" sz="1500" dirty="0"/>
              <a:t>USID, sector ID, shutdown duration</a:t>
            </a:r>
          </a:p>
        </p:txBody>
      </p:sp>
      <p:cxnSp>
        <p:nvCxnSpPr>
          <p:cNvPr id="41" name="Straight Arrow Connector 40">
            <a:extLst>
              <a:ext uri="{FF2B5EF4-FFF2-40B4-BE49-F238E27FC236}">
                <a16:creationId xmlns:a16="http://schemas.microsoft.com/office/drawing/2014/main" id="{D2D576CC-54E4-FFCD-FCDE-33E183CFD248}"/>
              </a:ext>
            </a:extLst>
          </p:cNvPr>
          <p:cNvCxnSpPr>
            <a:cxnSpLocks/>
          </p:cNvCxnSpPr>
          <p:nvPr/>
        </p:nvCxnSpPr>
        <p:spPr>
          <a:xfrm flipV="1">
            <a:off x="2495406" y="4303124"/>
            <a:ext cx="524584" cy="21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7" name="TextBox 56">
            <a:extLst>
              <a:ext uri="{FF2B5EF4-FFF2-40B4-BE49-F238E27FC236}">
                <a16:creationId xmlns:a16="http://schemas.microsoft.com/office/drawing/2014/main" id="{7751E1D3-0541-4420-07AD-14F9B55F4CEE}"/>
              </a:ext>
            </a:extLst>
          </p:cNvPr>
          <p:cNvSpPr txBox="1"/>
          <p:nvPr/>
        </p:nvSpPr>
        <p:spPr>
          <a:xfrm>
            <a:off x="534982" y="3122238"/>
            <a:ext cx="2830110" cy="954107"/>
          </a:xfrm>
          <a:prstGeom prst="rect">
            <a:avLst/>
          </a:prstGeom>
          <a:noFill/>
        </p:spPr>
        <p:txBody>
          <a:bodyPr wrap="square" rtlCol="0">
            <a:spAutoFit/>
          </a:bodyPr>
          <a:lstStyle/>
          <a:p>
            <a:r>
              <a:rPr lang="en-US" sz="1400" dirty="0"/>
              <a:t>Skills, can load </a:t>
            </a:r>
            <a:r>
              <a:rPr lang="zh-CN" altLang="en-US" sz="1400" dirty="0"/>
              <a:t> </a:t>
            </a:r>
            <a:r>
              <a:rPr lang="en-US" altLang="zh-CN" sz="1400" dirty="0"/>
              <a:t>documents,</a:t>
            </a:r>
            <a:r>
              <a:rPr lang="zh-CN" altLang="en-US" sz="1400" dirty="0"/>
              <a:t> </a:t>
            </a:r>
            <a:r>
              <a:rPr lang="en-US" altLang="zh-CN" sz="1400" dirty="0"/>
              <a:t>and</a:t>
            </a:r>
            <a:r>
              <a:rPr lang="zh-CN" altLang="en-US" sz="1400" dirty="0"/>
              <a:t> </a:t>
            </a:r>
            <a:r>
              <a:rPr lang="en-US" altLang="zh-CN" sz="1400" dirty="0"/>
              <a:t>have</a:t>
            </a:r>
            <a:r>
              <a:rPr lang="zh-CN" altLang="en-US" sz="1400" dirty="0"/>
              <a:t> </a:t>
            </a:r>
            <a:r>
              <a:rPr lang="en-US" altLang="zh-CN" sz="1400" dirty="0" err="1"/>
              <a:t>skill.md</a:t>
            </a:r>
            <a:r>
              <a:rPr lang="zh-CN" altLang="en-US" sz="1400" dirty="0"/>
              <a:t> </a:t>
            </a:r>
            <a:r>
              <a:rPr lang="en-US" altLang="zh-CN" sz="1400" dirty="0"/>
              <a:t>to</a:t>
            </a:r>
            <a:r>
              <a:rPr lang="zh-CN" altLang="en-US" sz="1400" dirty="0"/>
              <a:t> </a:t>
            </a:r>
            <a:r>
              <a:rPr lang="en-US" altLang="zh-CN" sz="1400" dirty="0"/>
              <a:t>guide</a:t>
            </a:r>
            <a:r>
              <a:rPr lang="zh-CN" altLang="en-US" sz="1400" dirty="0"/>
              <a:t> </a:t>
            </a:r>
            <a:r>
              <a:rPr lang="en-US" altLang="zh-CN" sz="1400" dirty="0"/>
              <a:t>the</a:t>
            </a:r>
            <a:r>
              <a:rPr lang="zh-CN" altLang="en-US" sz="1400" dirty="0"/>
              <a:t> </a:t>
            </a:r>
            <a:r>
              <a:rPr lang="en-US" altLang="zh-CN" sz="1400" dirty="0"/>
              <a:t>agent</a:t>
            </a:r>
            <a:r>
              <a:rPr lang="zh-CN" altLang="en-US" sz="1400" dirty="0"/>
              <a:t> </a:t>
            </a:r>
            <a:r>
              <a:rPr lang="en-US" altLang="zh-CN" sz="1400" dirty="0"/>
              <a:t>read</a:t>
            </a:r>
            <a:r>
              <a:rPr lang="zh-CN" altLang="en-US" sz="1400" dirty="0"/>
              <a:t> </a:t>
            </a:r>
            <a:r>
              <a:rPr lang="en-US" altLang="zh-CN" sz="1400" dirty="0"/>
              <a:t>the</a:t>
            </a:r>
            <a:r>
              <a:rPr lang="zh-CN" altLang="en-US" sz="1400" dirty="0"/>
              <a:t> </a:t>
            </a:r>
            <a:r>
              <a:rPr lang="en-US" altLang="zh-CN" sz="1400" dirty="0"/>
              <a:t>document</a:t>
            </a:r>
            <a:r>
              <a:rPr lang="zh-CN" altLang="en-US" sz="1400" dirty="0"/>
              <a:t> </a:t>
            </a:r>
            <a:r>
              <a:rPr lang="en-US" altLang="zh-CN" sz="1400" dirty="0"/>
              <a:t>and</a:t>
            </a:r>
            <a:r>
              <a:rPr lang="zh-CN" altLang="en-US" sz="1400" dirty="0"/>
              <a:t> </a:t>
            </a:r>
            <a:r>
              <a:rPr lang="en-US" altLang="zh-CN" sz="1400" dirty="0"/>
              <a:t>get</a:t>
            </a:r>
            <a:r>
              <a:rPr lang="zh-CN" altLang="en-US" sz="1400" dirty="0"/>
              <a:t> </a:t>
            </a:r>
            <a:r>
              <a:rPr lang="en-US" altLang="zh-CN" sz="1400" dirty="0"/>
              <a:t>the</a:t>
            </a:r>
            <a:r>
              <a:rPr lang="zh-CN" altLang="en-US" sz="1400" dirty="0"/>
              <a:t> </a:t>
            </a:r>
            <a:r>
              <a:rPr lang="en-US" altLang="zh-CN" sz="1400" dirty="0"/>
              <a:t>output</a:t>
            </a:r>
            <a:endParaRPr lang="en-US" sz="1400" dirty="0"/>
          </a:p>
        </p:txBody>
      </p:sp>
      <p:cxnSp>
        <p:nvCxnSpPr>
          <p:cNvPr id="70" name="Elbow Connector 69">
            <a:extLst>
              <a:ext uri="{FF2B5EF4-FFF2-40B4-BE49-F238E27FC236}">
                <a16:creationId xmlns:a16="http://schemas.microsoft.com/office/drawing/2014/main" id="{06B44A36-7DC2-2C77-C37A-CBAFA4CCD313}"/>
              </a:ext>
            </a:extLst>
          </p:cNvPr>
          <p:cNvCxnSpPr>
            <a:cxnSpLocks/>
            <a:stCxn id="16" idx="2"/>
            <a:endCxn id="20" idx="0"/>
          </p:cNvCxnSpPr>
          <p:nvPr/>
        </p:nvCxnSpPr>
        <p:spPr>
          <a:xfrm rot="16200000" flipH="1">
            <a:off x="5210504" y="3675385"/>
            <a:ext cx="598417" cy="232915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5" name="Elbow Connector 74">
            <a:extLst>
              <a:ext uri="{FF2B5EF4-FFF2-40B4-BE49-F238E27FC236}">
                <a16:creationId xmlns:a16="http://schemas.microsoft.com/office/drawing/2014/main" id="{C084B67C-41FD-DEDB-7EBF-491BE6497992}"/>
              </a:ext>
            </a:extLst>
          </p:cNvPr>
          <p:cNvCxnSpPr>
            <a:cxnSpLocks/>
            <a:stCxn id="13" idx="2"/>
            <a:endCxn id="20" idx="0"/>
          </p:cNvCxnSpPr>
          <p:nvPr/>
        </p:nvCxnSpPr>
        <p:spPr>
          <a:xfrm rot="16200000" flipH="1">
            <a:off x="5962264" y="4427146"/>
            <a:ext cx="1287740" cy="136308"/>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77" name="Elbow Connector 76">
            <a:extLst>
              <a:ext uri="{FF2B5EF4-FFF2-40B4-BE49-F238E27FC236}">
                <a16:creationId xmlns:a16="http://schemas.microsoft.com/office/drawing/2014/main" id="{9B794AA5-9AE5-D0AA-D3F6-30394950DFB5}"/>
              </a:ext>
            </a:extLst>
          </p:cNvPr>
          <p:cNvCxnSpPr>
            <a:cxnSpLocks/>
            <a:stCxn id="17" idx="2"/>
            <a:endCxn id="20" idx="0"/>
          </p:cNvCxnSpPr>
          <p:nvPr/>
        </p:nvCxnSpPr>
        <p:spPr>
          <a:xfrm rot="5400000">
            <a:off x="7011009" y="3514709"/>
            <a:ext cx="1287740" cy="1961182"/>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81" name="Rounded Rectangle 80">
            <a:extLst>
              <a:ext uri="{FF2B5EF4-FFF2-40B4-BE49-F238E27FC236}">
                <a16:creationId xmlns:a16="http://schemas.microsoft.com/office/drawing/2014/main" id="{5D03AED9-C8BF-1FEB-B280-1C0CE9BB0DBE}"/>
              </a:ext>
            </a:extLst>
          </p:cNvPr>
          <p:cNvSpPr/>
          <p:nvPr/>
        </p:nvSpPr>
        <p:spPr>
          <a:xfrm>
            <a:off x="8024870" y="6685542"/>
            <a:ext cx="1242914" cy="324907"/>
          </a:xfrm>
          <a:prstGeom prst="roundRect">
            <a:avLst/>
          </a:prstGeom>
          <a:solidFill>
            <a:schemeClr val="bg1">
              <a:lumMod val="8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Ground truth</a:t>
            </a:r>
          </a:p>
        </p:txBody>
      </p:sp>
      <p:cxnSp>
        <p:nvCxnSpPr>
          <p:cNvPr id="89" name="Straight Arrow Connector 88">
            <a:extLst>
              <a:ext uri="{FF2B5EF4-FFF2-40B4-BE49-F238E27FC236}">
                <a16:creationId xmlns:a16="http://schemas.microsoft.com/office/drawing/2014/main" id="{A97F7FDD-D05A-767A-9CEE-9DBAC25A495E}"/>
              </a:ext>
            </a:extLst>
          </p:cNvPr>
          <p:cNvCxnSpPr>
            <a:cxnSpLocks/>
            <a:stCxn id="81" idx="1"/>
            <a:endCxn id="34" idx="3"/>
          </p:cNvCxnSpPr>
          <p:nvPr/>
        </p:nvCxnSpPr>
        <p:spPr>
          <a:xfrm flipH="1">
            <a:off x="7115546" y="6847996"/>
            <a:ext cx="909324" cy="26403"/>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97" name="Straight Arrow Connector 96">
            <a:extLst>
              <a:ext uri="{FF2B5EF4-FFF2-40B4-BE49-F238E27FC236}">
                <a16:creationId xmlns:a16="http://schemas.microsoft.com/office/drawing/2014/main" id="{F13F1362-DA7C-3FB3-D5DF-C5EA7AF47542}"/>
              </a:ext>
            </a:extLst>
          </p:cNvPr>
          <p:cNvCxnSpPr>
            <a:cxnSpLocks/>
            <a:stCxn id="3" idx="3"/>
          </p:cNvCxnSpPr>
          <p:nvPr/>
        </p:nvCxnSpPr>
        <p:spPr>
          <a:xfrm>
            <a:off x="4599100" y="1813855"/>
            <a:ext cx="128884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 name="Rounded Rectangle 3">
            <a:extLst>
              <a:ext uri="{FF2B5EF4-FFF2-40B4-BE49-F238E27FC236}">
                <a16:creationId xmlns:a16="http://schemas.microsoft.com/office/drawing/2014/main" id="{1A2E753A-C289-0C34-A898-9D063D3B77BC}"/>
              </a:ext>
            </a:extLst>
          </p:cNvPr>
          <p:cNvSpPr/>
          <p:nvPr/>
        </p:nvSpPr>
        <p:spPr>
          <a:xfrm>
            <a:off x="5872632" y="1632146"/>
            <a:ext cx="1273538" cy="351646"/>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parser</a:t>
            </a:r>
          </a:p>
        </p:txBody>
      </p:sp>
      <p:sp>
        <p:nvSpPr>
          <p:cNvPr id="13" name="Rounded Rectangle 12">
            <a:extLst>
              <a:ext uri="{FF2B5EF4-FFF2-40B4-BE49-F238E27FC236}">
                <a16:creationId xmlns:a16="http://schemas.microsoft.com/office/drawing/2014/main" id="{31B29087-46D0-FD0A-9FA0-7C210AA4A20F}"/>
              </a:ext>
            </a:extLst>
          </p:cNvPr>
          <p:cNvSpPr/>
          <p:nvPr/>
        </p:nvSpPr>
        <p:spPr>
          <a:xfrm>
            <a:off x="5771817" y="3267878"/>
            <a:ext cx="1532326" cy="583552"/>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Coverage/geo pre-process</a:t>
            </a:r>
          </a:p>
        </p:txBody>
      </p:sp>
      <p:sp>
        <p:nvSpPr>
          <p:cNvPr id="17" name="Rounded Rectangle 16">
            <a:extLst>
              <a:ext uri="{FF2B5EF4-FFF2-40B4-BE49-F238E27FC236}">
                <a16:creationId xmlns:a16="http://schemas.microsoft.com/office/drawing/2014/main" id="{761F16D7-F811-1837-BDD6-3F22E5376BFC}"/>
              </a:ext>
            </a:extLst>
          </p:cNvPr>
          <p:cNvSpPr/>
          <p:nvPr/>
        </p:nvSpPr>
        <p:spPr>
          <a:xfrm>
            <a:off x="7869307" y="3267878"/>
            <a:ext cx="1532326" cy="583552"/>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Attribute pre-process</a:t>
            </a:r>
          </a:p>
        </p:txBody>
      </p:sp>
      <p:sp>
        <p:nvSpPr>
          <p:cNvPr id="21" name="TextBox 20">
            <a:extLst>
              <a:ext uri="{FF2B5EF4-FFF2-40B4-BE49-F238E27FC236}">
                <a16:creationId xmlns:a16="http://schemas.microsoft.com/office/drawing/2014/main" id="{9BDE399D-E343-0420-55D2-C9AD2925F1AD}"/>
              </a:ext>
            </a:extLst>
          </p:cNvPr>
          <p:cNvSpPr txBox="1"/>
          <p:nvPr/>
        </p:nvSpPr>
        <p:spPr>
          <a:xfrm>
            <a:off x="4290641" y="4566276"/>
            <a:ext cx="1996209" cy="323165"/>
          </a:xfrm>
          <a:prstGeom prst="rect">
            <a:avLst/>
          </a:prstGeom>
          <a:noFill/>
        </p:spPr>
        <p:txBody>
          <a:bodyPr wrap="square" rtlCol="0">
            <a:spAutoFit/>
          </a:bodyPr>
          <a:lstStyle/>
          <a:p>
            <a:r>
              <a:rPr lang="en-US" sz="1500" dirty="0"/>
              <a:t>Analysis result</a:t>
            </a:r>
          </a:p>
        </p:txBody>
      </p:sp>
      <p:sp>
        <p:nvSpPr>
          <p:cNvPr id="22" name="TextBox 21">
            <a:extLst>
              <a:ext uri="{FF2B5EF4-FFF2-40B4-BE49-F238E27FC236}">
                <a16:creationId xmlns:a16="http://schemas.microsoft.com/office/drawing/2014/main" id="{110B0B34-972A-CD03-C8C9-D0DB775D1093}"/>
              </a:ext>
            </a:extLst>
          </p:cNvPr>
          <p:cNvSpPr txBox="1"/>
          <p:nvPr/>
        </p:nvSpPr>
        <p:spPr>
          <a:xfrm>
            <a:off x="6480915" y="3933074"/>
            <a:ext cx="1996209" cy="553998"/>
          </a:xfrm>
          <a:prstGeom prst="rect">
            <a:avLst/>
          </a:prstGeom>
          <a:noFill/>
        </p:spPr>
        <p:txBody>
          <a:bodyPr wrap="square" rtlCol="0">
            <a:spAutoFit/>
          </a:bodyPr>
          <a:lstStyle/>
          <a:p>
            <a:r>
              <a:rPr lang="en-US" sz="1500" dirty="0"/>
              <a:t>Coverage statistics</a:t>
            </a:r>
          </a:p>
          <a:p>
            <a:r>
              <a:rPr lang="en-US" sz="1500" dirty="0"/>
              <a:t>Pictures</a:t>
            </a:r>
          </a:p>
        </p:txBody>
      </p:sp>
      <p:sp>
        <p:nvSpPr>
          <p:cNvPr id="23" name="TextBox 22">
            <a:extLst>
              <a:ext uri="{FF2B5EF4-FFF2-40B4-BE49-F238E27FC236}">
                <a16:creationId xmlns:a16="http://schemas.microsoft.com/office/drawing/2014/main" id="{FE8C080E-6692-1213-F064-8B813D722501}"/>
              </a:ext>
            </a:extLst>
          </p:cNvPr>
          <p:cNvSpPr txBox="1"/>
          <p:nvPr/>
        </p:nvSpPr>
        <p:spPr>
          <a:xfrm>
            <a:off x="8590237" y="3909721"/>
            <a:ext cx="1622791" cy="553998"/>
          </a:xfrm>
          <a:prstGeom prst="rect">
            <a:avLst/>
          </a:prstGeom>
          <a:noFill/>
        </p:spPr>
        <p:txBody>
          <a:bodyPr wrap="square" rtlCol="0">
            <a:spAutoFit/>
          </a:bodyPr>
          <a:lstStyle/>
          <a:p>
            <a:r>
              <a:rPr lang="en-US" sz="1500" dirty="0"/>
              <a:t>Attribute</a:t>
            </a:r>
            <a:r>
              <a:rPr lang="zh-CN" altLang="en-US" sz="1500" dirty="0"/>
              <a:t> </a:t>
            </a:r>
            <a:r>
              <a:rPr lang="en-US" altLang="zh-CN" sz="1500" dirty="0"/>
              <a:t>information</a:t>
            </a:r>
            <a:endParaRPr lang="en-US" sz="1500" dirty="0"/>
          </a:p>
        </p:txBody>
      </p:sp>
    </p:spTree>
    <p:extLst>
      <p:ext uri="{BB962C8B-B14F-4D97-AF65-F5344CB8AC3E}">
        <p14:creationId xmlns:p14="http://schemas.microsoft.com/office/powerpoint/2010/main" val="9232752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EA26B-3E0B-8FED-8337-AB7F2362D6A4}"/>
            </a:ext>
          </a:extLst>
        </p:cNvPr>
        <p:cNvGrpSpPr/>
        <p:nvPr/>
      </p:nvGrpSpPr>
      <p:grpSpPr>
        <a:xfrm>
          <a:off x="0" y="0"/>
          <a:ext cx="0" cy="0"/>
          <a:chOff x="0" y="0"/>
          <a:chExt cx="0" cy="0"/>
        </a:xfrm>
      </p:grpSpPr>
      <p:sp>
        <p:nvSpPr>
          <p:cNvPr id="85" name="Shape 0">
            <a:extLst>
              <a:ext uri="{FF2B5EF4-FFF2-40B4-BE49-F238E27FC236}">
                <a16:creationId xmlns:a16="http://schemas.microsoft.com/office/drawing/2014/main" id="{96F9E64F-96B5-D207-C0F4-5B1977A6FC06}"/>
              </a:ext>
            </a:extLst>
          </p:cNvPr>
          <p:cNvSpPr/>
          <p:nvPr/>
        </p:nvSpPr>
        <p:spPr>
          <a:xfrm>
            <a:off x="19257" y="9977"/>
            <a:ext cx="12763086" cy="677464"/>
          </a:xfrm>
          <a:prstGeom prst="rect">
            <a:avLst/>
          </a:prstGeom>
          <a:solidFill>
            <a:srgbClr val="1A5F64"/>
          </a:solidFill>
          <a:ln w="12700">
            <a:solidFill>
              <a:srgbClr val="1A5F64"/>
            </a:solidFill>
            <a:prstDash val="solid"/>
          </a:ln>
        </p:spPr>
        <p:txBody>
          <a:bodyPr/>
          <a:lstStyle/>
          <a:p>
            <a:endParaRPr lang="en-US" sz="2519" dirty="0"/>
          </a:p>
        </p:txBody>
      </p:sp>
      <p:sp>
        <p:nvSpPr>
          <p:cNvPr id="86" name="Text 1">
            <a:extLst>
              <a:ext uri="{FF2B5EF4-FFF2-40B4-BE49-F238E27FC236}">
                <a16:creationId xmlns:a16="http://schemas.microsoft.com/office/drawing/2014/main" id="{6ABFD185-AFE8-9F62-ECD2-77543E2DFFA3}"/>
              </a:ext>
            </a:extLst>
          </p:cNvPr>
          <p:cNvSpPr/>
          <p:nvPr/>
        </p:nvSpPr>
        <p:spPr>
          <a:xfrm>
            <a:off x="334106" y="59793"/>
            <a:ext cx="11905488" cy="614477"/>
          </a:xfrm>
          <a:prstGeom prst="rect">
            <a:avLst/>
          </a:prstGeom>
          <a:noFill/>
          <a:ln/>
        </p:spPr>
        <p:txBody>
          <a:bodyPr wrap="square" lIns="0" tIns="0" rIns="0" bIns="0" rtlCol="0" anchor="ctr"/>
          <a:lstStyle/>
          <a:p>
            <a:r>
              <a:rPr lang="en-US" sz="2800" b="1" dirty="0">
                <a:solidFill>
                  <a:srgbClr val="FFFFFF"/>
                </a:solidFill>
                <a:latin typeface="Calibri" pitchFamily="34" charset="0"/>
                <a:cs typeface="Calibri" pitchFamily="34" charset="-120"/>
              </a:rPr>
              <a:t>System design:</a:t>
            </a:r>
            <a:r>
              <a:rPr lang="zh-CN" altLang="en-US" sz="2800" b="1" dirty="0">
                <a:solidFill>
                  <a:srgbClr val="FFFFFF"/>
                </a:solidFill>
                <a:latin typeface="Calibri" pitchFamily="34" charset="0"/>
                <a:cs typeface="Calibri" pitchFamily="34" charset="-120"/>
              </a:rPr>
              <a:t> </a:t>
            </a:r>
            <a:r>
              <a:rPr lang="en-US" altLang="zh-CN" sz="2800" b="1" dirty="0">
                <a:solidFill>
                  <a:srgbClr val="FFFFFF"/>
                </a:solidFill>
                <a:latin typeface="Calibri" pitchFamily="34" charset="0"/>
                <a:cs typeface="Calibri" pitchFamily="34" charset="-120"/>
              </a:rPr>
              <a:t>updated framework </a:t>
            </a:r>
            <a:endParaRPr lang="en-US" sz="2800" dirty="0"/>
          </a:p>
        </p:txBody>
      </p:sp>
      <p:sp>
        <p:nvSpPr>
          <p:cNvPr id="7" name="TextBox 6">
            <a:extLst>
              <a:ext uri="{FF2B5EF4-FFF2-40B4-BE49-F238E27FC236}">
                <a16:creationId xmlns:a16="http://schemas.microsoft.com/office/drawing/2014/main" id="{A7C52A8A-DA78-33B5-F347-512D749285AC}"/>
              </a:ext>
            </a:extLst>
          </p:cNvPr>
          <p:cNvSpPr txBox="1"/>
          <p:nvPr/>
        </p:nvSpPr>
        <p:spPr>
          <a:xfrm>
            <a:off x="1696002" y="832403"/>
            <a:ext cx="8763000" cy="566309"/>
          </a:xfrm>
          <a:prstGeom prst="rect">
            <a:avLst/>
          </a:prstGeom>
          <a:noFill/>
        </p:spPr>
        <p:txBody>
          <a:bodyPr wrap="square" rtlCol="0">
            <a:spAutoFit/>
          </a:bodyPr>
          <a:lstStyle/>
          <a:p>
            <a:pPr algn="ctr"/>
            <a:r>
              <a:rPr lang="en-US" sz="1540" dirty="0">
                <a:ln w="0"/>
                <a:effectLst>
                  <a:outerShdw blurRad="38100" dist="19050" dir="2700000" algn="tl" rotWithShape="0">
                    <a:schemeClr val="dk1">
                      <a:alpha val="40000"/>
                    </a:schemeClr>
                  </a:outerShdw>
                </a:effectLst>
              </a:rPr>
              <a:t>Harness</a:t>
            </a:r>
          </a:p>
          <a:p>
            <a:pPr algn="ctr"/>
            <a:r>
              <a:rPr lang="en-US" sz="1540" dirty="0">
                <a:ln w="0"/>
                <a:effectLst>
                  <a:outerShdw blurRad="38100" dist="19050" dir="2700000" algn="tl" rotWithShape="0">
                    <a:schemeClr val="dk1">
                      <a:alpha val="40000"/>
                    </a:schemeClr>
                  </a:outerShdw>
                </a:effectLst>
              </a:rPr>
              <a:t>Orchestrate agents</a:t>
            </a:r>
            <a:r>
              <a:rPr lang="zh-CN" altLang="en-US" sz="1540" dirty="0">
                <a:ln w="0"/>
                <a:effectLst>
                  <a:outerShdw blurRad="38100" dist="19050" dir="2700000" algn="tl" rotWithShape="0">
                    <a:schemeClr val="dk1">
                      <a:alpha val="40000"/>
                    </a:schemeClr>
                  </a:outerShdw>
                </a:effectLst>
              </a:rPr>
              <a:t> </a:t>
            </a:r>
            <a:r>
              <a:rPr lang="en-US" altLang="zh-CN" sz="1540" dirty="0">
                <a:ln w="0"/>
                <a:effectLst>
                  <a:outerShdw blurRad="38100" dist="19050" dir="2700000" algn="tl" rotWithShape="0">
                    <a:schemeClr val="dk1">
                      <a:alpha val="40000"/>
                    </a:schemeClr>
                  </a:outerShdw>
                </a:effectLst>
              </a:rPr>
              <a:t>|</a:t>
            </a:r>
            <a:r>
              <a:rPr lang="en-US" sz="1540" dirty="0">
                <a:ln w="0"/>
                <a:effectLst>
                  <a:outerShdw blurRad="38100" dist="19050" dir="2700000" algn="tl" rotWithShape="0">
                    <a:schemeClr val="dk1">
                      <a:alpha val="40000"/>
                    </a:schemeClr>
                  </a:outerShdw>
                </a:effectLst>
              </a:rPr>
              <a:t>Enforce verification &amp; rerun logic </a:t>
            </a:r>
          </a:p>
        </p:txBody>
      </p:sp>
      <p:sp>
        <p:nvSpPr>
          <p:cNvPr id="2" name="Rounded Rectangle 1">
            <a:extLst>
              <a:ext uri="{FF2B5EF4-FFF2-40B4-BE49-F238E27FC236}">
                <a16:creationId xmlns:a16="http://schemas.microsoft.com/office/drawing/2014/main" id="{66A5EAFC-364F-E9CA-B727-798D5862C851}"/>
              </a:ext>
            </a:extLst>
          </p:cNvPr>
          <p:cNvSpPr/>
          <p:nvPr/>
        </p:nvSpPr>
        <p:spPr>
          <a:xfrm>
            <a:off x="129334" y="845574"/>
            <a:ext cx="12315031" cy="716627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5" name="Rounded Rectangle 4">
            <a:extLst>
              <a:ext uri="{FF2B5EF4-FFF2-40B4-BE49-F238E27FC236}">
                <a16:creationId xmlns:a16="http://schemas.microsoft.com/office/drawing/2014/main" id="{AED72288-EBEB-FDF2-668F-2852766F450F}"/>
              </a:ext>
            </a:extLst>
          </p:cNvPr>
          <p:cNvSpPr/>
          <p:nvPr/>
        </p:nvSpPr>
        <p:spPr>
          <a:xfrm>
            <a:off x="1099716" y="1816741"/>
            <a:ext cx="1432045" cy="444802"/>
          </a:xfrm>
          <a:prstGeom prst="round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500" dirty="0">
                <a:ln w="0"/>
                <a:solidFill>
                  <a:schemeClr val="tx1"/>
                </a:solidFill>
                <a:effectLst>
                  <a:outerShdw blurRad="38100" dist="19050" dir="2700000" algn="tl" rotWithShape="0">
                    <a:schemeClr val="dk1">
                      <a:alpha val="40000"/>
                    </a:schemeClr>
                  </a:outerShdw>
                </a:effectLst>
              </a:rPr>
              <a:t>Input tickets/text</a:t>
            </a:r>
            <a:endParaRPr lang="en-US" sz="1500" dirty="0">
              <a:ln w="0"/>
              <a:solidFill>
                <a:schemeClr val="tx1"/>
              </a:solidFill>
              <a:effectLst>
                <a:outerShdw blurRad="38100" dist="19050" dir="2700000" algn="tl" rotWithShape="0">
                  <a:schemeClr val="dk1">
                    <a:alpha val="40000"/>
                  </a:schemeClr>
                </a:outerShdw>
              </a:effectLst>
            </a:endParaRPr>
          </a:p>
        </p:txBody>
      </p:sp>
      <p:sp>
        <p:nvSpPr>
          <p:cNvPr id="8" name="Rounded Rectangle 7">
            <a:extLst>
              <a:ext uri="{FF2B5EF4-FFF2-40B4-BE49-F238E27FC236}">
                <a16:creationId xmlns:a16="http://schemas.microsoft.com/office/drawing/2014/main" id="{8A42461D-7B1D-2CB8-AB4A-71A957A09DF0}"/>
              </a:ext>
            </a:extLst>
          </p:cNvPr>
          <p:cNvSpPr/>
          <p:nvPr/>
        </p:nvSpPr>
        <p:spPr>
          <a:xfrm>
            <a:off x="3102928" y="1863319"/>
            <a:ext cx="1273538" cy="351646"/>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parser</a:t>
            </a:r>
          </a:p>
        </p:txBody>
      </p:sp>
      <p:sp>
        <p:nvSpPr>
          <p:cNvPr id="9" name="Rounded Rectangle 8">
            <a:extLst>
              <a:ext uri="{FF2B5EF4-FFF2-40B4-BE49-F238E27FC236}">
                <a16:creationId xmlns:a16="http://schemas.microsoft.com/office/drawing/2014/main" id="{88D663CF-8C23-532E-D928-17D0C3C6CD32}"/>
              </a:ext>
            </a:extLst>
          </p:cNvPr>
          <p:cNvSpPr/>
          <p:nvPr/>
        </p:nvSpPr>
        <p:spPr>
          <a:xfrm>
            <a:off x="4947633" y="1660608"/>
            <a:ext cx="3205550" cy="757067"/>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Analysis pipeline</a:t>
            </a:r>
          </a:p>
          <a:p>
            <a:pPr algn="ctr"/>
            <a:r>
              <a:rPr lang="en-US" dirty="0">
                <a:ln w="0"/>
                <a:solidFill>
                  <a:schemeClr val="tx1"/>
                </a:solidFill>
                <a:effectLst>
                  <a:outerShdw blurRad="38100" dist="19050" dir="2700000" algn="tl" rotWithShape="0">
                    <a:schemeClr val="dk1">
                      <a:alpha val="40000"/>
                    </a:schemeClr>
                  </a:outerShdw>
                </a:effectLst>
              </a:rPr>
              <a:t>KPI · Coverage · Attribute · Final</a:t>
            </a:r>
          </a:p>
        </p:txBody>
      </p:sp>
      <p:sp>
        <p:nvSpPr>
          <p:cNvPr id="11" name="Rounded Rectangle 10">
            <a:extLst>
              <a:ext uri="{FF2B5EF4-FFF2-40B4-BE49-F238E27FC236}">
                <a16:creationId xmlns:a16="http://schemas.microsoft.com/office/drawing/2014/main" id="{B1D1967A-EAF9-8163-1F2C-AFA5F61E622E}"/>
              </a:ext>
            </a:extLst>
          </p:cNvPr>
          <p:cNvSpPr/>
          <p:nvPr/>
        </p:nvSpPr>
        <p:spPr>
          <a:xfrm>
            <a:off x="9194765" y="1847713"/>
            <a:ext cx="1389592" cy="405697"/>
          </a:xfrm>
          <a:prstGeom prst="roundRect">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output</a:t>
            </a:r>
          </a:p>
        </p:txBody>
      </p:sp>
      <p:cxnSp>
        <p:nvCxnSpPr>
          <p:cNvPr id="14" name="Straight Arrow Connector 13">
            <a:extLst>
              <a:ext uri="{FF2B5EF4-FFF2-40B4-BE49-F238E27FC236}">
                <a16:creationId xmlns:a16="http://schemas.microsoft.com/office/drawing/2014/main" id="{F45967B6-36F3-B1DB-12EE-DA97C61AAC7A}"/>
              </a:ext>
            </a:extLst>
          </p:cNvPr>
          <p:cNvCxnSpPr>
            <a:stCxn id="5" idx="3"/>
            <a:endCxn id="8" idx="1"/>
          </p:cNvCxnSpPr>
          <p:nvPr/>
        </p:nvCxnSpPr>
        <p:spPr>
          <a:xfrm>
            <a:off x="2531761" y="2039142"/>
            <a:ext cx="5711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5AFC3AE-DF47-D5AA-A559-7EE89FF7F3F4}"/>
              </a:ext>
            </a:extLst>
          </p:cNvPr>
          <p:cNvCxnSpPr>
            <a:cxnSpLocks/>
            <a:stCxn id="8" idx="3"/>
            <a:endCxn id="9" idx="1"/>
          </p:cNvCxnSpPr>
          <p:nvPr/>
        </p:nvCxnSpPr>
        <p:spPr>
          <a:xfrm>
            <a:off x="4376466" y="2039142"/>
            <a:ext cx="5711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243B3D62-3D61-40C5-21B9-3F5D485C11D9}"/>
              </a:ext>
            </a:extLst>
          </p:cNvPr>
          <p:cNvCxnSpPr>
            <a:cxnSpLocks/>
            <a:stCxn id="9" idx="3"/>
            <a:endCxn id="11" idx="1"/>
          </p:cNvCxnSpPr>
          <p:nvPr/>
        </p:nvCxnSpPr>
        <p:spPr>
          <a:xfrm>
            <a:off x="8153183" y="2039142"/>
            <a:ext cx="1041582" cy="11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ounded Rectangle 32">
            <a:extLst>
              <a:ext uri="{FF2B5EF4-FFF2-40B4-BE49-F238E27FC236}">
                <a16:creationId xmlns:a16="http://schemas.microsoft.com/office/drawing/2014/main" id="{C2CE6002-3B3A-16A6-3A76-5A0B79037EB0}"/>
              </a:ext>
            </a:extLst>
          </p:cNvPr>
          <p:cNvSpPr/>
          <p:nvPr/>
        </p:nvSpPr>
        <p:spPr>
          <a:xfrm>
            <a:off x="3874116" y="3192757"/>
            <a:ext cx="1107919" cy="758106"/>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80" dirty="0">
                <a:ln w="0"/>
                <a:solidFill>
                  <a:schemeClr val="tx1"/>
                </a:solidFill>
                <a:effectLst>
                  <a:outerShdw blurRad="38100" dist="19050" dir="2700000" algn="tl" rotWithShape="0">
                    <a:schemeClr val="dk1">
                      <a:alpha val="40000"/>
                    </a:schemeClr>
                  </a:outerShdw>
                </a:effectLst>
              </a:rPr>
              <a:t>KPI analysis agent.</a:t>
            </a:r>
            <a:endParaRPr lang="en-US" sz="1680" dirty="0"/>
          </a:p>
        </p:txBody>
      </p:sp>
      <p:sp>
        <p:nvSpPr>
          <p:cNvPr id="36" name="Rounded Rectangle 35">
            <a:extLst>
              <a:ext uri="{FF2B5EF4-FFF2-40B4-BE49-F238E27FC236}">
                <a16:creationId xmlns:a16="http://schemas.microsoft.com/office/drawing/2014/main" id="{C015896D-BB75-E42F-5E1A-2CF6F6876E60}"/>
              </a:ext>
            </a:extLst>
          </p:cNvPr>
          <p:cNvSpPr/>
          <p:nvPr/>
        </p:nvSpPr>
        <p:spPr>
          <a:xfrm>
            <a:off x="4428074" y="4586770"/>
            <a:ext cx="4529375" cy="378298"/>
          </a:xfrm>
          <a:prstGeom prst="roundRect">
            <a:avLst>
              <a:gd name="adj" fmla="val 0"/>
            </a:avLst>
          </a:prstGeom>
          <a:solidFill>
            <a:schemeClr val="accent6">
              <a:lumMod val="60000"/>
              <a:lumOff val="4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Final assessment agent</a:t>
            </a:r>
            <a:endParaRPr lang="en-US" sz="1500" dirty="0"/>
          </a:p>
        </p:txBody>
      </p:sp>
      <p:sp>
        <p:nvSpPr>
          <p:cNvPr id="38" name="Rounded Rectangle 37">
            <a:extLst>
              <a:ext uri="{FF2B5EF4-FFF2-40B4-BE49-F238E27FC236}">
                <a16:creationId xmlns:a16="http://schemas.microsoft.com/office/drawing/2014/main" id="{381D7A96-324C-F606-EFF2-B755B9A277C1}"/>
              </a:ext>
            </a:extLst>
          </p:cNvPr>
          <p:cNvSpPr/>
          <p:nvPr/>
        </p:nvSpPr>
        <p:spPr>
          <a:xfrm>
            <a:off x="2902226" y="2812200"/>
            <a:ext cx="7192432" cy="2568183"/>
          </a:xfrm>
          <a:prstGeom prst="roundRect">
            <a:avLst/>
          </a:prstGeom>
          <a:noFill/>
          <a:ln>
            <a:solidFill>
              <a:schemeClr val="tx1"/>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519" dirty="0"/>
          </a:p>
        </p:txBody>
      </p:sp>
      <p:sp>
        <p:nvSpPr>
          <p:cNvPr id="39" name="Rounded Rectangle 38">
            <a:extLst>
              <a:ext uri="{FF2B5EF4-FFF2-40B4-BE49-F238E27FC236}">
                <a16:creationId xmlns:a16="http://schemas.microsoft.com/office/drawing/2014/main" id="{4644ECC5-81D3-8B8D-DBE5-2786D9E5D312}"/>
              </a:ext>
            </a:extLst>
          </p:cNvPr>
          <p:cNvSpPr/>
          <p:nvPr/>
        </p:nvSpPr>
        <p:spPr>
          <a:xfrm>
            <a:off x="3874115" y="3938175"/>
            <a:ext cx="1107918" cy="475258"/>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Verification agent</a:t>
            </a:r>
          </a:p>
        </p:txBody>
      </p:sp>
      <p:cxnSp>
        <p:nvCxnSpPr>
          <p:cNvPr id="40" name="Elbow Connector 39">
            <a:extLst>
              <a:ext uri="{FF2B5EF4-FFF2-40B4-BE49-F238E27FC236}">
                <a16:creationId xmlns:a16="http://schemas.microsoft.com/office/drawing/2014/main" id="{DDB045F2-F541-D5AA-68A9-62A42F74293C}"/>
              </a:ext>
            </a:extLst>
          </p:cNvPr>
          <p:cNvCxnSpPr>
            <a:cxnSpLocks/>
            <a:stCxn id="39" idx="3"/>
            <a:endCxn id="33" idx="0"/>
          </p:cNvCxnSpPr>
          <p:nvPr/>
        </p:nvCxnSpPr>
        <p:spPr>
          <a:xfrm flipH="1" flipV="1">
            <a:off x="4428075" y="3192758"/>
            <a:ext cx="553958" cy="983046"/>
          </a:xfrm>
          <a:prstGeom prst="bentConnector4">
            <a:avLst>
              <a:gd name="adj1" fmla="val -57774"/>
              <a:gd name="adj2" fmla="val 123254"/>
            </a:avLst>
          </a:prstGeom>
          <a:ln>
            <a:solidFill>
              <a:srgbClr val="C00000"/>
            </a:solidFill>
            <a:prstDash val="lgDash"/>
            <a:tailEnd type="triangle"/>
          </a:ln>
        </p:spPr>
        <p:style>
          <a:lnRef idx="1">
            <a:schemeClr val="accent2"/>
          </a:lnRef>
          <a:fillRef idx="0">
            <a:schemeClr val="accent2"/>
          </a:fillRef>
          <a:effectRef idx="0">
            <a:schemeClr val="accent2"/>
          </a:effectRef>
          <a:fontRef idx="minor">
            <a:schemeClr val="tx1"/>
          </a:fontRef>
        </p:style>
      </p:cxnSp>
      <p:sp>
        <p:nvSpPr>
          <p:cNvPr id="42" name="Rounded Rectangle 41">
            <a:extLst>
              <a:ext uri="{FF2B5EF4-FFF2-40B4-BE49-F238E27FC236}">
                <a16:creationId xmlns:a16="http://schemas.microsoft.com/office/drawing/2014/main" id="{ECA90264-DF66-8CB0-72A7-469DC7AE3D50}"/>
              </a:ext>
            </a:extLst>
          </p:cNvPr>
          <p:cNvSpPr/>
          <p:nvPr/>
        </p:nvSpPr>
        <p:spPr>
          <a:xfrm>
            <a:off x="4423065" y="4935458"/>
            <a:ext cx="4534384" cy="326325"/>
          </a:xfrm>
          <a:prstGeom prst="roundRect">
            <a:avLst>
              <a:gd name="adj" fmla="val 0"/>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ln w="0"/>
                <a:solidFill>
                  <a:schemeClr val="tx1"/>
                </a:solidFill>
                <a:effectLst>
                  <a:outerShdw blurRad="38100" dist="19050" dir="2700000" algn="tl" rotWithShape="0">
                    <a:schemeClr val="dk1">
                      <a:alpha val="40000"/>
                    </a:schemeClr>
                  </a:outerShdw>
                </a:effectLst>
              </a:rPr>
              <a:t>Verification agent</a:t>
            </a:r>
          </a:p>
        </p:txBody>
      </p:sp>
      <p:cxnSp>
        <p:nvCxnSpPr>
          <p:cNvPr id="43" name="Elbow Connector 42">
            <a:extLst>
              <a:ext uri="{FF2B5EF4-FFF2-40B4-BE49-F238E27FC236}">
                <a16:creationId xmlns:a16="http://schemas.microsoft.com/office/drawing/2014/main" id="{BF4E9AF5-DDAE-1F33-A257-68E11E996ACE}"/>
              </a:ext>
            </a:extLst>
          </p:cNvPr>
          <p:cNvCxnSpPr>
            <a:cxnSpLocks/>
            <a:stCxn id="46" idx="2"/>
            <a:endCxn id="36" idx="0"/>
          </p:cNvCxnSpPr>
          <p:nvPr/>
        </p:nvCxnSpPr>
        <p:spPr>
          <a:xfrm rot="5400000">
            <a:off x="7274255" y="3142617"/>
            <a:ext cx="862660" cy="202564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44" name="Rounded Rectangle 43">
            <a:extLst>
              <a:ext uri="{FF2B5EF4-FFF2-40B4-BE49-F238E27FC236}">
                <a16:creationId xmlns:a16="http://schemas.microsoft.com/office/drawing/2014/main" id="{8D9C5F62-5C8E-3D91-4B8C-C64D668434BC}"/>
              </a:ext>
            </a:extLst>
          </p:cNvPr>
          <p:cNvSpPr/>
          <p:nvPr/>
        </p:nvSpPr>
        <p:spPr>
          <a:xfrm>
            <a:off x="5854755" y="3140558"/>
            <a:ext cx="1532326" cy="583552"/>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Coverage/geo pre-process</a:t>
            </a:r>
          </a:p>
        </p:txBody>
      </p:sp>
      <p:sp>
        <p:nvSpPr>
          <p:cNvPr id="46" name="Rounded Rectangle 45">
            <a:extLst>
              <a:ext uri="{FF2B5EF4-FFF2-40B4-BE49-F238E27FC236}">
                <a16:creationId xmlns:a16="http://schemas.microsoft.com/office/drawing/2014/main" id="{723BBD16-C95F-0919-3C50-9765461E2192}"/>
              </a:ext>
            </a:extLst>
          </p:cNvPr>
          <p:cNvSpPr/>
          <p:nvPr/>
        </p:nvSpPr>
        <p:spPr>
          <a:xfrm>
            <a:off x="7952245" y="3140558"/>
            <a:ext cx="1532326" cy="583552"/>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Attribute pre-process</a:t>
            </a:r>
          </a:p>
        </p:txBody>
      </p:sp>
      <p:sp>
        <p:nvSpPr>
          <p:cNvPr id="47" name="TextBox 46">
            <a:extLst>
              <a:ext uri="{FF2B5EF4-FFF2-40B4-BE49-F238E27FC236}">
                <a16:creationId xmlns:a16="http://schemas.microsoft.com/office/drawing/2014/main" id="{49648F2F-8EAD-11A8-D339-72C134BCE655}"/>
              </a:ext>
            </a:extLst>
          </p:cNvPr>
          <p:cNvSpPr txBox="1"/>
          <p:nvPr/>
        </p:nvSpPr>
        <p:spPr>
          <a:xfrm>
            <a:off x="6536598" y="3791772"/>
            <a:ext cx="1996209" cy="553998"/>
          </a:xfrm>
          <a:prstGeom prst="rect">
            <a:avLst/>
          </a:prstGeom>
          <a:noFill/>
        </p:spPr>
        <p:txBody>
          <a:bodyPr wrap="square" rtlCol="0">
            <a:spAutoFit/>
          </a:bodyPr>
          <a:lstStyle/>
          <a:p>
            <a:r>
              <a:rPr lang="en-US" sz="1500" dirty="0"/>
              <a:t>Coverage statistics</a:t>
            </a:r>
          </a:p>
          <a:p>
            <a:r>
              <a:rPr lang="en-US" sz="1500" dirty="0"/>
              <a:t>Pictures</a:t>
            </a:r>
          </a:p>
        </p:txBody>
      </p:sp>
      <p:sp>
        <p:nvSpPr>
          <p:cNvPr id="48" name="TextBox 47">
            <a:extLst>
              <a:ext uri="{FF2B5EF4-FFF2-40B4-BE49-F238E27FC236}">
                <a16:creationId xmlns:a16="http://schemas.microsoft.com/office/drawing/2014/main" id="{19CC760F-F7A5-BBE4-1086-A25F79030895}"/>
              </a:ext>
            </a:extLst>
          </p:cNvPr>
          <p:cNvSpPr txBox="1"/>
          <p:nvPr/>
        </p:nvSpPr>
        <p:spPr>
          <a:xfrm>
            <a:off x="8673175" y="3782401"/>
            <a:ext cx="1622791" cy="553998"/>
          </a:xfrm>
          <a:prstGeom prst="rect">
            <a:avLst/>
          </a:prstGeom>
          <a:noFill/>
        </p:spPr>
        <p:txBody>
          <a:bodyPr wrap="square" rtlCol="0">
            <a:spAutoFit/>
          </a:bodyPr>
          <a:lstStyle/>
          <a:p>
            <a:r>
              <a:rPr lang="en-US" sz="1500" dirty="0"/>
              <a:t>Attribute</a:t>
            </a:r>
            <a:r>
              <a:rPr lang="zh-CN" altLang="en-US" sz="1500" dirty="0"/>
              <a:t> </a:t>
            </a:r>
            <a:r>
              <a:rPr lang="en-US" altLang="zh-CN" sz="1500" dirty="0"/>
              <a:t>information</a:t>
            </a:r>
            <a:endParaRPr lang="en-US" sz="1500" dirty="0"/>
          </a:p>
        </p:txBody>
      </p:sp>
      <p:cxnSp>
        <p:nvCxnSpPr>
          <p:cNvPr id="50" name="Elbow Connector 49">
            <a:extLst>
              <a:ext uri="{FF2B5EF4-FFF2-40B4-BE49-F238E27FC236}">
                <a16:creationId xmlns:a16="http://schemas.microsoft.com/office/drawing/2014/main" id="{ED619A10-9376-8F74-0586-25A927F257A4}"/>
              </a:ext>
            </a:extLst>
          </p:cNvPr>
          <p:cNvCxnSpPr>
            <a:stCxn id="44" idx="2"/>
            <a:endCxn id="36" idx="0"/>
          </p:cNvCxnSpPr>
          <p:nvPr/>
        </p:nvCxnSpPr>
        <p:spPr>
          <a:xfrm rot="16200000" flipH="1">
            <a:off x="6225510" y="4119518"/>
            <a:ext cx="862660" cy="7184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51" name="Left Brace 50">
            <a:extLst>
              <a:ext uri="{FF2B5EF4-FFF2-40B4-BE49-F238E27FC236}">
                <a16:creationId xmlns:a16="http://schemas.microsoft.com/office/drawing/2014/main" id="{B7713D4F-0D08-1AD2-9EE7-66DFAF3FC317}"/>
              </a:ext>
            </a:extLst>
          </p:cNvPr>
          <p:cNvSpPr/>
          <p:nvPr/>
        </p:nvSpPr>
        <p:spPr>
          <a:xfrm rot="5400000">
            <a:off x="6126987" y="-999855"/>
            <a:ext cx="547628" cy="7387717"/>
          </a:xfrm>
          <a:prstGeom prst="leftBrace">
            <a:avLst>
              <a:gd name="adj1" fmla="val 8333"/>
              <a:gd name="adj2" fmla="val 4955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2" name="Rounded Rectangle 51">
            <a:extLst>
              <a:ext uri="{FF2B5EF4-FFF2-40B4-BE49-F238E27FC236}">
                <a16:creationId xmlns:a16="http://schemas.microsoft.com/office/drawing/2014/main" id="{4431C3A8-5E2B-8A36-8B95-5C19BACC1160}"/>
              </a:ext>
            </a:extLst>
          </p:cNvPr>
          <p:cNvSpPr/>
          <p:nvPr/>
        </p:nvSpPr>
        <p:spPr>
          <a:xfrm>
            <a:off x="334106" y="1348526"/>
            <a:ext cx="11645858" cy="1195628"/>
          </a:xfrm>
          <a:prstGeom prst="round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8CD9731C-0D86-6281-D57D-601DAFFEFA48}"/>
              </a:ext>
            </a:extLst>
          </p:cNvPr>
          <p:cNvSpPr txBox="1"/>
          <p:nvPr/>
        </p:nvSpPr>
        <p:spPr>
          <a:xfrm>
            <a:off x="334106" y="1345616"/>
            <a:ext cx="6400800" cy="369204"/>
          </a:xfrm>
          <a:prstGeom prst="rect">
            <a:avLst/>
          </a:prstGeom>
          <a:noFill/>
        </p:spPr>
        <p:txBody>
          <a:bodyPr wrap="square">
            <a:spAutoFit/>
          </a:bodyPr>
          <a:lstStyle/>
          <a:p>
            <a:r>
              <a:rPr lang="en-US" b="0" i="0" dirty="0">
                <a:solidFill>
                  <a:srgbClr val="000000"/>
                </a:solidFill>
                <a:effectLst/>
                <a:latin typeface="Anthropic Sans"/>
              </a:rPr>
              <a:t>Online mode (production)</a:t>
            </a:r>
            <a:endParaRPr lang="en-US" dirty="0"/>
          </a:p>
        </p:txBody>
      </p:sp>
      <p:sp>
        <p:nvSpPr>
          <p:cNvPr id="58" name="Rectangle 57">
            <a:extLst>
              <a:ext uri="{FF2B5EF4-FFF2-40B4-BE49-F238E27FC236}">
                <a16:creationId xmlns:a16="http://schemas.microsoft.com/office/drawing/2014/main" id="{C4972296-BA99-5A4B-BE3B-F7228A5C17FF}"/>
              </a:ext>
            </a:extLst>
          </p:cNvPr>
          <p:cNvSpPr/>
          <p:nvPr/>
        </p:nvSpPr>
        <p:spPr>
          <a:xfrm>
            <a:off x="5684393" y="5617486"/>
            <a:ext cx="1828800" cy="56984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Skill</a:t>
            </a:r>
            <a:r>
              <a:rPr lang="en-US" altLang="zh-CN" dirty="0">
                <a:ln w="0"/>
                <a:solidFill>
                  <a:schemeClr val="tx1"/>
                </a:solidFill>
                <a:effectLst>
                  <a:outerShdw blurRad="38100" dist="19050" dir="2700000" algn="tl" rotWithShape="0">
                    <a:schemeClr val="dk1">
                      <a:alpha val="40000"/>
                    </a:schemeClr>
                  </a:outerShdw>
                </a:effectLst>
              </a:rPr>
              <a:t>s/lessons</a:t>
            </a:r>
            <a:endParaRPr lang="en-US" dirty="0">
              <a:ln w="0"/>
              <a:solidFill>
                <a:schemeClr val="tx1"/>
              </a:solidFill>
              <a:effectLst>
                <a:outerShdw blurRad="38100" dist="19050" dir="2700000" algn="tl" rotWithShape="0">
                  <a:schemeClr val="dk1">
                    <a:alpha val="40000"/>
                  </a:schemeClr>
                </a:outerShdw>
              </a:effectLst>
            </a:endParaRPr>
          </a:p>
        </p:txBody>
      </p:sp>
      <p:sp>
        <p:nvSpPr>
          <p:cNvPr id="59" name="Rounded Rectangle 58">
            <a:extLst>
              <a:ext uri="{FF2B5EF4-FFF2-40B4-BE49-F238E27FC236}">
                <a16:creationId xmlns:a16="http://schemas.microsoft.com/office/drawing/2014/main" id="{AC644928-0C01-4D45-667F-8352DD855E42}"/>
              </a:ext>
            </a:extLst>
          </p:cNvPr>
          <p:cNvSpPr/>
          <p:nvPr/>
        </p:nvSpPr>
        <p:spPr>
          <a:xfrm>
            <a:off x="5769526" y="6646941"/>
            <a:ext cx="1679947" cy="468265"/>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reflector</a:t>
            </a:r>
          </a:p>
        </p:txBody>
      </p:sp>
      <p:sp>
        <p:nvSpPr>
          <p:cNvPr id="60" name="Rounded Rectangle 59">
            <a:extLst>
              <a:ext uri="{FF2B5EF4-FFF2-40B4-BE49-F238E27FC236}">
                <a16:creationId xmlns:a16="http://schemas.microsoft.com/office/drawing/2014/main" id="{18B9D5EC-77B9-2B93-F3C5-C1D95802E275}"/>
              </a:ext>
            </a:extLst>
          </p:cNvPr>
          <p:cNvSpPr/>
          <p:nvPr/>
        </p:nvSpPr>
        <p:spPr>
          <a:xfrm>
            <a:off x="1540691" y="6596152"/>
            <a:ext cx="2835775" cy="569842"/>
          </a:xfrm>
          <a:prstGeom prst="round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Existing cases (failed batch)</a:t>
            </a:r>
          </a:p>
        </p:txBody>
      </p:sp>
      <p:cxnSp>
        <p:nvCxnSpPr>
          <p:cNvPr id="62" name="Straight Arrow Connector 61">
            <a:extLst>
              <a:ext uri="{FF2B5EF4-FFF2-40B4-BE49-F238E27FC236}">
                <a16:creationId xmlns:a16="http://schemas.microsoft.com/office/drawing/2014/main" id="{AA146204-9A6A-1A2D-5E8D-F1FA6BBDDBB5}"/>
              </a:ext>
            </a:extLst>
          </p:cNvPr>
          <p:cNvCxnSpPr>
            <a:stCxn id="60" idx="3"/>
            <a:endCxn id="59" idx="1"/>
          </p:cNvCxnSpPr>
          <p:nvPr/>
        </p:nvCxnSpPr>
        <p:spPr>
          <a:xfrm>
            <a:off x="4376466" y="6881073"/>
            <a:ext cx="139306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49FB2EBF-C7D3-1C68-203C-C0521B35930F}"/>
              </a:ext>
            </a:extLst>
          </p:cNvPr>
          <p:cNvCxnSpPr>
            <a:cxnSpLocks/>
            <a:stCxn id="59" idx="0"/>
            <a:endCxn id="58" idx="2"/>
          </p:cNvCxnSpPr>
          <p:nvPr/>
        </p:nvCxnSpPr>
        <p:spPr>
          <a:xfrm flipH="1" flipV="1">
            <a:off x="6598793" y="6187329"/>
            <a:ext cx="10707" cy="4596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27C5093B-3F49-7C1F-1FC6-344542D55073}"/>
              </a:ext>
            </a:extLst>
          </p:cNvPr>
          <p:cNvCxnSpPr>
            <a:cxnSpLocks/>
            <a:stCxn id="58" idx="0"/>
            <a:endCxn id="38" idx="2"/>
          </p:cNvCxnSpPr>
          <p:nvPr/>
        </p:nvCxnSpPr>
        <p:spPr>
          <a:xfrm flipH="1" flipV="1">
            <a:off x="6498442" y="5380383"/>
            <a:ext cx="100351" cy="2371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4" name="Rounded Rectangle 73">
            <a:extLst>
              <a:ext uri="{FF2B5EF4-FFF2-40B4-BE49-F238E27FC236}">
                <a16:creationId xmlns:a16="http://schemas.microsoft.com/office/drawing/2014/main" id="{D16CE0CF-B6CF-4612-6891-DEF937453E28}"/>
              </a:ext>
            </a:extLst>
          </p:cNvPr>
          <p:cNvSpPr/>
          <p:nvPr/>
        </p:nvSpPr>
        <p:spPr>
          <a:xfrm>
            <a:off x="583732" y="5498983"/>
            <a:ext cx="10878346" cy="1959572"/>
          </a:xfrm>
          <a:prstGeom prst="round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0D674954-1857-A3D6-9ED1-ADB640CB9F91}"/>
              </a:ext>
            </a:extLst>
          </p:cNvPr>
          <p:cNvSpPr txBox="1"/>
          <p:nvPr/>
        </p:nvSpPr>
        <p:spPr>
          <a:xfrm>
            <a:off x="755946" y="5569815"/>
            <a:ext cx="5978960" cy="369204"/>
          </a:xfrm>
          <a:prstGeom prst="rect">
            <a:avLst/>
          </a:prstGeom>
          <a:noFill/>
        </p:spPr>
        <p:txBody>
          <a:bodyPr wrap="square">
            <a:spAutoFit/>
          </a:bodyPr>
          <a:lstStyle/>
          <a:p>
            <a:r>
              <a:rPr lang="en-US" dirty="0"/>
              <a:t>Offline learning</a:t>
            </a:r>
          </a:p>
        </p:txBody>
      </p:sp>
      <p:sp>
        <p:nvSpPr>
          <p:cNvPr id="78" name="TextBox 77">
            <a:extLst>
              <a:ext uri="{FF2B5EF4-FFF2-40B4-BE49-F238E27FC236}">
                <a16:creationId xmlns:a16="http://schemas.microsoft.com/office/drawing/2014/main" id="{E23C35D6-91D3-AD41-8A38-947E530A359D}"/>
              </a:ext>
            </a:extLst>
          </p:cNvPr>
          <p:cNvSpPr txBox="1"/>
          <p:nvPr/>
        </p:nvSpPr>
        <p:spPr>
          <a:xfrm>
            <a:off x="2434577" y="2741712"/>
            <a:ext cx="5978960" cy="369204"/>
          </a:xfrm>
          <a:prstGeom prst="rect">
            <a:avLst/>
          </a:prstGeom>
          <a:noFill/>
        </p:spPr>
        <p:txBody>
          <a:bodyPr wrap="square">
            <a:spAutoFit/>
          </a:bodyPr>
          <a:lstStyle/>
          <a:p>
            <a:r>
              <a:rPr lang="en-US" dirty="0"/>
              <a:t>Analysis pipeline</a:t>
            </a:r>
          </a:p>
        </p:txBody>
      </p:sp>
    </p:spTree>
    <p:extLst>
      <p:ext uri="{BB962C8B-B14F-4D97-AF65-F5344CB8AC3E}">
        <p14:creationId xmlns:p14="http://schemas.microsoft.com/office/powerpoint/2010/main" val="7120982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921715"/>
          </a:xfrm>
          <a:prstGeom prst="rect">
            <a:avLst/>
          </a:prstGeom>
          <a:solidFill>
            <a:srgbClr val="1D6272"/>
          </a:solidFill>
          <a:ln/>
        </p:spPr>
        <p:txBody>
          <a:bodyPr/>
          <a:lstStyle/>
          <a:p>
            <a:endParaRPr lang="en-US" sz="2519"/>
          </a:p>
        </p:txBody>
      </p:sp>
      <p:sp>
        <p:nvSpPr>
          <p:cNvPr id="3" name="Text 1"/>
          <p:cNvSpPr/>
          <p:nvPr/>
        </p:nvSpPr>
        <p:spPr>
          <a:xfrm>
            <a:off x="384048" y="642366"/>
            <a:ext cx="12033504" cy="665683"/>
          </a:xfrm>
          <a:prstGeom prst="rect">
            <a:avLst/>
          </a:prstGeom>
          <a:noFill/>
          <a:ln/>
        </p:spPr>
        <p:txBody>
          <a:bodyPr wrap="square" lIns="0" tIns="0" rIns="0" bIns="0" rtlCol="0" anchor="ctr"/>
          <a:lstStyle/>
          <a:p>
            <a:r>
              <a:rPr lang="en-US" sz="3080" b="1" dirty="0">
                <a:solidFill>
                  <a:srgbClr val="FFFFFF"/>
                </a:solidFill>
                <a:latin typeface="Calibri" pitchFamily="34" charset="0"/>
                <a:ea typeface="Calibri" pitchFamily="34" charset="-122"/>
                <a:cs typeface="Calibri" pitchFamily="34" charset="-120"/>
              </a:rPr>
              <a:t>KPI Agent  (LLM — Temporal Reasoning)</a:t>
            </a:r>
            <a:endParaRPr lang="en-US" sz="3080" dirty="0"/>
          </a:p>
        </p:txBody>
      </p:sp>
      <p:sp>
        <p:nvSpPr>
          <p:cNvPr id="4" name="Shape 2"/>
          <p:cNvSpPr/>
          <p:nvPr/>
        </p:nvSpPr>
        <p:spPr>
          <a:xfrm>
            <a:off x="230429" y="1589685"/>
            <a:ext cx="12340742" cy="665683"/>
          </a:xfrm>
          <a:prstGeom prst="rect">
            <a:avLst/>
          </a:prstGeom>
          <a:solidFill>
            <a:srgbClr val="FFF8E8"/>
          </a:solidFill>
          <a:ln w="12700">
            <a:solidFill>
              <a:srgbClr val="8B6014"/>
            </a:solidFill>
            <a:prstDash val="solid"/>
          </a:ln>
        </p:spPr>
        <p:txBody>
          <a:bodyPr/>
          <a:lstStyle/>
          <a:p>
            <a:endParaRPr lang="en-US" sz="2519"/>
          </a:p>
        </p:txBody>
      </p:sp>
      <p:sp>
        <p:nvSpPr>
          <p:cNvPr id="5" name="Text 3"/>
          <p:cNvSpPr/>
          <p:nvPr/>
        </p:nvSpPr>
        <p:spPr>
          <a:xfrm>
            <a:off x="409651" y="1679296"/>
            <a:ext cx="11982298" cy="486461"/>
          </a:xfrm>
          <a:prstGeom prst="rect">
            <a:avLst/>
          </a:prstGeom>
          <a:noFill/>
          <a:ln/>
        </p:spPr>
        <p:txBody>
          <a:bodyPr wrap="square" lIns="0" tIns="0" rIns="0" bIns="0" rtlCol="0" anchor="ctr"/>
          <a:lstStyle/>
          <a:p>
            <a:r>
              <a:rPr lang="en-US" sz="1330" b="1" dirty="0">
                <a:solidFill>
                  <a:srgbClr val="8B6014"/>
                </a:solidFill>
                <a:latin typeface="Calibri" pitchFamily="34" charset="0"/>
                <a:ea typeface="Calibri" pitchFamily="34" charset="-122"/>
                <a:cs typeface="Calibri" pitchFamily="34" charset="-120"/>
              </a:rPr>
              <a:t>Why LLM:  </a:t>
            </a:r>
            <a:r>
              <a:rPr lang="en-US" sz="1330" dirty="0">
                <a:solidFill>
                  <a:srgbClr val="1A1A2E"/>
                </a:solidFill>
                <a:latin typeface="Calibri" pitchFamily="34" charset="0"/>
                <a:ea typeface="Calibri" pitchFamily="34" charset="-122"/>
                <a:cs typeface="Calibri" pitchFamily="34" charset="-120"/>
              </a:rPr>
              <a:t>This is a what-if question. The outage window is in the future — we have no KPI data for it. The agent must reason from 60 days of historical patterns to predict what will happen. This temporal inference requires contextual judgment, not a formula.</a:t>
            </a:r>
            <a:endParaRPr lang="en-US" sz="1330" dirty="0"/>
          </a:p>
        </p:txBody>
      </p:sp>
      <p:sp>
        <p:nvSpPr>
          <p:cNvPr id="6" name="Shape 4"/>
          <p:cNvSpPr/>
          <p:nvPr/>
        </p:nvSpPr>
        <p:spPr>
          <a:xfrm>
            <a:off x="230429" y="2421788"/>
            <a:ext cx="6016752" cy="1920240"/>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7" name="Shape 5"/>
          <p:cNvSpPr/>
          <p:nvPr/>
        </p:nvSpPr>
        <p:spPr>
          <a:xfrm>
            <a:off x="230429" y="2408987"/>
            <a:ext cx="6016752" cy="460858"/>
          </a:xfrm>
          <a:prstGeom prst="rect">
            <a:avLst/>
          </a:prstGeom>
          <a:solidFill>
            <a:srgbClr val="1B7A72"/>
          </a:solidFill>
          <a:ln/>
        </p:spPr>
        <p:txBody>
          <a:bodyPr/>
          <a:lstStyle/>
          <a:p>
            <a:endParaRPr lang="en-US" sz="2519"/>
          </a:p>
        </p:txBody>
      </p:sp>
      <p:sp>
        <p:nvSpPr>
          <p:cNvPr id="8" name="Text 6"/>
          <p:cNvSpPr/>
          <p:nvPr/>
        </p:nvSpPr>
        <p:spPr>
          <a:xfrm>
            <a:off x="409651" y="2472995"/>
            <a:ext cx="5658307" cy="332842"/>
          </a:xfrm>
          <a:prstGeom prst="rect">
            <a:avLst/>
          </a:prstGeom>
          <a:noFill/>
          <a:ln/>
        </p:spPr>
        <p:txBody>
          <a:bodyPr wrap="square" lIns="0" tIns="0" rIns="0" bIns="0" rtlCol="0" anchor="ctr"/>
          <a:lstStyle/>
          <a:p>
            <a:r>
              <a:rPr lang="en-US" sz="1540" b="1" dirty="0">
                <a:solidFill>
                  <a:srgbClr val="FFFFFF"/>
                </a:solidFill>
                <a:latin typeface="Calibri" pitchFamily="34" charset="0"/>
                <a:ea typeface="Calibri" pitchFamily="34" charset="-122"/>
                <a:cs typeface="Calibri" pitchFamily="34" charset="-120"/>
              </a:rPr>
              <a:t>Input</a:t>
            </a:r>
            <a:endParaRPr lang="en-US" sz="1540" dirty="0"/>
          </a:p>
        </p:txBody>
      </p:sp>
      <p:sp>
        <p:nvSpPr>
          <p:cNvPr id="9" name="Text 7"/>
          <p:cNvSpPr/>
          <p:nvPr/>
        </p:nvSpPr>
        <p:spPr>
          <a:xfrm>
            <a:off x="230429" y="2882646"/>
            <a:ext cx="5658307" cy="1100938"/>
          </a:xfrm>
          <a:prstGeom prst="rect">
            <a:avLst/>
          </a:prstGeom>
          <a:noFill/>
          <a:ln/>
        </p:spPr>
        <p:txBody>
          <a:bodyPr wrap="square" rtlCol="0" anchor="ctr"/>
          <a:lstStyle/>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60-day historical KPI timeseries — target site + all backup sites</a:t>
            </a:r>
            <a:endParaRPr lang="en-US" sz="1330" dirty="0"/>
          </a:p>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15-minute granularity: throughput DL/UL, volume DL/UL per sector</a:t>
            </a:r>
            <a:endParaRPr lang="en-US" sz="1330" dirty="0"/>
          </a:p>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Outage time window: start_utc, end_utc</a:t>
            </a:r>
            <a:endParaRPr lang="en-US" sz="1330" dirty="0"/>
          </a:p>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Reference document — domain benchmarks for KPI interpretation</a:t>
            </a:r>
            <a:endParaRPr lang="en-US" sz="1330" dirty="0"/>
          </a:p>
        </p:txBody>
      </p:sp>
      <p:sp>
        <p:nvSpPr>
          <p:cNvPr id="10" name="Shape 8"/>
          <p:cNvSpPr/>
          <p:nvPr/>
        </p:nvSpPr>
        <p:spPr>
          <a:xfrm>
            <a:off x="230429" y="4482846"/>
            <a:ext cx="6016752" cy="1139342"/>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11" name="Shape 9"/>
          <p:cNvSpPr/>
          <p:nvPr/>
        </p:nvSpPr>
        <p:spPr>
          <a:xfrm>
            <a:off x="230429" y="4482846"/>
            <a:ext cx="6016752" cy="460858"/>
          </a:xfrm>
          <a:prstGeom prst="rect">
            <a:avLst/>
          </a:prstGeom>
          <a:solidFill>
            <a:srgbClr val="2B5B9E"/>
          </a:solidFill>
          <a:ln/>
        </p:spPr>
        <p:txBody>
          <a:bodyPr/>
          <a:lstStyle/>
          <a:p>
            <a:endParaRPr lang="en-US" sz="2519"/>
          </a:p>
        </p:txBody>
      </p:sp>
      <p:sp>
        <p:nvSpPr>
          <p:cNvPr id="12" name="Text 10"/>
          <p:cNvSpPr/>
          <p:nvPr/>
        </p:nvSpPr>
        <p:spPr>
          <a:xfrm>
            <a:off x="409651" y="4546854"/>
            <a:ext cx="5658307" cy="332842"/>
          </a:xfrm>
          <a:prstGeom prst="rect">
            <a:avLst/>
          </a:prstGeom>
          <a:noFill/>
          <a:ln/>
        </p:spPr>
        <p:txBody>
          <a:bodyPr wrap="square" lIns="0" tIns="0" rIns="0" bIns="0" rtlCol="0" anchor="ctr"/>
          <a:lstStyle/>
          <a:p>
            <a:r>
              <a:rPr lang="en-US" sz="1540" b="1" dirty="0">
                <a:solidFill>
                  <a:srgbClr val="FFFFFF"/>
                </a:solidFill>
                <a:latin typeface="Calibri" pitchFamily="34" charset="0"/>
                <a:ea typeface="Calibri" pitchFamily="34" charset="-122"/>
                <a:cs typeface="Calibri" pitchFamily="34" charset="-120"/>
              </a:rPr>
              <a:t>What the Agent Reasons About</a:t>
            </a:r>
            <a:endParaRPr lang="en-US" sz="1540" dirty="0"/>
          </a:p>
        </p:txBody>
      </p:sp>
      <p:sp>
        <p:nvSpPr>
          <p:cNvPr id="14" name="Text 12"/>
          <p:cNvSpPr/>
          <p:nvPr/>
        </p:nvSpPr>
        <p:spPr>
          <a:xfrm>
            <a:off x="230429" y="5033315"/>
            <a:ext cx="5658307" cy="537667"/>
          </a:xfrm>
          <a:prstGeom prst="rect">
            <a:avLst/>
          </a:prstGeom>
          <a:noFill/>
          <a:ln/>
        </p:spPr>
        <p:txBody>
          <a:bodyPr wrap="square" rtlCol="0" anchor="ctr"/>
          <a:lstStyle/>
          <a:p>
            <a:pPr>
              <a:buSzPct val="100000"/>
            </a:pPr>
            <a:r>
              <a:rPr lang="en-US" sz="1400" dirty="0"/>
              <a:t>Reasons about the predicted traffic impact and overflow risk during the future outage window, based on historical patterns.</a:t>
            </a:r>
            <a:endParaRPr lang="en-US" sz="1330" dirty="0"/>
          </a:p>
        </p:txBody>
      </p:sp>
      <p:sp>
        <p:nvSpPr>
          <p:cNvPr id="15" name="Shape 13"/>
          <p:cNvSpPr/>
          <p:nvPr/>
        </p:nvSpPr>
        <p:spPr>
          <a:xfrm>
            <a:off x="6503213" y="2408987"/>
            <a:ext cx="6067958" cy="2841955"/>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16" name="Shape 14"/>
          <p:cNvSpPr/>
          <p:nvPr/>
        </p:nvSpPr>
        <p:spPr>
          <a:xfrm>
            <a:off x="6503213" y="2408987"/>
            <a:ext cx="6067958" cy="460858"/>
          </a:xfrm>
          <a:prstGeom prst="rect">
            <a:avLst/>
          </a:prstGeom>
          <a:solidFill>
            <a:srgbClr val="6B3FA0"/>
          </a:solidFill>
          <a:ln/>
        </p:spPr>
        <p:txBody>
          <a:bodyPr/>
          <a:lstStyle/>
          <a:p>
            <a:endParaRPr lang="en-US" sz="2519"/>
          </a:p>
        </p:txBody>
      </p:sp>
      <p:sp>
        <p:nvSpPr>
          <p:cNvPr id="17" name="Text 15"/>
          <p:cNvSpPr/>
          <p:nvPr/>
        </p:nvSpPr>
        <p:spPr>
          <a:xfrm>
            <a:off x="6682435" y="2472995"/>
            <a:ext cx="5709514" cy="332842"/>
          </a:xfrm>
          <a:prstGeom prst="rect">
            <a:avLst/>
          </a:prstGeom>
          <a:noFill/>
          <a:ln/>
        </p:spPr>
        <p:txBody>
          <a:bodyPr wrap="square" lIns="0" tIns="0" rIns="0" bIns="0" rtlCol="0" anchor="ctr"/>
          <a:lstStyle/>
          <a:p>
            <a:r>
              <a:rPr lang="en-US" sz="1540" b="1" dirty="0">
                <a:solidFill>
                  <a:srgbClr val="FFFFFF"/>
                </a:solidFill>
                <a:latin typeface="Calibri" pitchFamily="34" charset="0"/>
                <a:ea typeface="Calibri" pitchFamily="34" charset="-122"/>
                <a:cs typeface="Calibri" pitchFamily="34" charset="-120"/>
              </a:rPr>
              <a:t>Output  &lt;analysis&gt;</a:t>
            </a:r>
            <a:endParaRPr lang="en-US" sz="1540" dirty="0"/>
          </a:p>
        </p:txBody>
      </p:sp>
      <p:sp>
        <p:nvSpPr>
          <p:cNvPr id="18" name="Shape 16"/>
          <p:cNvSpPr/>
          <p:nvPr/>
        </p:nvSpPr>
        <p:spPr>
          <a:xfrm>
            <a:off x="6631229" y="2946654"/>
            <a:ext cx="5811926" cy="384048"/>
          </a:xfrm>
          <a:prstGeom prst="rect">
            <a:avLst/>
          </a:prstGeom>
          <a:solidFill>
            <a:srgbClr val="F3EEFA"/>
          </a:solidFill>
          <a:ln w="3810">
            <a:solidFill>
              <a:srgbClr val="E0D0F0"/>
            </a:solidFill>
            <a:prstDash val="solid"/>
          </a:ln>
        </p:spPr>
        <p:txBody>
          <a:bodyPr/>
          <a:lstStyle/>
          <a:p>
            <a:endParaRPr lang="en-US" sz="2519"/>
          </a:p>
        </p:txBody>
      </p:sp>
      <p:sp>
        <p:nvSpPr>
          <p:cNvPr id="19" name="Text 17"/>
          <p:cNvSpPr/>
          <p:nvPr/>
        </p:nvSpPr>
        <p:spPr>
          <a:xfrm>
            <a:off x="6759245" y="2997861"/>
            <a:ext cx="5555894" cy="281635"/>
          </a:xfrm>
          <a:prstGeom prst="rect">
            <a:avLst/>
          </a:prstGeom>
          <a:noFill/>
          <a:ln/>
        </p:spPr>
        <p:txBody>
          <a:bodyPr wrap="square" lIns="0" tIns="0" rIns="0" bIns="0" rtlCol="0" anchor="ctr"/>
          <a:lstStyle/>
          <a:p>
            <a:r>
              <a:rPr lang="en-US" sz="1190" b="1" dirty="0">
                <a:solidFill>
                  <a:srgbClr val="6B3FA0"/>
                </a:solidFill>
                <a:latin typeface="Calibri" pitchFamily="34" charset="0"/>
                <a:ea typeface="Calibri" pitchFamily="34" charset="-122"/>
                <a:cs typeface="Calibri" pitchFamily="34" charset="-120"/>
              </a:rPr>
              <a:t>typical_traffic_level  </a:t>
            </a:r>
            <a:r>
              <a:rPr lang="en-US" sz="1190" dirty="0">
                <a:solidFill>
                  <a:srgbClr val="1A1A2E"/>
                </a:solidFill>
                <a:latin typeface="Calibri" pitchFamily="34" charset="0"/>
                <a:ea typeface="Calibri" pitchFamily="34" charset="-122"/>
                <a:cs typeface="Calibri" pitchFamily="34" charset="-120"/>
              </a:rPr>
              <a:t>historical characterization of r0 at this time window</a:t>
            </a:r>
            <a:endParaRPr lang="en-US" sz="1190" dirty="0"/>
          </a:p>
        </p:txBody>
      </p:sp>
      <p:sp>
        <p:nvSpPr>
          <p:cNvPr id="20" name="Shape 18"/>
          <p:cNvSpPr/>
          <p:nvPr/>
        </p:nvSpPr>
        <p:spPr>
          <a:xfrm>
            <a:off x="6631229" y="3381908"/>
            <a:ext cx="5811926" cy="384048"/>
          </a:xfrm>
          <a:prstGeom prst="rect">
            <a:avLst/>
          </a:prstGeom>
          <a:solidFill>
            <a:srgbClr val="FFFFFF"/>
          </a:solidFill>
          <a:ln w="3810">
            <a:solidFill>
              <a:srgbClr val="E0D0F0"/>
            </a:solidFill>
            <a:prstDash val="solid"/>
          </a:ln>
        </p:spPr>
        <p:txBody>
          <a:bodyPr/>
          <a:lstStyle/>
          <a:p>
            <a:endParaRPr lang="en-US" sz="2519"/>
          </a:p>
        </p:txBody>
      </p:sp>
      <p:sp>
        <p:nvSpPr>
          <p:cNvPr id="21" name="Text 19"/>
          <p:cNvSpPr/>
          <p:nvPr/>
        </p:nvSpPr>
        <p:spPr>
          <a:xfrm>
            <a:off x="6759245" y="3433115"/>
            <a:ext cx="5555894" cy="281635"/>
          </a:xfrm>
          <a:prstGeom prst="rect">
            <a:avLst/>
          </a:prstGeom>
          <a:noFill/>
          <a:ln/>
        </p:spPr>
        <p:txBody>
          <a:bodyPr wrap="square" lIns="0" tIns="0" rIns="0" bIns="0" rtlCol="0" anchor="ctr"/>
          <a:lstStyle/>
          <a:p>
            <a:r>
              <a:rPr lang="en-US" sz="1190" b="1" dirty="0">
                <a:solidFill>
                  <a:srgbClr val="6B3FA0"/>
                </a:solidFill>
                <a:latin typeface="Calibri" pitchFamily="34" charset="0"/>
                <a:ea typeface="Calibri" pitchFamily="34" charset="-122"/>
                <a:cs typeface="Calibri" pitchFamily="34" charset="-120"/>
              </a:rPr>
              <a:t>backup_historical_load  </a:t>
            </a:r>
            <a:r>
              <a:rPr lang="en-US" sz="1190" dirty="0">
                <a:solidFill>
                  <a:srgbClr val="1A1A2E"/>
                </a:solidFill>
                <a:latin typeface="Calibri" pitchFamily="34" charset="0"/>
                <a:ea typeface="Calibri" pitchFamily="34" charset="-122"/>
                <a:cs typeface="Calibri" pitchFamily="34" charset="-120"/>
              </a:rPr>
              <a:t>historical load of each backup in the same window</a:t>
            </a:r>
            <a:endParaRPr lang="en-US" sz="1190" dirty="0"/>
          </a:p>
        </p:txBody>
      </p:sp>
      <p:sp>
        <p:nvSpPr>
          <p:cNvPr id="22" name="Shape 20"/>
          <p:cNvSpPr/>
          <p:nvPr/>
        </p:nvSpPr>
        <p:spPr>
          <a:xfrm>
            <a:off x="6631229" y="3817163"/>
            <a:ext cx="5811926" cy="384048"/>
          </a:xfrm>
          <a:prstGeom prst="rect">
            <a:avLst/>
          </a:prstGeom>
          <a:solidFill>
            <a:srgbClr val="F3EEFA"/>
          </a:solidFill>
          <a:ln w="3810">
            <a:solidFill>
              <a:srgbClr val="E0D0F0"/>
            </a:solidFill>
            <a:prstDash val="solid"/>
          </a:ln>
        </p:spPr>
        <p:txBody>
          <a:bodyPr/>
          <a:lstStyle/>
          <a:p>
            <a:endParaRPr lang="en-US" sz="2519"/>
          </a:p>
        </p:txBody>
      </p:sp>
      <p:sp>
        <p:nvSpPr>
          <p:cNvPr id="23" name="Text 21"/>
          <p:cNvSpPr/>
          <p:nvPr/>
        </p:nvSpPr>
        <p:spPr>
          <a:xfrm>
            <a:off x="6759245" y="3868369"/>
            <a:ext cx="5555894" cy="281635"/>
          </a:xfrm>
          <a:prstGeom prst="rect">
            <a:avLst/>
          </a:prstGeom>
          <a:noFill/>
          <a:ln/>
        </p:spPr>
        <p:txBody>
          <a:bodyPr wrap="square" lIns="0" tIns="0" rIns="0" bIns="0" rtlCol="0" anchor="ctr"/>
          <a:lstStyle/>
          <a:p>
            <a:r>
              <a:rPr lang="en-US" sz="1190" b="1" dirty="0">
                <a:solidFill>
                  <a:srgbClr val="6B3FA0"/>
                </a:solidFill>
                <a:latin typeface="Calibri" pitchFamily="34" charset="0"/>
                <a:ea typeface="Calibri" pitchFamily="34" charset="-122"/>
                <a:cs typeface="Calibri" pitchFamily="34" charset="-120"/>
              </a:rPr>
              <a:t>overflow_risk_reasoning  </a:t>
            </a:r>
            <a:r>
              <a:rPr lang="en-US" sz="1190" dirty="0">
                <a:solidFill>
                  <a:srgbClr val="1A1A2E"/>
                </a:solidFill>
                <a:latin typeface="Calibri" pitchFamily="34" charset="0"/>
                <a:ea typeface="Calibri" pitchFamily="34" charset="-122"/>
                <a:cs typeface="Calibri" pitchFamily="34" charset="-120"/>
              </a:rPr>
              <a:t>inference about whether backups can absorb r0's traffic</a:t>
            </a:r>
            <a:endParaRPr lang="en-US" sz="1190" dirty="0"/>
          </a:p>
        </p:txBody>
      </p:sp>
      <p:sp>
        <p:nvSpPr>
          <p:cNvPr id="24" name="Shape 22"/>
          <p:cNvSpPr/>
          <p:nvPr/>
        </p:nvSpPr>
        <p:spPr>
          <a:xfrm>
            <a:off x="6631229" y="4252417"/>
            <a:ext cx="5811926" cy="384048"/>
          </a:xfrm>
          <a:prstGeom prst="rect">
            <a:avLst/>
          </a:prstGeom>
          <a:solidFill>
            <a:srgbClr val="FFFFFF"/>
          </a:solidFill>
          <a:ln w="3810">
            <a:solidFill>
              <a:srgbClr val="E0D0F0"/>
            </a:solidFill>
            <a:prstDash val="solid"/>
          </a:ln>
        </p:spPr>
        <p:txBody>
          <a:bodyPr/>
          <a:lstStyle/>
          <a:p>
            <a:endParaRPr lang="en-US" sz="2519"/>
          </a:p>
        </p:txBody>
      </p:sp>
      <p:sp>
        <p:nvSpPr>
          <p:cNvPr id="25" name="Text 23"/>
          <p:cNvSpPr/>
          <p:nvPr/>
        </p:nvSpPr>
        <p:spPr>
          <a:xfrm>
            <a:off x="6759245" y="4303624"/>
            <a:ext cx="5555894" cy="281635"/>
          </a:xfrm>
          <a:prstGeom prst="rect">
            <a:avLst/>
          </a:prstGeom>
          <a:noFill/>
          <a:ln/>
        </p:spPr>
        <p:txBody>
          <a:bodyPr wrap="square" lIns="0" tIns="0" rIns="0" bIns="0" rtlCol="0" anchor="ctr"/>
          <a:lstStyle/>
          <a:p>
            <a:r>
              <a:rPr lang="en-US" sz="1190" b="1" dirty="0">
                <a:solidFill>
                  <a:srgbClr val="6B3FA0"/>
                </a:solidFill>
                <a:latin typeface="Calibri" pitchFamily="34" charset="0"/>
                <a:ea typeface="Calibri" pitchFamily="34" charset="-122"/>
                <a:cs typeface="Calibri" pitchFamily="34" charset="-120"/>
              </a:rPr>
              <a:t>peak_hour_overlap  </a:t>
            </a:r>
            <a:r>
              <a:rPr lang="en-US" sz="1190" dirty="0">
                <a:solidFill>
                  <a:srgbClr val="1A1A2E"/>
                </a:solidFill>
                <a:latin typeface="Calibri" pitchFamily="34" charset="0"/>
                <a:ea typeface="Calibri" pitchFamily="34" charset="-122"/>
                <a:cs typeface="Calibri" pitchFamily="34" charset="-120"/>
              </a:rPr>
              <a:t>whether outage window hits historically high-traffic periods</a:t>
            </a:r>
            <a:endParaRPr lang="en-US" sz="1190" dirty="0"/>
          </a:p>
        </p:txBody>
      </p:sp>
      <p:sp>
        <p:nvSpPr>
          <p:cNvPr id="26" name="Shape 24"/>
          <p:cNvSpPr/>
          <p:nvPr/>
        </p:nvSpPr>
        <p:spPr>
          <a:xfrm>
            <a:off x="6631229" y="4687672"/>
            <a:ext cx="5811926" cy="384048"/>
          </a:xfrm>
          <a:prstGeom prst="rect">
            <a:avLst/>
          </a:prstGeom>
          <a:solidFill>
            <a:srgbClr val="F3EEFA"/>
          </a:solidFill>
          <a:ln w="3810">
            <a:solidFill>
              <a:srgbClr val="E0D0F0"/>
            </a:solidFill>
            <a:prstDash val="solid"/>
          </a:ln>
        </p:spPr>
        <p:txBody>
          <a:bodyPr/>
          <a:lstStyle/>
          <a:p>
            <a:endParaRPr lang="en-US" sz="2519"/>
          </a:p>
        </p:txBody>
      </p:sp>
      <p:sp>
        <p:nvSpPr>
          <p:cNvPr id="27" name="Text 25"/>
          <p:cNvSpPr/>
          <p:nvPr/>
        </p:nvSpPr>
        <p:spPr>
          <a:xfrm>
            <a:off x="6759245" y="4738878"/>
            <a:ext cx="5555894" cy="281635"/>
          </a:xfrm>
          <a:prstGeom prst="rect">
            <a:avLst/>
          </a:prstGeom>
          <a:noFill/>
          <a:ln/>
        </p:spPr>
        <p:txBody>
          <a:bodyPr wrap="square" lIns="0" tIns="0" rIns="0" bIns="0" rtlCol="0" anchor="ctr"/>
          <a:lstStyle/>
          <a:p>
            <a:r>
              <a:rPr lang="en-US" sz="1190" b="1" dirty="0">
                <a:solidFill>
                  <a:srgbClr val="6B3FA0"/>
                </a:solidFill>
                <a:latin typeface="Calibri" pitchFamily="34" charset="0"/>
                <a:ea typeface="Calibri" pitchFamily="34" charset="-122"/>
                <a:cs typeface="Calibri" pitchFamily="34" charset="-120"/>
              </a:rPr>
              <a:t>confidence  </a:t>
            </a:r>
            <a:r>
              <a:rPr lang="en-US" sz="1190" dirty="0">
                <a:solidFill>
                  <a:srgbClr val="1A1A2E"/>
                </a:solidFill>
                <a:latin typeface="Calibri" pitchFamily="34" charset="0"/>
                <a:ea typeface="Calibri" pitchFamily="34" charset="-122"/>
                <a:cs typeface="Calibri" pitchFamily="34" charset="-120"/>
              </a:rPr>
              <a:t>low / medium / high</a:t>
            </a:r>
            <a:endParaRPr lang="en-US" sz="1190" dirty="0"/>
          </a:p>
        </p:txBody>
      </p:sp>
      <p:sp>
        <p:nvSpPr>
          <p:cNvPr id="28" name="Shape 26"/>
          <p:cNvSpPr/>
          <p:nvPr/>
        </p:nvSpPr>
        <p:spPr>
          <a:xfrm>
            <a:off x="6631229" y="5122926"/>
            <a:ext cx="5811926" cy="384048"/>
          </a:xfrm>
          <a:prstGeom prst="rect">
            <a:avLst/>
          </a:prstGeom>
          <a:solidFill>
            <a:srgbClr val="FFFFFF"/>
          </a:solidFill>
          <a:ln w="3810">
            <a:solidFill>
              <a:srgbClr val="E0D0F0"/>
            </a:solidFill>
            <a:prstDash val="solid"/>
          </a:ln>
        </p:spPr>
        <p:txBody>
          <a:bodyPr/>
          <a:lstStyle/>
          <a:p>
            <a:endParaRPr lang="en-US" sz="2519"/>
          </a:p>
        </p:txBody>
      </p:sp>
      <p:sp>
        <p:nvSpPr>
          <p:cNvPr id="29" name="Text 27"/>
          <p:cNvSpPr/>
          <p:nvPr/>
        </p:nvSpPr>
        <p:spPr>
          <a:xfrm>
            <a:off x="6759245" y="5174133"/>
            <a:ext cx="5555894" cy="281635"/>
          </a:xfrm>
          <a:prstGeom prst="rect">
            <a:avLst/>
          </a:prstGeom>
          <a:noFill/>
          <a:ln/>
        </p:spPr>
        <p:txBody>
          <a:bodyPr wrap="square" lIns="0" tIns="0" rIns="0" bIns="0" rtlCol="0" anchor="ctr"/>
          <a:lstStyle/>
          <a:p>
            <a:r>
              <a:rPr lang="en-US" sz="1190" b="1" dirty="0">
                <a:solidFill>
                  <a:srgbClr val="6B3FA0"/>
                </a:solidFill>
                <a:latin typeface="Calibri" pitchFamily="34" charset="0"/>
                <a:ea typeface="Calibri" pitchFamily="34" charset="-122"/>
                <a:cs typeface="Calibri" pitchFamily="34" charset="-120"/>
              </a:rPr>
              <a:t>flags.unresolved  </a:t>
            </a:r>
            <a:r>
              <a:rPr lang="en-US" sz="1190" dirty="0">
                <a:solidFill>
                  <a:srgbClr val="1A1A2E"/>
                </a:solidFill>
                <a:latin typeface="Calibri" pitchFamily="34" charset="0"/>
                <a:ea typeface="Calibri" pitchFamily="34" charset="-122"/>
                <a:cs typeface="Calibri" pitchFamily="34" charset="-120"/>
              </a:rPr>
              <a:t>what historical data cannot tell us</a:t>
            </a:r>
            <a:endParaRPr lang="en-US" sz="1190" dirty="0"/>
          </a:p>
        </p:txBody>
      </p:sp>
      <p:sp>
        <p:nvSpPr>
          <p:cNvPr id="30" name="Shape 28"/>
          <p:cNvSpPr/>
          <p:nvPr/>
        </p:nvSpPr>
        <p:spPr>
          <a:xfrm>
            <a:off x="6503213" y="5404561"/>
            <a:ext cx="6067958" cy="1920240"/>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31" name="Shape 29"/>
          <p:cNvSpPr/>
          <p:nvPr/>
        </p:nvSpPr>
        <p:spPr>
          <a:xfrm>
            <a:off x="6503213" y="5404561"/>
            <a:ext cx="6067958" cy="460858"/>
          </a:xfrm>
          <a:prstGeom prst="rect">
            <a:avLst/>
          </a:prstGeom>
          <a:solidFill>
            <a:srgbClr val="1A6B3C"/>
          </a:solidFill>
          <a:ln/>
        </p:spPr>
        <p:txBody>
          <a:bodyPr/>
          <a:lstStyle/>
          <a:p>
            <a:endParaRPr lang="en-US" sz="2519"/>
          </a:p>
        </p:txBody>
      </p:sp>
      <p:sp>
        <p:nvSpPr>
          <p:cNvPr id="32" name="Text 30"/>
          <p:cNvSpPr/>
          <p:nvPr/>
        </p:nvSpPr>
        <p:spPr>
          <a:xfrm>
            <a:off x="6682435" y="5468569"/>
            <a:ext cx="5709514" cy="332842"/>
          </a:xfrm>
          <a:prstGeom prst="rect">
            <a:avLst/>
          </a:prstGeom>
          <a:noFill/>
          <a:ln/>
        </p:spPr>
        <p:txBody>
          <a:bodyPr wrap="square" lIns="0" tIns="0" rIns="0" bIns="0" rtlCol="0" anchor="ctr"/>
          <a:lstStyle/>
          <a:p>
            <a:r>
              <a:rPr lang="en-US" sz="1540" b="1" dirty="0">
                <a:solidFill>
                  <a:srgbClr val="FFFFFF"/>
                </a:solidFill>
                <a:latin typeface="Calibri" pitchFamily="34" charset="0"/>
                <a:ea typeface="Calibri" pitchFamily="34" charset="-122"/>
                <a:cs typeface="Calibri" pitchFamily="34" charset="-120"/>
              </a:rPr>
              <a:t>KPI Evaluator — 4 Dimensions</a:t>
            </a:r>
            <a:endParaRPr lang="en-US" sz="1540" dirty="0"/>
          </a:p>
        </p:txBody>
      </p:sp>
      <p:sp>
        <p:nvSpPr>
          <p:cNvPr id="33" name="Text 31"/>
          <p:cNvSpPr/>
          <p:nvPr/>
        </p:nvSpPr>
        <p:spPr>
          <a:xfrm>
            <a:off x="6682435" y="5942229"/>
            <a:ext cx="5709514" cy="307238"/>
          </a:xfrm>
          <a:prstGeom prst="rect">
            <a:avLst/>
          </a:prstGeom>
          <a:noFill/>
          <a:ln/>
        </p:spPr>
        <p:txBody>
          <a:bodyPr wrap="square" lIns="0" tIns="0" rIns="0" bIns="0" rtlCol="0" anchor="ctr"/>
          <a:lstStyle/>
          <a:p>
            <a:r>
              <a:rPr lang="en-US" sz="1190" b="1" dirty="0">
                <a:solidFill>
                  <a:srgbClr val="1A6B3C"/>
                </a:solidFill>
                <a:latin typeface="Calibri" pitchFamily="34" charset="0"/>
                <a:ea typeface="Calibri" pitchFamily="34" charset="-122"/>
                <a:cs typeface="Calibri" pitchFamily="34" charset="-120"/>
              </a:rPr>
              <a:t>1.  </a:t>
            </a:r>
            <a:r>
              <a:rPr lang="en-US" sz="1190" dirty="0">
                <a:solidFill>
                  <a:srgbClr val="1A1A2E"/>
                </a:solidFill>
                <a:latin typeface="Calibri" pitchFamily="34" charset="0"/>
                <a:ea typeface="Calibri" pitchFamily="34" charset="-122"/>
                <a:cs typeface="Calibri" pitchFamily="34" charset="-120"/>
              </a:rPr>
              <a:t>Evidence Grounding — claims cite specific historical data points</a:t>
            </a:r>
            <a:endParaRPr lang="en-US" sz="1190" dirty="0"/>
          </a:p>
        </p:txBody>
      </p:sp>
      <p:sp>
        <p:nvSpPr>
          <p:cNvPr id="34" name="Text 32"/>
          <p:cNvSpPr/>
          <p:nvPr/>
        </p:nvSpPr>
        <p:spPr>
          <a:xfrm>
            <a:off x="6682435" y="6275070"/>
            <a:ext cx="5709514" cy="307238"/>
          </a:xfrm>
          <a:prstGeom prst="rect">
            <a:avLst/>
          </a:prstGeom>
          <a:noFill/>
          <a:ln/>
        </p:spPr>
        <p:txBody>
          <a:bodyPr wrap="square" lIns="0" tIns="0" rIns="0" bIns="0" rtlCol="0" anchor="ctr"/>
          <a:lstStyle/>
          <a:p>
            <a:r>
              <a:rPr lang="en-US" sz="1190" b="1" dirty="0">
                <a:solidFill>
                  <a:srgbClr val="1A6B3C"/>
                </a:solidFill>
                <a:latin typeface="Calibri" pitchFamily="34" charset="0"/>
                <a:ea typeface="Calibri" pitchFamily="34" charset="-122"/>
                <a:cs typeface="Calibri" pitchFamily="34" charset="-120"/>
              </a:rPr>
              <a:t>2.  </a:t>
            </a:r>
            <a:r>
              <a:rPr lang="en-US" sz="1190" dirty="0">
                <a:solidFill>
                  <a:srgbClr val="1A1A2E"/>
                </a:solidFill>
                <a:latin typeface="Calibri" pitchFamily="34" charset="0"/>
                <a:ea typeface="Calibri" pitchFamily="34" charset="-122"/>
                <a:cs typeface="Calibri" pitchFamily="34" charset="-120"/>
              </a:rPr>
              <a:t>Logical Consistency — predictions follow from cited patterns</a:t>
            </a:r>
            <a:endParaRPr lang="en-US" sz="1190" dirty="0"/>
          </a:p>
        </p:txBody>
      </p:sp>
      <p:sp>
        <p:nvSpPr>
          <p:cNvPr id="35" name="Text 33"/>
          <p:cNvSpPr/>
          <p:nvPr/>
        </p:nvSpPr>
        <p:spPr>
          <a:xfrm>
            <a:off x="6682435" y="6607912"/>
            <a:ext cx="5709514" cy="307238"/>
          </a:xfrm>
          <a:prstGeom prst="rect">
            <a:avLst/>
          </a:prstGeom>
          <a:noFill/>
          <a:ln/>
        </p:spPr>
        <p:txBody>
          <a:bodyPr wrap="square" lIns="0" tIns="0" rIns="0" bIns="0" rtlCol="0" anchor="ctr"/>
          <a:lstStyle/>
          <a:p>
            <a:r>
              <a:rPr lang="en-US" sz="1190" b="1" dirty="0">
                <a:solidFill>
                  <a:srgbClr val="1A6B3C"/>
                </a:solidFill>
                <a:latin typeface="Calibri" pitchFamily="34" charset="0"/>
                <a:ea typeface="Calibri" pitchFamily="34" charset="-122"/>
                <a:cs typeface="Calibri" pitchFamily="34" charset="-120"/>
              </a:rPr>
              <a:t>3.  </a:t>
            </a:r>
            <a:r>
              <a:rPr lang="en-US" sz="1190" dirty="0">
                <a:solidFill>
                  <a:srgbClr val="1A1A2E"/>
                </a:solidFill>
                <a:latin typeface="Calibri" pitchFamily="34" charset="0"/>
                <a:ea typeface="Calibri" pitchFamily="34" charset="-122"/>
                <a:cs typeface="Calibri" pitchFamily="34" charset="-120"/>
              </a:rPr>
              <a:t>Temporal Reasoning — correct use of time-of-day, day-of-week</a:t>
            </a:r>
            <a:endParaRPr lang="en-US" sz="1190" dirty="0"/>
          </a:p>
        </p:txBody>
      </p:sp>
      <p:sp>
        <p:nvSpPr>
          <p:cNvPr id="36" name="Text 34"/>
          <p:cNvSpPr/>
          <p:nvPr/>
        </p:nvSpPr>
        <p:spPr>
          <a:xfrm>
            <a:off x="6682435" y="6940753"/>
            <a:ext cx="5709514" cy="307238"/>
          </a:xfrm>
          <a:prstGeom prst="rect">
            <a:avLst/>
          </a:prstGeom>
          <a:noFill/>
          <a:ln/>
        </p:spPr>
        <p:txBody>
          <a:bodyPr wrap="square" lIns="0" tIns="0" rIns="0" bIns="0" rtlCol="0" anchor="ctr"/>
          <a:lstStyle/>
          <a:p>
            <a:r>
              <a:rPr lang="en-US" sz="1190" b="1" dirty="0">
                <a:solidFill>
                  <a:srgbClr val="1A6B3C"/>
                </a:solidFill>
                <a:latin typeface="Calibri" pitchFamily="34" charset="0"/>
                <a:ea typeface="Calibri" pitchFamily="34" charset="-122"/>
                <a:cs typeface="Calibri" pitchFamily="34" charset="-120"/>
              </a:rPr>
              <a:t>4.  </a:t>
            </a:r>
            <a:r>
              <a:rPr lang="en-US" sz="1190" dirty="0">
                <a:solidFill>
                  <a:srgbClr val="1A1A2E"/>
                </a:solidFill>
                <a:latin typeface="Calibri" pitchFamily="34" charset="0"/>
                <a:ea typeface="Calibri" pitchFamily="34" charset="-122"/>
                <a:cs typeface="Calibri" pitchFamily="34" charset="-120"/>
              </a:rPr>
              <a:t>Uncertainty Acknowledgment — limits of prediction properly flagged</a:t>
            </a:r>
            <a:endParaRPr lang="en-US" sz="1190" dirty="0"/>
          </a:p>
        </p:txBody>
      </p:sp>
      <p:sp>
        <p:nvSpPr>
          <p:cNvPr id="37" name="Text 35"/>
          <p:cNvSpPr/>
          <p:nvPr/>
        </p:nvSpPr>
        <p:spPr>
          <a:xfrm>
            <a:off x="6503213" y="7433615"/>
            <a:ext cx="12340742" cy="281635"/>
          </a:xfrm>
          <a:prstGeom prst="rect">
            <a:avLst/>
          </a:prstGeom>
          <a:noFill/>
          <a:ln/>
        </p:spPr>
        <p:txBody>
          <a:bodyPr wrap="square" lIns="0" tIns="0" rIns="0" bIns="0" rtlCol="0" anchor="ctr"/>
          <a:lstStyle/>
          <a:p>
            <a:r>
              <a:rPr lang="en-US" sz="1190" dirty="0"/>
              <a:t>Evaluator: LLM-as-Judges, ref: Agent GPA from snowflake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6610"/>
            <a:ext cx="12801600" cy="921715"/>
          </a:xfrm>
          <a:prstGeom prst="rect">
            <a:avLst/>
          </a:prstGeom>
          <a:solidFill>
            <a:srgbClr val="1D6272"/>
          </a:solidFill>
          <a:ln/>
        </p:spPr>
        <p:txBody>
          <a:bodyPr/>
          <a:lstStyle/>
          <a:p>
            <a:endParaRPr lang="en-US" sz="2519"/>
          </a:p>
        </p:txBody>
      </p:sp>
      <p:sp>
        <p:nvSpPr>
          <p:cNvPr id="3" name="Text 1"/>
          <p:cNvSpPr/>
          <p:nvPr/>
        </p:nvSpPr>
        <p:spPr>
          <a:xfrm>
            <a:off x="384048" y="121406"/>
            <a:ext cx="12033504" cy="665683"/>
          </a:xfrm>
          <a:prstGeom prst="rect">
            <a:avLst/>
          </a:prstGeom>
          <a:noFill/>
          <a:ln/>
        </p:spPr>
        <p:txBody>
          <a:bodyPr wrap="square" lIns="0" tIns="0" rIns="0" bIns="0" rtlCol="0" anchor="ctr"/>
          <a:lstStyle/>
          <a:p>
            <a:r>
              <a:rPr lang="en-US" sz="3080" b="1" dirty="0">
                <a:solidFill>
                  <a:srgbClr val="FFFFFF"/>
                </a:solidFill>
                <a:latin typeface="Calibri" pitchFamily="34" charset="0"/>
                <a:ea typeface="Calibri" pitchFamily="34" charset="-122"/>
                <a:cs typeface="Calibri" pitchFamily="34" charset="-120"/>
              </a:rPr>
              <a:t>Coverage Preprocessing  (Rule-Based, No agent)</a:t>
            </a:r>
            <a:endParaRPr lang="en-US" sz="3080" dirty="0"/>
          </a:p>
        </p:txBody>
      </p:sp>
      <p:sp>
        <p:nvSpPr>
          <p:cNvPr id="4" name="Shape 2"/>
          <p:cNvSpPr/>
          <p:nvPr/>
        </p:nvSpPr>
        <p:spPr>
          <a:xfrm>
            <a:off x="217729" y="3054706"/>
            <a:ext cx="6016752" cy="1305763"/>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5" name="Shape 3"/>
          <p:cNvSpPr/>
          <p:nvPr/>
        </p:nvSpPr>
        <p:spPr>
          <a:xfrm>
            <a:off x="217729" y="3054705"/>
            <a:ext cx="6016752" cy="460858"/>
          </a:xfrm>
          <a:prstGeom prst="rect">
            <a:avLst/>
          </a:prstGeom>
          <a:solidFill>
            <a:srgbClr val="1B7A72"/>
          </a:solidFill>
          <a:ln/>
        </p:spPr>
        <p:txBody>
          <a:bodyPr/>
          <a:lstStyle/>
          <a:p>
            <a:endParaRPr lang="en-US" sz="2519"/>
          </a:p>
        </p:txBody>
      </p:sp>
      <p:sp>
        <p:nvSpPr>
          <p:cNvPr id="6" name="Text 4"/>
          <p:cNvSpPr/>
          <p:nvPr/>
        </p:nvSpPr>
        <p:spPr>
          <a:xfrm>
            <a:off x="396951" y="3118713"/>
            <a:ext cx="5658307" cy="332842"/>
          </a:xfrm>
          <a:prstGeom prst="rect">
            <a:avLst/>
          </a:prstGeom>
          <a:noFill/>
          <a:ln/>
        </p:spPr>
        <p:txBody>
          <a:bodyPr wrap="square" lIns="0" tIns="0" rIns="0" bIns="0" rtlCol="0" anchor="ctr"/>
          <a:lstStyle/>
          <a:p>
            <a:r>
              <a:rPr lang="en-US" sz="2240" b="1" dirty="0">
                <a:solidFill>
                  <a:srgbClr val="FFFFFF"/>
                </a:solidFill>
                <a:latin typeface="Calibri" pitchFamily="34" charset="0"/>
                <a:ea typeface="Calibri" pitchFamily="34" charset="-122"/>
                <a:cs typeface="Calibri" pitchFamily="34" charset="-120"/>
              </a:rPr>
              <a:t>Post-Outage Simulation</a:t>
            </a:r>
            <a:endParaRPr lang="en-US" sz="2240" dirty="0"/>
          </a:p>
        </p:txBody>
      </p:sp>
      <p:sp>
        <p:nvSpPr>
          <p:cNvPr id="7" name="Text 5"/>
          <p:cNvSpPr/>
          <p:nvPr/>
        </p:nvSpPr>
        <p:spPr>
          <a:xfrm>
            <a:off x="320142" y="3614288"/>
            <a:ext cx="5658307" cy="588874"/>
          </a:xfrm>
          <a:prstGeom prst="rect">
            <a:avLst/>
          </a:prstGeom>
          <a:noFill/>
          <a:ln/>
        </p:spPr>
        <p:txBody>
          <a:bodyPr wrap="square" lIns="0" tIns="0" rIns="0" bIns="0" rtlCol="0" anchor="ctr"/>
          <a:lstStyle/>
          <a:p>
            <a:r>
              <a:rPr lang="en-US" sz="1500" dirty="0">
                <a:solidFill>
                  <a:srgbClr val="1B7A72"/>
                </a:solidFill>
                <a:latin typeface="Calibri" pitchFamily="34" charset="0"/>
                <a:ea typeface="Calibri" pitchFamily="34" charset="-122"/>
                <a:cs typeface="Calibri" pitchFamily="34" charset="-120"/>
              </a:rPr>
              <a:t>To be confirmed: Can be get from Rhea API/ computed from existing Rhea data </a:t>
            </a:r>
            <a:endParaRPr lang="en-US" sz="1500" dirty="0"/>
          </a:p>
        </p:txBody>
      </p:sp>
      <p:sp>
        <p:nvSpPr>
          <p:cNvPr id="8" name="Text 6"/>
          <p:cNvSpPr/>
          <p:nvPr/>
        </p:nvSpPr>
        <p:spPr>
          <a:xfrm>
            <a:off x="268935" y="3673088"/>
            <a:ext cx="5658307" cy="1869034"/>
          </a:xfrm>
          <a:prstGeom prst="rect">
            <a:avLst/>
          </a:prstGeom>
          <a:noFill/>
          <a:ln/>
        </p:spPr>
        <p:txBody>
          <a:bodyPr wrap="square" rtlCol="0" anchor="ctr"/>
          <a:lstStyle/>
          <a:p>
            <a:pPr marL="480060" indent="-480060">
              <a:buSzPct val="100000"/>
              <a:buChar char="•"/>
            </a:pPr>
            <a:endParaRPr lang="en-US" sz="1330" dirty="0"/>
          </a:p>
        </p:txBody>
      </p:sp>
      <p:sp>
        <p:nvSpPr>
          <p:cNvPr id="9" name="Shape 7"/>
          <p:cNvSpPr/>
          <p:nvPr/>
        </p:nvSpPr>
        <p:spPr>
          <a:xfrm>
            <a:off x="217729" y="4386072"/>
            <a:ext cx="6016752" cy="2470709"/>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10" name="Shape 8"/>
          <p:cNvSpPr/>
          <p:nvPr/>
        </p:nvSpPr>
        <p:spPr>
          <a:xfrm>
            <a:off x="217729" y="4411675"/>
            <a:ext cx="6016752" cy="460858"/>
          </a:xfrm>
          <a:prstGeom prst="rect">
            <a:avLst/>
          </a:prstGeom>
          <a:solidFill>
            <a:srgbClr val="2B5B9E"/>
          </a:solidFill>
          <a:ln/>
        </p:spPr>
        <p:txBody>
          <a:bodyPr/>
          <a:lstStyle/>
          <a:p>
            <a:endParaRPr lang="en-US" sz="2519"/>
          </a:p>
        </p:txBody>
      </p:sp>
      <p:sp>
        <p:nvSpPr>
          <p:cNvPr id="11" name="Text 9"/>
          <p:cNvSpPr/>
          <p:nvPr/>
        </p:nvSpPr>
        <p:spPr>
          <a:xfrm>
            <a:off x="396951" y="4475683"/>
            <a:ext cx="5658307" cy="332842"/>
          </a:xfrm>
          <a:prstGeom prst="rect">
            <a:avLst/>
          </a:prstGeom>
          <a:noFill/>
          <a:ln/>
        </p:spPr>
        <p:txBody>
          <a:bodyPr wrap="square" lIns="0" tIns="0" rIns="0" bIns="0" rtlCol="0" anchor="ctr"/>
          <a:lstStyle/>
          <a:p>
            <a:r>
              <a:rPr lang="en-US" sz="1540" b="1" dirty="0">
                <a:solidFill>
                  <a:srgbClr val="FFFFFF"/>
                </a:solidFill>
                <a:latin typeface="Calibri" pitchFamily="34" charset="0"/>
                <a:ea typeface="Calibri" pitchFamily="34" charset="-122"/>
                <a:cs typeface="Calibri" pitchFamily="34" charset="-120"/>
              </a:rPr>
              <a:t>Signal Statistics Output (per affected coordinate)</a:t>
            </a:r>
            <a:endParaRPr lang="en-US" sz="1540" dirty="0"/>
          </a:p>
        </p:txBody>
      </p:sp>
      <p:sp>
        <p:nvSpPr>
          <p:cNvPr id="12" name="Shape 10"/>
          <p:cNvSpPr/>
          <p:nvPr/>
        </p:nvSpPr>
        <p:spPr>
          <a:xfrm>
            <a:off x="345745" y="4898136"/>
            <a:ext cx="5760720" cy="486461"/>
          </a:xfrm>
          <a:prstGeom prst="rect">
            <a:avLst/>
          </a:prstGeom>
          <a:solidFill>
            <a:srgbClr val="EBF2FA"/>
          </a:solidFill>
          <a:ln w="3810">
            <a:solidFill>
              <a:srgbClr val="D8E4EF"/>
            </a:solidFill>
            <a:prstDash val="solid"/>
          </a:ln>
        </p:spPr>
        <p:txBody>
          <a:bodyPr/>
          <a:lstStyle/>
          <a:p>
            <a:endParaRPr lang="en-US" sz="2519"/>
          </a:p>
        </p:txBody>
      </p:sp>
      <p:sp>
        <p:nvSpPr>
          <p:cNvPr id="13" name="Text 11"/>
          <p:cNvSpPr/>
          <p:nvPr/>
        </p:nvSpPr>
        <p:spPr>
          <a:xfrm>
            <a:off x="524967" y="4974945"/>
            <a:ext cx="5402275" cy="332842"/>
          </a:xfrm>
          <a:prstGeom prst="rect">
            <a:avLst/>
          </a:prstGeom>
          <a:noFill/>
          <a:ln/>
        </p:spPr>
        <p:txBody>
          <a:bodyPr wrap="square" lIns="0" tIns="0" rIns="0" bIns="0" rtlCol="0" anchor="ctr"/>
          <a:lstStyle/>
          <a:p>
            <a:r>
              <a:rPr lang="en-US" sz="1260" b="1" dirty="0">
                <a:solidFill>
                  <a:srgbClr val="2B5B9E"/>
                </a:solidFill>
                <a:latin typeface="Calibri" pitchFamily="34" charset="0"/>
                <a:ea typeface="Calibri" pitchFamily="34" charset="-122"/>
                <a:cs typeface="Calibri" pitchFamily="34" charset="-120"/>
              </a:rPr>
              <a:t>RSRP  </a:t>
            </a:r>
            <a:r>
              <a:rPr lang="en-US" sz="1260" dirty="0">
                <a:solidFill>
                  <a:srgbClr val="1A1A2E"/>
                </a:solidFill>
                <a:latin typeface="Calibri" pitchFamily="34" charset="0"/>
                <a:ea typeface="Calibri" pitchFamily="34" charset="-122"/>
                <a:cs typeface="Calibri" pitchFamily="34" charset="-120"/>
              </a:rPr>
              <a:t>before / after / drop  →  mean, p10, p50, p90</a:t>
            </a:r>
            <a:endParaRPr lang="en-US" sz="1260" dirty="0"/>
          </a:p>
        </p:txBody>
      </p:sp>
      <p:sp>
        <p:nvSpPr>
          <p:cNvPr id="14" name="Shape 12"/>
          <p:cNvSpPr/>
          <p:nvPr/>
        </p:nvSpPr>
        <p:spPr>
          <a:xfrm>
            <a:off x="345745" y="5358993"/>
            <a:ext cx="5760720" cy="486461"/>
          </a:xfrm>
          <a:prstGeom prst="rect">
            <a:avLst/>
          </a:prstGeom>
          <a:solidFill>
            <a:srgbClr val="FFFFFF"/>
          </a:solidFill>
          <a:ln w="3810">
            <a:solidFill>
              <a:srgbClr val="D8E4EF"/>
            </a:solidFill>
            <a:prstDash val="solid"/>
          </a:ln>
        </p:spPr>
        <p:txBody>
          <a:bodyPr/>
          <a:lstStyle/>
          <a:p>
            <a:endParaRPr lang="en-US" sz="2519"/>
          </a:p>
        </p:txBody>
      </p:sp>
      <p:sp>
        <p:nvSpPr>
          <p:cNvPr id="15" name="Text 13"/>
          <p:cNvSpPr/>
          <p:nvPr/>
        </p:nvSpPr>
        <p:spPr>
          <a:xfrm>
            <a:off x="524967" y="5435803"/>
            <a:ext cx="5402275" cy="332842"/>
          </a:xfrm>
          <a:prstGeom prst="rect">
            <a:avLst/>
          </a:prstGeom>
          <a:noFill/>
          <a:ln/>
        </p:spPr>
        <p:txBody>
          <a:bodyPr wrap="square" lIns="0" tIns="0" rIns="0" bIns="0" rtlCol="0" anchor="ctr"/>
          <a:lstStyle/>
          <a:p>
            <a:r>
              <a:rPr lang="en-US" sz="1260" b="1" dirty="0">
                <a:solidFill>
                  <a:srgbClr val="2B5B9E"/>
                </a:solidFill>
                <a:latin typeface="Calibri" pitchFamily="34" charset="0"/>
                <a:ea typeface="Calibri" pitchFamily="34" charset="-122"/>
                <a:cs typeface="Calibri" pitchFamily="34" charset="-120"/>
              </a:rPr>
              <a:t>SINR  </a:t>
            </a:r>
            <a:r>
              <a:rPr lang="en-US" sz="1260" dirty="0">
                <a:solidFill>
                  <a:srgbClr val="1A1A2E"/>
                </a:solidFill>
                <a:latin typeface="Calibri" pitchFamily="34" charset="0"/>
                <a:ea typeface="Calibri" pitchFamily="34" charset="-122"/>
                <a:cs typeface="Calibri" pitchFamily="34" charset="-120"/>
              </a:rPr>
              <a:t>before / after / drop  →  mean, p10, p50, p90</a:t>
            </a:r>
            <a:endParaRPr lang="en-US" sz="1260" dirty="0"/>
          </a:p>
        </p:txBody>
      </p:sp>
      <p:sp>
        <p:nvSpPr>
          <p:cNvPr id="16" name="Shape 14"/>
          <p:cNvSpPr/>
          <p:nvPr/>
        </p:nvSpPr>
        <p:spPr>
          <a:xfrm>
            <a:off x="345745" y="5819851"/>
            <a:ext cx="5760720" cy="486461"/>
          </a:xfrm>
          <a:prstGeom prst="rect">
            <a:avLst/>
          </a:prstGeom>
          <a:solidFill>
            <a:srgbClr val="EBF2FA"/>
          </a:solidFill>
          <a:ln w="3810">
            <a:solidFill>
              <a:srgbClr val="D8E4EF"/>
            </a:solidFill>
            <a:prstDash val="solid"/>
          </a:ln>
        </p:spPr>
        <p:txBody>
          <a:bodyPr/>
          <a:lstStyle/>
          <a:p>
            <a:endParaRPr lang="en-US" sz="2519"/>
          </a:p>
        </p:txBody>
      </p:sp>
      <p:sp>
        <p:nvSpPr>
          <p:cNvPr id="17" name="Text 15"/>
          <p:cNvSpPr/>
          <p:nvPr/>
        </p:nvSpPr>
        <p:spPr>
          <a:xfrm>
            <a:off x="524967" y="5896660"/>
            <a:ext cx="5402275" cy="332842"/>
          </a:xfrm>
          <a:prstGeom prst="rect">
            <a:avLst/>
          </a:prstGeom>
          <a:noFill/>
          <a:ln/>
        </p:spPr>
        <p:txBody>
          <a:bodyPr wrap="square" lIns="0" tIns="0" rIns="0" bIns="0" rtlCol="0" anchor="ctr"/>
          <a:lstStyle/>
          <a:p>
            <a:r>
              <a:rPr lang="en-US" sz="1260" b="1" dirty="0">
                <a:solidFill>
                  <a:srgbClr val="2B5B9E"/>
                </a:solidFill>
                <a:latin typeface="Calibri" pitchFamily="34" charset="0"/>
                <a:ea typeface="Calibri" pitchFamily="34" charset="-122"/>
                <a:cs typeface="Calibri" pitchFamily="34" charset="-120"/>
              </a:rPr>
              <a:t>RSRQ  </a:t>
            </a:r>
            <a:r>
              <a:rPr lang="en-US" sz="1260" dirty="0">
                <a:solidFill>
                  <a:srgbClr val="1A1A2E"/>
                </a:solidFill>
                <a:latin typeface="Calibri" pitchFamily="34" charset="0"/>
                <a:ea typeface="Calibri" pitchFamily="34" charset="-122"/>
                <a:cs typeface="Calibri" pitchFamily="34" charset="-120"/>
              </a:rPr>
              <a:t>before / after / drop  →  mean, p10, p50, p90</a:t>
            </a:r>
            <a:endParaRPr lang="en-US" sz="1260" dirty="0"/>
          </a:p>
        </p:txBody>
      </p:sp>
      <p:sp>
        <p:nvSpPr>
          <p:cNvPr id="18" name="Shape 16"/>
          <p:cNvSpPr/>
          <p:nvPr/>
        </p:nvSpPr>
        <p:spPr>
          <a:xfrm>
            <a:off x="345745" y="6280709"/>
            <a:ext cx="5760720" cy="486461"/>
          </a:xfrm>
          <a:prstGeom prst="rect">
            <a:avLst/>
          </a:prstGeom>
          <a:solidFill>
            <a:srgbClr val="FFFFFF"/>
          </a:solidFill>
          <a:ln w="3810">
            <a:solidFill>
              <a:srgbClr val="D8E4EF"/>
            </a:solidFill>
            <a:prstDash val="solid"/>
          </a:ln>
        </p:spPr>
        <p:txBody>
          <a:bodyPr/>
          <a:lstStyle/>
          <a:p>
            <a:endParaRPr lang="en-US" sz="2519"/>
          </a:p>
        </p:txBody>
      </p:sp>
      <p:sp>
        <p:nvSpPr>
          <p:cNvPr id="19" name="Text 17"/>
          <p:cNvSpPr/>
          <p:nvPr/>
        </p:nvSpPr>
        <p:spPr>
          <a:xfrm>
            <a:off x="524967" y="6357518"/>
            <a:ext cx="5402275" cy="332842"/>
          </a:xfrm>
          <a:prstGeom prst="rect">
            <a:avLst/>
          </a:prstGeom>
          <a:noFill/>
          <a:ln/>
        </p:spPr>
        <p:txBody>
          <a:bodyPr wrap="square" lIns="0" tIns="0" rIns="0" bIns="0" rtlCol="0" anchor="ctr"/>
          <a:lstStyle/>
          <a:p>
            <a:r>
              <a:rPr lang="en-US" sz="1260" b="1" dirty="0">
                <a:solidFill>
                  <a:srgbClr val="2B5B9E"/>
                </a:solidFill>
                <a:latin typeface="Calibri" pitchFamily="34" charset="0"/>
                <a:ea typeface="Calibri" pitchFamily="34" charset="-122"/>
                <a:cs typeface="Calibri" pitchFamily="34" charset="-120"/>
              </a:rPr>
              <a:t>Throughput  </a:t>
            </a:r>
            <a:r>
              <a:rPr lang="en-US" sz="1260" dirty="0">
                <a:solidFill>
                  <a:srgbClr val="1A1A2E"/>
                </a:solidFill>
                <a:latin typeface="Calibri" pitchFamily="34" charset="0"/>
                <a:ea typeface="Calibri" pitchFamily="34" charset="-122"/>
                <a:cs typeface="Calibri" pitchFamily="34" charset="-120"/>
              </a:rPr>
              <a:t>before / after / drop  →  mean, p10, p50, p90</a:t>
            </a:r>
            <a:endParaRPr lang="en-US" sz="1260" dirty="0"/>
          </a:p>
        </p:txBody>
      </p:sp>
      <p:sp>
        <p:nvSpPr>
          <p:cNvPr id="20" name="Shape 18"/>
          <p:cNvSpPr/>
          <p:nvPr/>
        </p:nvSpPr>
        <p:spPr>
          <a:xfrm>
            <a:off x="6490513" y="3054705"/>
            <a:ext cx="6067958" cy="1420978"/>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21" name="Shape 19"/>
          <p:cNvSpPr/>
          <p:nvPr/>
        </p:nvSpPr>
        <p:spPr>
          <a:xfrm>
            <a:off x="6490513" y="3054705"/>
            <a:ext cx="6067958" cy="460858"/>
          </a:xfrm>
          <a:prstGeom prst="rect">
            <a:avLst/>
          </a:prstGeom>
          <a:solidFill>
            <a:srgbClr val="8B2E2E"/>
          </a:solidFill>
          <a:ln/>
        </p:spPr>
        <p:txBody>
          <a:bodyPr/>
          <a:lstStyle/>
          <a:p>
            <a:endParaRPr lang="en-US" sz="2519"/>
          </a:p>
        </p:txBody>
      </p:sp>
      <p:sp>
        <p:nvSpPr>
          <p:cNvPr id="22" name="Text 20"/>
          <p:cNvSpPr/>
          <p:nvPr/>
        </p:nvSpPr>
        <p:spPr>
          <a:xfrm>
            <a:off x="6669735" y="3118713"/>
            <a:ext cx="5709514" cy="332842"/>
          </a:xfrm>
          <a:prstGeom prst="rect">
            <a:avLst/>
          </a:prstGeom>
          <a:noFill/>
          <a:ln/>
        </p:spPr>
        <p:txBody>
          <a:bodyPr wrap="square" lIns="0" tIns="0" rIns="0" bIns="0" rtlCol="0" anchor="ctr"/>
          <a:lstStyle/>
          <a:p>
            <a:r>
              <a:rPr lang="en-US" sz="1540" b="1" dirty="0">
                <a:solidFill>
                  <a:srgbClr val="FFFFFF"/>
                </a:solidFill>
                <a:latin typeface="Calibri" pitchFamily="34" charset="0"/>
                <a:ea typeface="Calibri" pitchFamily="34" charset="-122"/>
                <a:cs typeface="Calibri" pitchFamily="34" charset="-120"/>
              </a:rPr>
              <a:t>Coverage Hole Metrics      Threshold: RSRP&lt;-110dBm (from 3GPP)</a:t>
            </a:r>
            <a:endParaRPr lang="en-US" sz="1540" dirty="0"/>
          </a:p>
        </p:txBody>
      </p:sp>
      <p:sp>
        <p:nvSpPr>
          <p:cNvPr id="23" name="Text 21"/>
          <p:cNvSpPr/>
          <p:nvPr/>
        </p:nvSpPr>
        <p:spPr>
          <a:xfrm>
            <a:off x="6490513" y="3534765"/>
            <a:ext cx="5709514" cy="806501"/>
          </a:xfrm>
          <a:prstGeom prst="rect">
            <a:avLst/>
          </a:prstGeom>
          <a:noFill/>
          <a:ln/>
        </p:spPr>
        <p:txBody>
          <a:bodyPr wrap="square" rtlCol="0" anchor="ctr"/>
          <a:lstStyle/>
          <a:p>
            <a:pPr marL="480060" indent="-480060">
              <a:buSzPct val="100000"/>
              <a:buChar char="•"/>
            </a:pPr>
            <a:r>
              <a:rPr lang="en-US" sz="1680" dirty="0" err="1">
                <a:solidFill>
                  <a:srgbClr val="1A1A2E"/>
                </a:solidFill>
                <a:latin typeface="Calibri" pitchFamily="34" charset="0"/>
                <a:ea typeface="Calibri" pitchFamily="34" charset="-122"/>
                <a:cs typeface="Calibri" pitchFamily="34" charset="-120"/>
              </a:rPr>
              <a:t>coverage_hole_count</a:t>
            </a:r>
            <a:r>
              <a:rPr lang="en-US" sz="1680" dirty="0">
                <a:solidFill>
                  <a:srgbClr val="1A1A2E"/>
                </a:solidFill>
                <a:latin typeface="Calibri" pitchFamily="34" charset="0"/>
                <a:ea typeface="Calibri" pitchFamily="34" charset="-122"/>
                <a:cs typeface="Calibri" pitchFamily="34" charset="-120"/>
              </a:rPr>
              <a:t> , fraction</a:t>
            </a:r>
            <a:endParaRPr lang="en-US" sz="1680" dirty="0"/>
          </a:p>
          <a:p>
            <a:pPr marL="480060" indent="-480060">
              <a:buSzPct val="100000"/>
              <a:buChar char="•"/>
            </a:pPr>
            <a:r>
              <a:rPr lang="en-US" sz="1680" dirty="0">
                <a:solidFill>
                  <a:srgbClr val="1A1A2E"/>
                </a:solidFill>
                <a:latin typeface="Calibri" pitchFamily="34" charset="0"/>
                <a:ea typeface="Calibri" pitchFamily="34" charset="-122"/>
                <a:cs typeface="Calibri" pitchFamily="34" charset="-120"/>
              </a:rPr>
              <a:t>coverage_hole_coords: [{lat, lon}] for map generation</a:t>
            </a:r>
            <a:endParaRPr lang="en-US" sz="1680" dirty="0"/>
          </a:p>
          <a:p>
            <a:pPr marL="480060" indent="-480060">
              <a:buSzPct val="100000"/>
              <a:buChar char="•"/>
            </a:pPr>
            <a:r>
              <a:rPr lang="en-US" sz="1680" dirty="0">
                <a:solidFill>
                  <a:srgbClr val="1A1A2E"/>
                </a:solidFill>
                <a:latin typeface="Calibri" pitchFamily="34" charset="0"/>
                <a:ea typeface="Calibri" pitchFamily="34" charset="-122"/>
                <a:cs typeface="Calibri" pitchFamily="34" charset="-120"/>
              </a:rPr>
              <a:t>affected_coordinate_count + total_coordinate_count</a:t>
            </a:r>
            <a:endParaRPr lang="en-US" sz="1680" dirty="0"/>
          </a:p>
        </p:txBody>
      </p:sp>
      <p:sp>
        <p:nvSpPr>
          <p:cNvPr id="24" name="Shape 22"/>
          <p:cNvSpPr/>
          <p:nvPr/>
        </p:nvSpPr>
        <p:spPr>
          <a:xfrm>
            <a:off x="6490513" y="4562690"/>
            <a:ext cx="6067958" cy="1408176"/>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25" name="Shape 23"/>
          <p:cNvSpPr/>
          <p:nvPr/>
        </p:nvSpPr>
        <p:spPr>
          <a:xfrm>
            <a:off x="6490513" y="4562690"/>
            <a:ext cx="6067958" cy="460858"/>
          </a:xfrm>
          <a:prstGeom prst="rect">
            <a:avLst/>
          </a:prstGeom>
          <a:solidFill>
            <a:srgbClr val="6B3FA0"/>
          </a:solidFill>
          <a:ln/>
        </p:spPr>
        <p:txBody>
          <a:bodyPr/>
          <a:lstStyle/>
          <a:p>
            <a:endParaRPr lang="en-US" sz="2519"/>
          </a:p>
        </p:txBody>
      </p:sp>
      <p:sp>
        <p:nvSpPr>
          <p:cNvPr id="26" name="Text 24"/>
          <p:cNvSpPr/>
          <p:nvPr/>
        </p:nvSpPr>
        <p:spPr>
          <a:xfrm>
            <a:off x="6669735" y="4626698"/>
            <a:ext cx="5709514" cy="332842"/>
          </a:xfrm>
          <a:prstGeom prst="rect">
            <a:avLst/>
          </a:prstGeom>
          <a:noFill/>
          <a:ln/>
        </p:spPr>
        <p:txBody>
          <a:bodyPr wrap="square" lIns="0" tIns="0" rIns="0" bIns="0" rtlCol="0" anchor="ctr"/>
          <a:lstStyle/>
          <a:p>
            <a:r>
              <a:rPr lang="en-US" sz="1540" b="1" dirty="0">
                <a:solidFill>
                  <a:srgbClr val="FFFFFF"/>
                </a:solidFill>
                <a:latin typeface="Calibri" pitchFamily="34" charset="0"/>
                <a:ea typeface="Calibri" pitchFamily="34" charset="-122"/>
                <a:cs typeface="Calibri" pitchFamily="34" charset="-120"/>
              </a:rPr>
              <a:t>Per-Backup Absorption</a:t>
            </a:r>
            <a:endParaRPr lang="en-US" sz="1540" dirty="0"/>
          </a:p>
        </p:txBody>
      </p:sp>
      <p:sp>
        <p:nvSpPr>
          <p:cNvPr id="27" name="Text 25"/>
          <p:cNvSpPr/>
          <p:nvPr/>
        </p:nvSpPr>
        <p:spPr>
          <a:xfrm>
            <a:off x="6669735" y="5077140"/>
            <a:ext cx="5709514" cy="747701"/>
          </a:xfrm>
          <a:prstGeom prst="rect">
            <a:avLst/>
          </a:prstGeom>
          <a:noFill/>
          <a:ln/>
        </p:spPr>
        <p:txBody>
          <a:bodyPr wrap="square" rtlCol="0" anchor="ctr"/>
          <a:lstStyle/>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Newly absorbed pixel count/fraction</a:t>
            </a:r>
            <a:endParaRPr lang="en-US" sz="1330" dirty="0"/>
          </a:p>
          <a:p>
            <a:pPr marL="480060" indent="-480060">
              <a:buSzPct val="100000"/>
              <a:buChar char="•"/>
            </a:pPr>
            <a:r>
              <a:rPr lang="en-US" sz="1330" dirty="0" err="1">
                <a:solidFill>
                  <a:srgbClr val="1A1A2E"/>
                </a:solidFill>
                <a:latin typeface="Calibri" pitchFamily="34" charset="0"/>
                <a:ea typeface="Calibri" pitchFamily="34" charset="-122"/>
                <a:cs typeface="Calibri" pitchFamily="34" charset="-120"/>
              </a:rPr>
              <a:t>existing_dominant_count</a:t>
            </a:r>
            <a:r>
              <a:rPr lang="en-US" sz="1330" dirty="0">
                <a:solidFill>
                  <a:srgbClr val="1A1A2E"/>
                </a:solidFill>
                <a:latin typeface="Calibri" pitchFamily="34" charset="0"/>
                <a:ea typeface="Calibri" pitchFamily="34" charset="-122"/>
                <a:cs typeface="Calibri" pitchFamily="34" charset="-120"/>
              </a:rPr>
              <a:t>  / fraction</a:t>
            </a:r>
            <a:endParaRPr lang="en-US" sz="1330" dirty="0"/>
          </a:p>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rsrp_in_absorbed_area: {mean, p10, p50}</a:t>
            </a:r>
            <a:endParaRPr lang="en-US" sz="1330" dirty="0"/>
          </a:p>
        </p:txBody>
      </p:sp>
      <p:sp>
        <p:nvSpPr>
          <p:cNvPr id="28" name="Shape 26"/>
          <p:cNvSpPr/>
          <p:nvPr/>
        </p:nvSpPr>
        <p:spPr>
          <a:xfrm>
            <a:off x="6490513" y="6124485"/>
            <a:ext cx="6067958" cy="1152144"/>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29" name="Shape 27"/>
          <p:cNvSpPr/>
          <p:nvPr/>
        </p:nvSpPr>
        <p:spPr>
          <a:xfrm>
            <a:off x="6490513" y="6124485"/>
            <a:ext cx="6067958" cy="460858"/>
          </a:xfrm>
          <a:prstGeom prst="rect">
            <a:avLst/>
          </a:prstGeom>
          <a:solidFill>
            <a:srgbClr val="8B6014"/>
          </a:solidFill>
          <a:ln/>
        </p:spPr>
        <p:txBody>
          <a:bodyPr/>
          <a:lstStyle/>
          <a:p>
            <a:endParaRPr lang="en-US" sz="2519"/>
          </a:p>
        </p:txBody>
      </p:sp>
      <p:sp>
        <p:nvSpPr>
          <p:cNvPr id="30" name="Text 28"/>
          <p:cNvSpPr/>
          <p:nvPr/>
        </p:nvSpPr>
        <p:spPr>
          <a:xfrm>
            <a:off x="6669735" y="6188493"/>
            <a:ext cx="5709514" cy="332842"/>
          </a:xfrm>
          <a:prstGeom prst="rect">
            <a:avLst/>
          </a:prstGeom>
          <a:noFill/>
          <a:ln/>
        </p:spPr>
        <p:txBody>
          <a:bodyPr wrap="square" lIns="0" tIns="0" rIns="0" bIns="0" rtlCol="0" anchor="ctr"/>
          <a:lstStyle/>
          <a:p>
            <a:r>
              <a:rPr lang="en-US" sz="1540" b="1" dirty="0">
                <a:solidFill>
                  <a:srgbClr val="FFFFFF"/>
                </a:solidFill>
                <a:latin typeface="Calibri" pitchFamily="34" charset="0"/>
                <a:ea typeface="Calibri" pitchFamily="34" charset="-122"/>
                <a:cs typeface="Calibri" pitchFamily="34" charset="-120"/>
              </a:rPr>
              <a:t>Geographic Overlay (OSM)</a:t>
            </a:r>
            <a:endParaRPr lang="en-US" sz="1540" dirty="0"/>
          </a:p>
        </p:txBody>
      </p:sp>
      <p:sp>
        <p:nvSpPr>
          <p:cNvPr id="31" name="Text 29"/>
          <p:cNvSpPr/>
          <p:nvPr/>
        </p:nvSpPr>
        <p:spPr>
          <a:xfrm>
            <a:off x="6541719" y="6480977"/>
            <a:ext cx="5709514" cy="921715"/>
          </a:xfrm>
          <a:prstGeom prst="rect">
            <a:avLst/>
          </a:prstGeom>
          <a:noFill/>
          <a:ln/>
        </p:spPr>
        <p:txBody>
          <a:bodyPr wrap="square" rtlCol="0" anchor="ctr"/>
          <a:lstStyle/>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get_area_profile at centroid: hospitals, schools, railway, major roads</a:t>
            </a:r>
            <a:endParaRPr lang="en-US" sz="1330" dirty="0"/>
          </a:p>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coverage_hole_coords for spatial overlap check</a:t>
            </a:r>
            <a:endParaRPr lang="en-US" sz="1330" dirty="0"/>
          </a:p>
        </p:txBody>
      </p:sp>
      <p:sp>
        <p:nvSpPr>
          <p:cNvPr id="32" name="Shape 30"/>
          <p:cNvSpPr/>
          <p:nvPr/>
        </p:nvSpPr>
        <p:spPr>
          <a:xfrm>
            <a:off x="217729" y="7768742"/>
            <a:ext cx="12340742" cy="460858"/>
          </a:xfrm>
          <a:prstGeom prst="rect">
            <a:avLst/>
          </a:prstGeom>
          <a:solidFill>
            <a:srgbClr val="1D6272"/>
          </a:solidFill>
          <a:ln/>
        </p:spPr>
        <p:txBody>
          <a:bodyPr/>
          <a:lstStyle/>
          <a:p>
            <a:endParaRPr lang="en-US" sz="2519"/>
          </a:p>
        </p:txBody>
      </p:sp>
      <p:sp>
        <p:nvSpPr>
          <p:cNvPr id="33" name="Text 31"/>
          <p:cNvSpPr/>
          <p:nvPr/>
        </p:nvSpPr>
        <p:spPr>
          <a:xfrm>
            <a:off x="396951" y="7819949"/>
            <a:ext cx="11982298" cy="358445"/>
          </a:xfrm>
          <a:prstGeom prst="rect">
            <a:avLst/>
          </a:prstGeom>
          <a:noFill/>
          <a:ln/>
        </p:spPr>
        <p:txBody>
          <a:bodyPr wrap="square" lIns="0" tIns="0" rIns="0" bIns="0" rtlCol="0" anchor="ctr"/>
          <a:lstStyle/>
          <a:p>
            <a:r>
              <a:rPr lang="en-US" sz="1260" b="1" dirty="0">
                <a:solidFill>
                  <a:srgbClr val="A8D4DF"/>
                </a:solidFill>
                <a:latin typeface="Calibri" pitchFamily="34" charset="0"/>
                <a:ea typeface="Calibri" pitchFamily="34" charset="-122"/>
                <a:cs typeface="Calibri" pitchFamily="34" charset="-120"/>
              </a:rPr>
              <a:t>Maps generated: </a:t>
            </a:r>
            <a:r>
              <a:rPr lang="en-US" sz="1260" dirty="0">
                <a:solidFill>
                  <a:srgbClr val="FFFFFF"/>
                </a:solidFill>
                <a:latin typeface="Calibri" pitchFamily="34" charset="0"/>
                <a:ea typeface="Calibri" pitchFamily="34" charset="-122"/>
                <a:cs typeface="Calibri" pitchFamily="34" charset="-120"/>
              </a:rPr>
              <a:t>RSRP drop  ·  SINR drop  ·  Throughput drop  ·  Before/After dominant site  ·  Coverage map + facilities overlay  ·  Land use map</a:t>
            </a:r>
            <a:endParaRPr lang="en-US" sz="1260" dirty="0"/>
          </a:p>
        </p:txBody>
      </p:sp>
      <p:sp>
        <p:nvSpPr>
          <p:cNvPr id="34" name="TextBox 33">
            <a:extLst>
              <a:ext uri="{FF2B5EF4-FFF2-40B4-BE49-F238E27FC236}">
                <a16:creationId xmlns:a16="http://schemas.microsoft.com/office/drawing/2014/main" id="{1059CDEE-7A7A-E53B-EC26-400841E2F459}"/>
              </a:ext>
            </a:extLst>
          </p:cNvPr>
          <p:cNvSpPr txBox="1"/>
          <p:nvPr/>
        </p:nvSpPr>
        <p:spPr>
          <a:xfrm>
            <a:off x="320142" y="1104900"/>
            <a:ext cx="11879885" cy="1199816"/>
          </a:xfrm>
          <a:prstGeom prst="rect">
            <a:avLst/>
          </a:prstGeom>
          <a:noFill/>
        </p:spPr>
        <p:txBody>
          <a:bodyPr wrap="square" rtlCol="0">
            <a:spAutoFit/>
          </a:bodyPr>
          <a:lstStyle/>
          <a:p>
            <a:r>
              <a:rPr lang="en-US" b="1" dirty="0"/>
              <a:t>How many users lost signal?</a:t>
            </a:r>
            <a:r>
              <a:rPr lang="en-US" dirty="0"/>
              <a:t> → coverage hole fraction</a:t>
            </a:r>
          </a:p>
          <a:p>
            <a:r>
              <a:rPr lang="en-US" b="1" dirty="0"/>
              <a:t>How much signal quality was lost?</a:t>
            </a:r>
            <a:r>
              <a:rPr lang="en-US" dirty="0"/>
              <a:t> → RSRP/SINR/throughput drop statistics</a:t>
            </a:r>
          </a:p>
          <a:p>
            <a:r>
              <a:rPr lang="en-US" b="1" dirty="0"/>
              <a:t>Is there a substitute signal?</a:t>
            </a:r>
            <a:r>
              <a:rPr lang="en-US" dirty="0"/>
              <a:t> → per-backup absorption fraction and RSRP in absorbed zone</a:t>
            </a:r>
          </a:p>
          <a:p>
            <a:r>
              <a:rPr lang="en-US" b="1" dirty="0"/>
              <a:t>Where did the impact fall?</a:t>
            </a:r>
            <a:r>
              <a:rPr lang="en-US" dirty="0"/>
              <a:t> → geographic intersection of coverage</a:t>
            </a:r>
            <a:r>
              <a:rPr lang="zh-CN" altLang="en-US" dirty="0"/>
              <a:t> </a:t>
            </a:r>
            <a:r>
              <a:rPr lang="en-US" altLang="zh-CN" dirty="0"/>
              <a:t>maps and real map</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24852"/>
            <a:ext cx="12801600" cy="921715"/>
          </a:xfrm>
          <a:prstGeom prst="rect">
            <a:avLst/>
          </a:prstGeom>
          <a:solidFill>
            <a:srgbClr val="1D6272"/>
          </a:solidFill>
          <a:ln/>
        </p:spPr>
        <p:txBody>
          <a:bodyPr/>
          <a:lstStyle/>
          <a:p>
            <a:endParaRPr lang="en-US" sz="2519"/>
          </a:p>
        </p:txBody>
      </p:sp>
      <p:sp>
        <p:nvSpPr>
          <p:cNvPr id="3" name="Text 1"/>
          <p:cNvSpPr/>
          <p:nvPr/>
        </p:nvSpPr>
        <p:spPr>
          <a:xfrm>
            <a:off x="384048" y="152868"/>
            <a:ext cx="12033504" cy="665683"/>
          </a:xfrm>
          <a:prstGeom prst="rect">
            <a:avLst/>
          </a:prstGeom>
          <a:noFill/>
          <a:ln/>
        </p:spPr>
        <p:txBody>
          <a:bodyPr wrap="square" lIns="0" tIns="0" rIns="0" bIns="0" rtlCol="0" anchor="ctr"/>
          <a:lstStyle/>
          <a:p>
            <a:r>
              <a:rPr lang="en-US" sz="3080" b="1" dirty="0">
                <a:solidFill>
                  <a:srgbClr val="FFFFFF"/>
                </a:solidFill>
                <a:latin typeface="Calibri" pitchFamily="34" charset="0"/>
                <a:ea typeface="Calibri" pitchFamily="34" charset="-122"/>
                <a:cs typeface="Calibri" pitchFamily="34" charset="-120"/>
              </a:rPr>
              <a:t>Attribute Preprocessing  (Rule-Based, No agent)</a:t>
            </a:r>
            <a:endParaRPr lang="en-US" sz="3080" dirty="0"/>
          </a:p>
        </p:txBody>
      </p:sp>
      <p:sp>
        <p:nvSpPr>
          <p:cNvPr id="4" name="Shape 2"/>
          <p:cNvSpPr/>
          <p:nvPr/>
        </p:nvSpPr>
        <p:spPr>
          <a:xfrm>
            <a:off x="230429" y="1589685"/>
            <a:ext cx="6016752" cy="2073859"/>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5" name="Shape 3"/>
          <p:cNvSpPr/>
          <p:nvPr/>
        </p:nvSpPr>
        <p:spPr>
          <a:xfrm>
            <a:off x="230429" y="1589684"/>
            <a:ext cx="6016752" cy="460858"/>
          </a:xfrm>
          <a:prstGeom prst="rect">
            <a:avLst/>
          </a:prstGeom>
          <a:solidFill>
            <a:srgbClr val="2D2D2D"/>
          </a:solidFill>
          <a:ln/>
        </p:spPr>
        <p:txBody>
          <a:bodyPr/>
          <a:lstStyle/>
          <a:p>
            <a:endParaRPr lang="en-US" sz="2519"/>
          </a:p>
        </p:txBody>
      </p:sp>
      <p:sp>
        <p:nvSpPr>
          <p:cNvPr id="6" name="Text 4"/>
          <p:cNvSpPr/>
          <p:nvPr/>
        </p:nvSpPr>
        <p:spPr>
          <a:xfrm>
            <a:off x="409651" y="1653692"/>
            <a:ext cx="5658307" cy="332842"/>
          </a:xfrm>
          <a:prstGeom prst="rect">
            <a:avLst/>
          </a:prstGeom>
          <a:noFill/>
          <a:ln/>
        </p:spPr>
        <p:txBody>
          <a:bodyPr wrap="square" lIns="0" tIns="0" rIns="0" bIns="0" rtlCol="0" anchor="ctr"/>
          <a:lstStyle/>
          <a:p>
            <a:r>
              <a:rPr lang="en-US" sz="1540" b="1" dirty="0">
                <a:solidFill>
                  <a:srgbClr val="FFFFFF"/>
                </a:solidFill>
                <a:latin typeface="Calibri" pitchFamily="34" charset="0"/>
                <a:ea typeface="Calibri" pitchFamily="34" charset="-122"/>
                <a:cs typeface="Calibri" pitchFamily="34" charset="-120"/>
              </a:rPr>
              <a:t>Target Site (r0) Characteristics</a:t>
            </a:r>
            <a:endParaRPr lang="en-US" sz="1540" dirty="0"/>
          </a:p>
        </p:txBody>
      </p:sp>
      <p:sp>
        <p:nvSpPr>
          <p:cNvPr id="7" name="Text 5"/>
          <p:cNvSpPr/>
          <p:nvPr/>
        </p:nvSpPr>
        <p:spPr>
          <a:xfrm>
            <a:off x="409651" y="2101748"/>
            <a:ext cx="5658307" cy="332842"/>
          </a:xfrm>
          <a:prstGeom prst="rect">
            <a:avLst/>
          </a:prstGeom>
          <a:noFill/>
          <a:ln/>
        </p:spPr>
        <p:txBody>
          <a:bodyPr wrap="square" lIns="0" tIns="0" rIns="0" bIns="0" rtlCol="0" anchor="ctr"/>
          <a:lstStyle/>
          <a:p>
            <a:r>
              <a:rPr lang="en-US" sz="1330" i="1" dirty="0">
                <a:solidFill>
                  <a:srgbClr val="555555"/>
                </a:solidFill>
                <a:latin typeface="Calibri" pitchFamily="34" charset="0"/>
                <a:ea typeface="Calibri" pitchFamily="34" charset="-122"/>
                <a:cs typeface="Calibri" pitchFamily="34" charset="-120"/>
              </a:rPr>
              <a:t>Describes what was lost when r0 went down</a:t>
            </a:r>
            <a:endParaRPr lang="en-US" sz="1330" dirty="0"/>
          </a:p>
        </p:txBody>
      </p:sp>
      <p:sp>
        <p:nvSpPr>
          <p:cNvPr id="8" name="Shape 6"/>
          <p:cNvSpPr/>
          <p:nvPr/>
        </p:nvSpPr>
        <p:spPr>
          <a:xfrm>
            <a:off x="358445" y="2434590"/>
            <a:ext cx="5760720" cy="486461"/>
          </a:xfrm>
          <a:prstGeom prst="rect">
            <a:avLst/>
          </a:prstGeom>
          <a:solidFill>
            <a:srgbClr val="F2F2F2"/>
          </a:solidFill>
          <a:ln w="3810">
            <a:solidFill>
              <a:srgbClr val="D8E4EF"/>
            </a:solidFill>
            <a:prstDash val="solid"/>
          </a:ln>
        </p:spPr>
        <p:txBody>
          <a:bodyPr/>
          <a:lstStyle/>
          <a:p>
            <a:endParaRPr lang="en-US" sz="2519"/>
          </a:p>
        </p:txBody>
      </p:sp>
      <p:sp>
        <p:nvSpPr>
          <p:cNvPr id="9" name="Text 7"/>
          <p:cNvSpPr/>
          <p:nvPr/>
        </p:nvSpPr>
        <p:spPr>
          <a:xfrm>
            <a:off x="537667" y="2511399"/>
            <a:ext cx="5402275" cy="332842"/>
          </a:xfrm>
          <a:prstGeom prst="rect">
            <a:avLst/>
          </a:prstGeom>
          <a:noFill/>
          <a:ln/>
        </p:spPr>
        <p:txBody>
          <a:bodyPr wrap="square" lIns="0" tIns="0" rIns="0" bIns="0" rtlCol="0" anchor="ctr"/>
          <a:lstStyle/>
          <a:p>
            <a:r>
              <a:rPr lang="en-US" sz="1260" b="1" dirty="0">
                <a:solidFill>
                  <a:srgbClr val="2D2D2D"/>
                </a:solidFill>
                <a:latin typeface="Calibri" pitchFamily="34" charset="0"/>
                <a:ea typeface="Calibri" pitchFamily="34" charset="-122"/>
                <a:cs typeface="Calibri" pitchFamily="34" charset="-120"/>
              </a:rPr>
              <a:t>4G / 5G cell count  </a:t>
            </a:r>
            <a:r>
              <a:rPr lang="en-US" sz="1260" dirty="0">
                <a:solidFill>
                  <a:srgbClr val="1A1A2E"/>
                </a:solidFill>
                <a:latin typeface="Calibri" pitchFamily="34" charset="0"/>
                <a:ea typeface="Calibri" pitchFamily="34" charset="-122"/>
                <a:cs typeface="Calibri" pitchFamily="34" charset="-120"/>
              </a:rPr>
              <a:t>raw counts from attribute CSV</a:t>
            </a:r>
            <a:endParaRPr lang="en-US" sz="1260" dirty="0"/>
          </a:p>
        </p:txBody>
      </p:sp>
      <p:sp>
        <p:nvSpPr>
          <p:cNvPr id="10" name="Shape 8"/>
          <p:cNvSpPr/>
          <p:nvPr/>
        </p:nvSpPr>
        <p:spPr>
          <a:xfrm>
            <a:off x="358445" y="2793035"/>
            <a:ext cx="5760720" cy="486461"/>
          </a:xfrm>
          <a:prstGeom prst="rect">
            <a:avLst/>
          </a:prstGeom>
          <a:solidFill>
            <a:srgbClr val="FFFFFF"/>
          </a:solidFill>
          <a:ln w="3810">
            <a:solidFill>
              <a:srgbClr val="D8E4EF"/>
            </a:solidFill>
            <a:prstDash val="solid"/>
          </a:ln>
        </p:spPr>
        <p:txBody>
          <a:bodyPr/>
          <a:lstStyle/>
          <a:p>
            <a:endParaRPr lang="en-US" sz="2519"/>
          </a:p>
        </p:txBody>
      </p:sp>
      <p:sp>
        <p:nvSpPr>
          <p:cNvPr id="11" name="Text 9"/>
          <p:cNvSpPr/>
          <p:nvPr/>
        </p:nvSpPr>
        <p:spPr>
          <a:xfrm>
            <a:off x="537667" y="2869844"/>
            <a:ext cx="5402275" cy="332842"/>
          </a:xfrm>
          <a:prstGeom prst="rect">
            <a:avLst/>
          </a:prstGeom>
          <a:noFill/>
          <a:ln/>
        </p:spPr>
        <p:txBody>
          <a:bodyPr wrap="square" lIns="0" tIns="0" rIns="0" bIns="0" rtlCol="0" anchor="ctr"/>
          <a:lstStyle/>
          <a:p>
            <a:r>
              <a:rPr lang="en-US" sz="1260" b="1" dirty="0">
                <a:solidFill>
                  <a:srgbClr val="2D2D2D"/>
                </a:solidFill>
                <a:latin typeface="Calibri" pitchFamily="34" charset="0"/>
                <a:ea typeface="Calibri" pitchFamily="34" charset="-122"/>
                <a:cs typeface="Calibri" pitchFamily="34" charset="-120"/>
              </a:rPr>
              <a:t>Active bands  </a:t>
            </a:r>
            <a:r>
              <a:rPr lang="en-US" sz="1260" dirty="0">
                <a:solidFill>
                  <a:srgbClr val="1A1A2E"/>
                </a:solidFill>
                <a:latin typeface="Calibri" pitchFamily="34" charset="0"/>
                <a:ea typeface="Calibri" pitchFamily="34" charset="-122"/>
                <a:cs typeface="Calibri" pitchFamily="34" charset="-120"/>
              </a:rPr>
              <a:t>Band_700, Band_1800, Band_2600, Band_3500</a:t>
            </a:r>
            <a:endParaRPr lang="en-US" sz="1260" dirty="0"/>
          </a:p>
        </p:txBody>
      </p:sp>
      <p:sp>
        <p:nvSpPr>
          <p:cNvPr id="12" name="Shape 10"/>
          <p:cNvSpPr/>
          <p:nvPr/>
        </p:nvSpPr>
        <p:spPr>
          <a:xfrm>
            <a:off x="358445" y="3151480"/>
            <a:ext cx="5760720" cy="486461"/>
          </a:xfrm>
          <a:prstGeom prst="rect">
            <a:avLst/>
          </a:prstGeom>
          <a:solidFill>
            <a:srgbClr val="F2F2F2"/>
          </a:solidFill>
          <a:ln w="3810">
            <a:solidFill>
              <a:srgbClr val="D8E4EF"/>
            </a:solidFill>
            <a:prstDash val="solid"/>
          </a:ln>
        </p:spPr>
        <p:txBody>
          <a:bodyPr/>
          <a:lstStyle/>
          <a:p>
            <a:endParaRPr lang="en-US" sz="2519"/>
          </a:p>
        </p:txBody>
      </p:sp>
      <p:sp>
        <p:nvSpPr>
          <p:cNvPr id="13" name="Text 11"/>
          <p:cNvSpPr/>
          <p:nvPr/>
        </p:nvSpPr>
        <p:spPr>
          <a:xfrm>
            <a:off x="537667" y="3228289"/>
            <a:ext cx="5402275" cy="332842"/>
          </a:xfrm>
          <a:prstGeom prst="rect">
            <a:avLst/>
          </a:prstGeom>
          <a:noFill/>
          <a:ln/>
        </p:spPr>
        <p:txBody>
          <a:bodyPr wrap="square" lIns="0" tIns="0" rIns="0" bIns="0" rtlCol="0" anchor="ctr"/>
          <a:lstStyle/>
          <a:p>
            <a:r>
              <a:rPr lang="en-US" sz="1260" b="1" dirty="0">
                <a:solidFill>
                  <a:srgbClr val="2D2D2D"/>
                </a:solidFill>
                <a:latin typeface="Calibri" pitchFamily="34" charset="0"/>
                <a:ea typeface="Calibri" pitchFamily="34" charset="-122"/>
                <a:cs typeface="Calibri" pitchFamily="34" charset="-120"/>
              </a:rPr>
              <a:t>Tower height + type</a:t>
            </a:r>
            <a:endParaRPr lang="en-US" sz="1260" dirty="0"/>
          </a:p>
        </p:txBody>
      </p:sp>
      <p:sp>
        <p:nvSpPr>
          <p:cNvPr id="30" name="Shape 28"/>
          <p:cNvSpPr/>
          <p:nvPr/>
        </p:nvSpPr>
        <p:spPr>
          <a:xfrm>
            <a:off x="6554421" y="1704898"/>
            <a:ext cx="6067958" cy="1664208"/>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31" name="Shape 29"/>
          <p:cNvSpPr/>
          <p:nvPr/>
        </p:nvSpPr>
        <p:spPr>
          <a:xfrm>
            <a:off x="6554421" y="1704898"/>
            <a:ext cx="6067958" cy="460858"/>
          </a:xfrm>
          <a:prstGeom prst="rect">
            <a:avLst/>
          </a:prstGeom>
          <a:solidFill>
            <a:srgbClr val="6B3FA0"/>
          </a:solidFill>
          <a:ln/>
        </p:spPr>
        <p:txBody>
          <a:bodyPr/>
          <a:lstStyle/>
          <a:p>
            <a:endParaRPr lang="en-US" sz="2519"/>
          </a:p>
        </p:txBody>
      </p:sp>
      <p:sp>
        <p:nvSpPr>
          <p:cNvPr id="32" name="Text 30"/>
          <p:cNvSpPr/>
          <p:nvPr/>
        </p:nvSpPr>
        <p:spPr>
          <a:xfrm>
            <a:off x="6733643" y="1768906"/>
            <a:ext cx="5709514" cy="332842"/>
          </a:xfrm>
          <a:prstGeom prst="rect">
            <a:avLst/>
          </a:prstGeom>
          <a:noFill/>
          <a:ln/>
        </p:spPr>
        <p:txBody>
          <a:bodyPr wrap="square" lIns="0" tIns="0" rIns="0" bIns="0" rtlCol="0" anchor="ctr"/>
          <a:lstStyle/>
          <a:p>
            <a:r>
              <a:rPr lang="en-US" sz="1540" b="1" dirty="0">
                <a:solidFill>
                  <a:srgbClr val="FFFFFF"/>
                </a:solidFill>
                <a:latin typeface="Calibri" pitchFamily="34" charset="0"/>
                <a:ea typeface="Calibri" pitchFamily="34" charset="-122"/>
                <a:cs typeface="Calibri" pitchFamily="34" charset="-120"/>
              </a:rPr>
              <a:t>Technology Downgrade Risk</a:t>
            </a:r>
            <a:endParaRPr lang="en-US" sz="1540" dirty="0"/>
          </a:p>
        </p:txBody>
      </p:sp>
      <p:sp>
        <p:nvSpPr>
          <p:cNvPr id="33" name="Text 31"/>
          <p:cNvSpPr/>
          <p:nvPr/>
        </p:nvSpPr>
        <p:spPr>
          <a:xfrm>
            <a:off x="6733643" y="2216962"/>
            <a:ext cx="5709514" cy="332842"/>
          </a:xfrm>
          <a:prstGeom prst="rect">
            <a:avLst/>
          </a:prstGeom>
          <a:noFill/>
          <a:ln/>
        </p:spPr>
        <p:txBody>
          <a:bodyPr wrap="square" lIns="0" tIns="0" rIns="0" bIns="0" rtlCol="0" anchor="ctr"/>
          <a:lstStyle/>
          <a:p>
            <a:r>
              <a:rPr lang="en-US" sz="1330" i="1" dirty="0">
                <a:solidFill>
                  <a:srgbClr val="6B3FA0"/>
                </a:solidFill>
                <a:latin typeface="Calibri" pitchFamily="34" charset="0"/>
                <a:ea typeface="Calibri" pitchFamily="34" charset="-122"/>
                <a:cs typeface="Calibri" pitchFamily="34" charset="-120"/>
              </a:rPr>
              <a:t>Users may lose 5G → 4G service during the outage</a:t>
            </a:r>
            <a:endParaRPr lang="en-US" sz="1330" dirty="0"/>
          </a:p>
        </p:txBody>
      </p:sp>
      <p:sp>
        <p:nvSpPr>
          <p:cNvPr id="34" name="Text 32"/>
          <p:cNvSpPr/>
          <p:nvPr/>
        </p:nvSpPr>
        <p:spPr>
          <a:xfrm>
            <a:off x="6733643" y="2396185"/>
            <a:ext cx="5709514" cy="1049731"/>
          </a:xfrm>
          <a:prstGeom prst="rect">
            <a:avLst/>
          </a:prstGeom>
          <a:noFill/>
          <a:ln/>
        </p:spPr>
        <p:txBody>
          <a:bodyPr wrap="square" rtlCol="0" anchor="ctr"/>
          <a:lstStyle/>
          <a:p>
            <a:pPr marL="480060" indent="-480060">
              <a:buSzPct val="100000"/>
              <a:buChar char="•"/>
            </a:pPr>
            <a:r>
              <a:rPr lang="en-US" sz="1330" b="1" dirty="0">
                <a:solidFill>
                  <a:srgbClr val="1A1A2E"/>
                </a:solidFill>
                <a:latin typeface="Calibri" pitchFamily="34" charset="0"/>
                <a:ea typeface="Calibri" pitchFamily="34" charset="-122"/>
                <a:cs typeface="Calibri" pitchFamily="34" charset="-120"/>
              </a:rPr>
              <a:t>technology_downgrade (per backup):</a:t>
            </a:r>
            <a:endParaRPr lang="en-US" sz="1330" dirty="0"/>
          </a:p>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  True if r0 has 5G cells AND backup has 0 5G cells</a:t>
            </a:r>
            <a:endParaRPr lang="en-US" sz="1330" dirty="0"/>
          </a:p>
          <a:p>
            <a:pPr marL="480060" indent="-480060">
              <a:buSzPct val="100000"/>
              <a:buChar char="•"/>
            </a:pPr>
            <a:r>
              <a:rPr lang="en-US" sz="1330" b="1" dirty="0">
                <a:solidFill>
                  <a:srgbClr val="1A1A2E"/>
                </a:solidFill>
                <a:latin typeface="Calibri" pitchFamily="34" charset="0"/>
                <a:ea typeface="Calibri" pitchFamily="34" charset="-122"/>
                <a:cs typeface="Calibri" pitchFamily="34" charset="-120"/>
              </a:rPr>
              <a:t>tech_downgrade_affected_fraction (overall):</a:t>
            </a:r>
            <a:endParaRPr lang="en-US" sz="1330" dirty="0"/>
          </a:p>
          <a:p>
            <a:pPr marL="480060" indent="-480060">
              <a:buSzPct val="100000"/>
              <a:buChar char="•"/>
            </a:pPr>
            <a:r>
              <a:rPr lang="en-US" sz="1330" dirty="0">
                <a:solidFill>
                  <a:srgbClr val="1A1A2E"/>
                </a:solidFill>
                <a:latin typeface="Calibri" pitchFamily="34" charset="0"/>
                <a:ea typeface="Calibri" pitchFamily="34" charset="-122"/>
                <a:cs typeface="Calibri" pitchFamily="34" charset="-120"/>
              </a:rPr>
              <a:t>  Weighted by newly_absorbed_fraction across all backups</a:t>
            </a:r>
            <a:endParaRPr lang="en-US" sz="133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921715"/>
          </a:xfrm>
          <a:prstGeom prst="rect">
            <a:avLst/>
          </a:prstGeom>
          <a:solidFill>
            <a:srgbClr val="1D6272"/>
          </a:solidFill>
          <a:ln/>
        </p:spPr>
        <p:txBody>
          <a:bodyPr/>
          <a:lstStyle/>
          <a:p>
            <a:endParaRPr lang="en-US" sz="2519"/>
          </a:p>
        </p:txBody>
      </p:sp>
      <p:sp>
        <p:nvSpPr>
          <p:cNvPr id="3" name="Text 1"/>
          <p:cNvSpPr/>
          <p:nvPr/>
        </p:nvSpPr>
        <p:spPr>
          <a:xfrm>
            <a:off x="384048" y="642366"/>
            <a:ext cx="12033504" cy="665683"/>
          </a:xfrm>
          <a:prstGeom prst="rect">
            <a:avLst/>
          </a:prstGeom>
          <a:noFill/>
          <a:ln/>
        </p:spPr>
        <p:txBody>
          <a:bodyPr wrap="square" lIns="0" tIns="0" rIns="0" bIns="0" rtlCol="0" anchor="ctr"/>
          <a:lstStyle/>
          <a:p>
            <a:r>
              <a:rPr lang="en-US" sz="3080" b="1" dirty="0">
                <a:solidFill>
                  <a:srgbClr val="FFFFFF"/>
                </a:solidFill>
                <a:latin typeface="Calibri" pitchFamily="34" charset="0"/>
                <a:ea typeface="Calibri" pitchFamily="34" charset="-122"/>
                <a:cs typeface="Calibri" pitchFamily="34" charset="-120"/>
              </a:rPr>
              <a:t>Final Assessment Agent  (LLM — Cross-Dimensional analysis)</a:t>
            </a:r>
            <a:endParaRPr lang="en-US" sz="3080" dirty="0"/>
          </a:p>
        </p:txBody>
      </p:sp>
      <p:sp>
        <p:nvSpPr>
          <p:cNvPr id="6" name="Shape 4"/>
          <p:cNvSpPr/>
          <p:nvPr/>
        </p:nvSpPr>
        <p:spPr>
          <a:xfrm>
            <a:off x="230429" y="2306574"/>
            <a:ext cx="3840480" cy="4403750"/>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7" name="Shape 5"/>
          <p:cNvSpPr/>
          <p:nvPr/>
        </p:nvSpPr>
        <p:spPr>
          <a:xfrm>
            <a:off x="230429" y="2306574"/>
            <a:ext cx="3840480" cy="460858"/>
          </a:xfrm>
          <a:prstGeom prst="rect">
            <a:avLst/>
          </a:prstGeom>
          <a:solidFill>
            <a:srgbClr val="1B7A72"/>
          </a:solidFill>
          <a:ln/>
        </p:spPr>
        <p:txBody>
          <a:bodyPr/>
          <a:lstStyle/>
          <a:p>
            <a:endParaRPr lang="en-US" sz="2519"/>
          </a:p>
        </p:txBody>
      </p:sp>
      <p:sp>
        <p:nvSpPr>
          <p:cNvPr id="8" name="Text 6"/>
          <p:cNvSpPr/>
          <p:nvPr/>
        </p:nvSpPr>
        <p:spPr>
          <a:xfrm>
            <a:off x="409651" y="2370582"/>
            <a:ext cx="3482035" cy="332842"/>
          </a:xfrm>
          <a:prstGeom prst="rect">
            <a:avLst/>
          </a:prstGeom>
          <a:noFill/>
          <a:ln/>
        </p:spPr>
        <p:txBody>
          <a:bodyPr wrap="square" lIns="0" tIns="0" rIns="0" bIns="0" rtlCol="0" anchor="ctr"/>
          <a:lstStyle/>
          <a:p>
            <a:r>
              <a:rPr lang="en-US" sz="1540" b="1" dirty="0">
                <a:solidFill>
                  <a:srgbClr val="FFFFFF"/>
                </a:solidFill>
                <a:latin typeface="Calibri" pitchFamily="34" charset="0"/>
                <a:ea typeface="Calibri" pitchFamily="34" charset="-122"/>
                <a:cs typeface="Calibri" pitchFamily="34" charset="-120"/>
              </a:rPr>
              <a:t>Input</a:t>
            </a:r>
            <a:endParaRPr lang="en-US" sz="1540" dirty="0"/>
          </a:p>
        </p:txBody>
      </p:sp>
      <p:sp>
        <p:nvSpPr>
          <p:cNvPr id="10" name="Shape 8"/>
          <p:cNvSpPr/>
          <p:nvPr/>
        </p:nvSpPr>
        <p:spPr>
          <a:xfrm>
            <a:off x="358445" y="3151480"/>
            <a:ext cx="3584448" cy="281635"/>
          </a:xfrm>
          <a:prstGeom prst="rect">
            <a:avLst/>
          </a:prstGeom>
          <a:solidFill>
            <a:srgbClr val="2B5B9E"/>
          </a:solidFill>
          <a:ln w="12700">
            <a:solidFill>
              <a:srgbClr val="2B5B9E"/>
            </a:solidFill>
            <a:prstDash val="solid"/>
          </a:ln>
        </p:spPr>
        <p:txBody>
          <a:bodyPr/>
          <a:lstStyle/>
          <a:p>
            <a:endParaRPr lang="en-US" sz="2519"/>
          </a:p>
        </p:txBody>
      </p:sp>
      <p:sp>
        <p:nvSpPr>
          <p:cNvPr id="11" name="Text 9"/>
          <p:cNvSpPr/>
          <p:nvPr/>
        </p:nvSpPr>
        <p:spPr>
          <a:xfrm>
            <a:off x="512064" y="3177083"/>
            <a:ext cx="3277210" cy="230429"/>
          </a:xfrm>
          <a:prstGeom prst="rect">
            <a:avLst/>
          </a:prstGeom>
          <a:noFill/>
          <a:ln/>
        </p:spPr>
        <p:txBody>
          <a:bodyPr wrap="square" lIns="0" tIns="0" rIns="0" bIns="0" rtlCol="0" anchor="ctr"/>
          <a:lstStyle/>
          <a:p>
            <a:r>
              <a:rPr lang="en-US" sz="1260" b="1" dirty="0">
                <a:solidFill>
                  <a:srgbClr val="FFFFFF"/>
                </a:solidFill>
                <a:latin typeface="Calibri" pitchFamily="34" charset="0"/>
                <a:ea typeface="Calibri" pitchFamily="34" charset="-122"/>
                <a:cs typeface="Calibri" pitchFamily="34" charset="-120"/>
              </a:rPr>
              <a:t>Coverage</a:t>
            </a:r>
            <a:endParaRPr lang="en-US" sz="1260" dirty="0"/>
          </a:p>
        </p:txBody>
      </p:sp>
      <p:sp>
        <p:nvSpPr>
          <p:cNvPr id="12" name="Shape 10"/>
          <p:cNvSpPr/>
          <p:nvPr/>
        </p:nvSpPr>
        <p:spPr>
          <a:xfrm>
            <a:off x="358445" y="3433115"/>
            <a:ext cx="3584448" cy="281635"/>
          </a:xfrm>
          <a:prstGeom prst="rect">
            <a:avLst/>
          </a:prstGeom>
          <a:solidFill>
            <a:srgbClr val="F8FAFF"/>
          </a:solidFill>
          <a:ln w="3810">
            <a:solidFill>
              <a:srgbClr val="E8E8E8"/>
            </a:solidFill>
            <a:prstDash val="solid"/>
          </a:ln>
        </p:spPr>
        <p:txBody>
          <a:bodyPr/>
          <a:lstStyle/>
          <a:p>
            <a:endParaRPr lang="en-US" sz="2519"/>
          </a:p>
        </p:txBody>
      </p:sp>
      <p:sp>
        <p:nvSpPr>
          <p:cNvPr id="13" name="Text 11"/>
          <p:cNvSpPr/>
          <p:nvPr/>
        </p:nvSpPr>
        <p:spPr>
          <a:xfrm>
            <a:off x="460858" y="3458718"/>
            <a:ext cx="3379622" cy="230429"/>
          </a:xfrm>
          <a:prstGeom prst="rect">
            <a:avLst/>
          </a:prstGeom>
          <a:noFill/>
          <a:ln/>
        </p:spPr>
        <p:txBody>
          <a:bodyPr wrap="square" lIns="0" tIns="0" rIns="0" bIns="0" rtlCol="0" anchor="ctr"/>
          <a:lstStyle/>
          <a:p>
            <a:r>
              <a:rPr lang="en-US" sz="1190" dirty="0">
                <a:solidFill>
                  <a:srgbClr val="1A1A2E"/>
                </a:solidFill>
                <a:latin typeface="Calibri" pitchFamily="34" charset="0"/>
                <a:ea typeface="Calibri" pitchFamily="34" charset="-122"/>
                <a:cs typeface="Calibri" pitchFamily="34" charset="-120"/>
              </a:rPr>
              <a:t>  Signal drop stats (RSRP/SINR/RSRQ/TP)</a:t>
            </a:r>
            <a:endParaRPr lang="en-US" sz="1190" dirty="0"/>
          </a:p>
        </p:txBody>
      </p:sp>
      <p:sp>
        <p:nvSpPr>
          <p:cNvPr id="14" name="Shape 12"/>
          <p:cNvSpPr/>
          <p:nvPr/>
        </p:nvSpPr>
        <p:spPr>
          <a:xfrm>
            <a:off x="358445" y="3714750"/>
            <a:ext cx="3584448" cy="281635"/>
          </a:xfrm>
          <a:prstGeom prst="rect">
            <a:avLst/>
          </a:prstGeom>
          <a:solidFill>
            <a:srgbClr val="FFFFFF"/>
          </a:solidFill>
          <a:ln w="3810">
            <a:solidFill>
              <a:srgbClr val="E8E8E8"/>
            </a:solidFill>
            <a:prstDash val="solid"/>
          </a:ln>
        </p:spPr>
        <p:txBody>
          <a:bodyPr/>
          <a:lstStyle/>
          <a:p>
            <a:endParaRPr lang="en-US" sz="2519"/>
          </a:p>
        </p:txBody>
      </p:sp>
      <p:sp>
        <p:nvSpPr>
          <p:cNvPr id="15" name="Text 13"/>
          <p:cNvSpPr/>
          <p:nvPr/>
        </p:nvSpPr>
        <p:spPr>
          <a:xfrm>
            <a:off x="460858" y="3740353"/>
            <a:ext cx="3379622" cy="230429"/>
          </a:xfrm>
          <a:prstGeom prst="rect">
            <a:avLst/>
          </a:prstGeom>
          <a:noFill/>
          <a:ln/>
        </p:spPr>
        <p:txBody>
          <a:bodyPr wrap="square" lIns="0" tIns="0" rIns="0" bIns="0" rtlCol="0" anchor="ctr"/>
          <a:lstStyle/>
          <a:p>
            <a:r>
              <a:rPr lang="en-US" sz="1190" dirty="0">
                <a:solidFill>
                  <a:srgbClr val="1A1A2E"/>
                </a:solidFill>
                <a:latin typeface="Calibri" pitchFamily="34" charset="0"/>
                <a:ea typeface="Calibri" pitchFamily="34" charset="-122"/>
                <a:cs typeface="Calibri" pitchFamily="34" charset="-120"/>
              </a:rPr>
              <a:t>  Coverage hole fraction + coords</a:t>
            </a:r>
            <a:endParaRPr lang="en-US" sz="1190" dirty="0"/>
          </a:p>
        </p:txBody>
      </p:sp>
      <p:sp>
        <p:nvSpPr>
          <p:cNvPr id="16" name="Shape 14"/>
          <p:cNvSpPr/>
          <p:nvPr/>
        </p:nvSpPr>
        <p:spPr>
          <a:xfrm>
            <a:off x="358445" y="3996385"/>
            <a:ext cx="3584448" cy="281635"/>
          </a:xfrm>
          <a:prstGeom prst="rect">
            <a:avLst/>
          </a:prstGeom>
          <a:solidFill>
            <a:srgbClr val="F8FAFF"/>
          </a:solidFill>
          <a:ln w="3810">
            <a:solidFill>
              <a:srgbClr val="E8E8E8"/>
            </a:solidFill>
            <a:prstDash val="solid"/>
          </a:ln>
        </p:spPr>
        <p:txBody>
          <a:bodyPr/>
          <a:lstStyle/>
          <a:p>
            <a:endParaRPr lang="en-US" sz="2519"/>
          </a:p>
        </p:txBody>
      </p:sp>
      <p:sp>
        <p:nvSpPr>
          <p:cNvPr id="17" name="Text 15"/>
          <p:cNvSpPr/>
          <p:nvPr/>
        </p:nvSpPr>
        <p:spPr>
          <a:xfrm>
            <a:off x="460858" y="4021988"/>
            <a:ext cx="3379622" cy="230429"/>
          </a:xfrm>
          <a:prstGeom prst="rect">
            <a:avLst/>
          </a:prstGeom>
          <a:noFill/>
          <a:ln/>
        </p:spPr>
        <p:txBody>
          <a:bodyPr wrap="square" lIns="0" tIns="0" rIns="0" bIns="0" rtlCol="0" anchor="ctr"/>
          <a:lstStyle/>
          <a:p>
            <a:r>
              <a:rPr lang="en-US" sz="1190" dirty="0">
                <a:solidFill>
                  <a:srgbClr val="1A1A2E"/>
                </a:solidFill>
                <a:latin typeface="Calibri" pitchFamily="34" charset="0"/>
                <a:ea typeface="Calibri" pitchFamily="34" charset="-122"/>
                <a:cs typeface="Calibri" pitchFamily="34" charset="-120"/>
              </a:rPr>
              <a:t>  Per-backup absorption fractions</a:t>
            </a:r>
            <a:endParaRPr lang="en-US" sz="1190" dirty="0"/>
          </a:p>
        </p:txBody>
      </p:sp>
      <p:sp>
        <p:nvSpPr>
          <p:cNvPr id="18" name="Shape 16"/>
          <p:cNvSpPr/>
          <p:nvPr/>
        </p:nvSpPr>
        <p:spPr>
          <a:xfrm>
            <a:off x="358445" y="4278021"/>
            <a:ext cx="3584448" cy="281635"/>
          </a:xfrm>
          <a:prstGeom prst="rect">
            <a:avLst/>
          </a:prstGeom>
          <a:solidFill>
            <a:srgbClr val="FFFFFF"/>
          </a:solidFill>
          <a:ln w="3810">
            <a:solidFill>
              <a:srgbClr val="E8E8E8"/>
            </a:solidFill>
            <a:prstDash val="solid"/>
          </a:ln>
        </p:spPr>
        <p:txBody>
          <a:bodyPr/>
          <a:lstStyle/>
          <a:p>
            <a:endParaRPr lang="en-US" sz="2519"/>
          </a:p>
        </p:txBody>
      </p:sp>
      <p:sp>
        <p:nvSpPr>
          <p:cNvPr id="19" name="Text 17"/>
          <p:cNvSpPr/>
          <p:nvPr/>
        </p:nvSpPr>
        <p:spPr>
          <a:xfrm>
            <a:off x="460858" y="4303624"/>
            <a:ext cx="3379622" cy="230429"/>
          </a:xfrm>
          <a:prstGeom prst="rect">
            <a:avLst/>
          </a:prstGeom>
          <a:noFill/>
          <a:ln/>
        </p:spPr>
        <p:txBody>
          <a:bodyPr wrap="square" lIns="0" tIns="0" rIns="0" bIns="0" rtlCol="0" anchor="ctr"/>
          <a:lstStyle/>
          <a:p>
            <a:r>
              <a:rPr lang="en-US" sz="1190" dirty="0">
                <a:solidFill>
                  <a:srgbClr val="1A1A2E"/>
                </a:solidFill>
                <a:latin typeface="Calibri" pitchFamily="34" charset="0"/>
                <a:ea typeface="Calibri" pitchFamily="34" charset="-122"/>
                <a:cs typeface="Calibri" pitchFamily="34" charset="-120"/>
              </a:rPr>
              <a:t>  Sensitive facility overlap + 6 maps</a:t>
            </a:r>
            <a:endParaRPr lang="en-US" sz="1190" dirty="0"/>
          </a:p>
        </p:txBody>
      </p:sp>
      <p:sp>
        <p:nvSpPr>
          <p:cNvPr id="20" name="Shape 18"/>
          <p:cNvSpPr/>
          <p:nvPr/>
        </p:nvSpPr>
        <p:spPr>
          <a:xfrm>
            <a:off x="358445" y="4636465"/>
            <a:ext cx="3584448" cy="281635"/>
          </a:xfrm>
          <a:prstGeom prst="rect">
            <a:avLst/>
          </a:prstGeom>
          <a:solidFill>
            <a:srgbClr val="6B3FA0"/>
          </a:solidFill>
          <a:ln w="12700">
            <a:solidFill>
              <a:srgbClr val="6B3FA0"/>
            </a:solidFill>
            <a:prstDash val="solid"/>
          </a:ln>
        </p:spPr>
        <p:txBody>
          <a:bodyPr/>
          <a:lstStyle/>
          <a:p>
            <a:endParaRPr lang="en-US" sz="2519"/>
          </a:p>
        </p:txBody>
      </p:sp>
      <p:sp>
        <p:nvSpPr>
          <p:cNvPr id="21" name="Text 19"/>
          <p:cNvSpPr/>
          <p:nvPr/>
        </p:nvSpPr>
        <p:spPr>
          <a:xfrm>
            <a:off x="512064" y="4662068"/>
            <a:ext cx="3277210" cy="230429"/>
          </a:xfrm>
          <a:prstGeom prst="rect">
            <a:avLst/>
          </a:prstGeom>
          <a:noFill/>
          <a:ln/>
        </p:spPr>
        <p:txBody>
          <a:bodyPr wrap="square" lIns="0" tIns="0" rIns="0" bIns="0" rtlCol="0" anchor="ctr"/>
          <a:lstStyle/>
          <a:p>
            <a:r>
              <a:rPr lang="en-US" sz="1260" b="1" dirty="0">
                <a:solidFill>
                  <a:srgbClr val="FFFFFF"/>
                </a:solidFill>
                <a:latin typeface="Calibri" pitchFamily="34" charset="0"/>
                <a:ea typeface="Calibri" pitchFamily="34" charset="-122"/>
                <a:cs typeface="Calibri" pitchFamily="34" charset="-120"/>
              </a:rPr>
              <a:t>Attribute</a:t>
            </a:r>
            <a:endParaRPr lang="en-US" sz="1260" dirty="0"/>
          </a:p>
        </p:txBody>
      </p:sp>
      <p:sp>
        <p:nvSpPr>
          <p:cNvPr id="22" name="Shape 20"/>
          <p:cNvSpPr/>
          <p:nvPr/>
        </p:nvSpPr>
        <p:spPr>
          <a:xfrm>
            <a:off x="358445" y="4918101"/>
            <a:ext cx="3584448" cy="281635"/>
          </a:xfrm>
          <a:prstGeom prst="rect">
            <a:avLst/>
          </a:prstGeom>
          <a:solidFill>
            <a:srgbClr val="F8FAFF"/>
          </a:solidFill>
          <a:ln w="3810">
            <a:solidFill>
              <a:srgbClr val="E8E8E8"/>
            </a:solidFill>
            <a:prstDash val="solid"/>
          </a:ln>
        </p:spPr>
        <p:txBody>
          <a:bodyPr/>
          <a:lstStyle/>
          <a:p>
            <a:endParaRPr lang="en-US" sz="2519"/>
          </a:p>
        </p:txBody>
      </p:sp>
      <p:sp>
        <p:nvSpPr>
          <p:cNvPr id="23" name="Text 21"/>
          <p:cNvSpPr/>
          <p:nvPr/>
        </p:nvSpPr>
        <p:spPr>
          <a:xfrm>
            <a:off x="460858" y="4943704"/>
            <a:ext cx="3379622" cy="230429"/>
          </a:xfrm>
          <a:prstGeom prst="rect">
            <a:avLst/>
          </a:prstGeom>
          <a:noFill/>
          <a:ln/>
        </p:spPr>
        <p:txBody>
          <a:bodyPr wrap="square" lIns="0" tIns="0" rIns="0" bIns="0" rtlCol="0" anchor="ctr"/>
          <a:lstStyle/>
          <a:p>
            <a:r>
              <a:rPr lang="en-US" sz="1190" dirty="0">
                <a:solidFill>
                  <a:srgbClr val="1A1A2E"/>
                </a:solidFill>
                <a:latin typeface="Calibri" pitchFamily="34" charset="0"/>
                <a:ea typeface="Calibri" pitchFamily="34" charset="-122"/>
                <a:cs typeface="Calibri" pitchFamily="34" charset="-120"/>
              </a:rPr>
              <a:t>  </a:t>
            </a:r>
            <a:r>
              <a:rPr lang="en-US" altLang="zh-CN" sz="1190" dirty="0">
                <a:solidFill>
                  <a:srgbClr val="1A1A2E"/>
                </a:solidFill>
                <a:latin typeface="Calibri" pitchFamily="34" charset="0"/>
                <a:ea typeface="Calibri" pitchFamily="34" charset="-122"/>
                <a:cs typeface="Calibri" pitchFamily="34" charset="-120"/>
              </a:rPr>
              <a:t>frequency</a:t>
            </a:r>
            <a:r>
              <a:rPr lang="zh-CN" altLang="en-US" sz="1190" dirty="0">
                <a:solidFill>
                  <a:srgbClr val="1A1A2E"/>
                </a:solidFill>
                <a:latin typeface="Calibri" pitchFamily="34" charset="0"/>
                <a:ea typeface="Calibri" pitchFamily="34" charset="-122"/>
                <a:cs typeface="Calibri" pitchFamily="34" charset="-120"/>
              </a:rPr>
              <a:t> </a:t>
            </a:r>
            <a:r>
              <a:rPr lang="en-US" altLang="zh-CN" sz="1190" dirty="0">
                <a:solidFill>
                  <a:srgbClr val="1A1A2E"/>
                </a:solidFill>
                <a:latin typeface="Calibri" pitchFamily="34" charset="0"/>
                <a:ea typeface="Calibri" pitchFamily="34" charset="-122"/>
                <a:cs typeface="Calibri" pitchFamily="34" charset="-120"/>
              </a:rPr>
              <a:t>band</a:t>
            </a:r>
            <a:r>
              <a:rPr lang="zh-CN" altLang="en-US" sz="1190" dirty="0">
                <a:solidFill>
                  <a:srgbClr val="1A1A2E"/>
                </a:solidFill>
                <a:latin typeface="Calibri" pitchFamily="34" charset="0"/>
                <a:ea typeface="Calibri" pitchFamily="34" charset="-122"/>
                <a:cs typeface="Calibri" pitchFamily="34" charset="-120"/>
              </a:rPr>
              <a:t> </a:t>
            </a:r>
            <a:r>
              <a:rPr lang="en-US" altLang="zh-CN" sz="1190" dirty="0">
                <a:solidFill>
                  <a:srgbClr val="1A1A2E"/>
                </a:solidFill>
                <a:latin typeface="Calibri" pitchFamily="34" charset="0"/>
                <a:ea typeface="Calibri" pitchFamily="34" charset="-122"/>
                <a:cs typeface="Calibri" pitchFamily="34" charset="-120"/>
              </a:rPr>
              <a:t>count</a:t>
            </a:r>
            <a:r>
              <a:rPr lang="zh-CN" altLang="en-US" sz="1190" dirty="0">
                <a:solidFill>
                  <a:srgbClr val="1A1A2E"/>
                </a:solidFill>
                <a:latin typeface="Calibri" pitchFamily="34" charset="0"/>
                <a:ea typeface="Calibri" pitchFamily="34" charset="-122"/>
                <a:cs typeface="Calibri" pitchFamily="34" charset="-120"/>
              </a:rPr>
              <a:t> </a:t>
            </a:r>
            <a:r>
              <a:rPr lang="en-US" altLang="zh-CN" sz="1190" dirty="0">
                <a:solidFill>
                  <a:srgbClr val="1A1A2E"/>
                </a:solidFill>
                <a:latin typeface="Calibri" pitchFamily="34" charset="0"/>
                <a:ea typeface="Calibri" pitchFamily="34" charset="-122"/>
                <a:cs typeface="Calibri" pitchFamily="34" charset="-120"/>
              </a:rPr>
              <a:t>and</a:t>
            </a:r>
            <a:r>
              <a:rPr lang="zh-CN" altLang="en-US" sz="1190" dirty="0">
                <a:solidFill>
                  <a:srgbClr val="1A1A2E"/>
                </a:solidFill>
                <a:latin typeface="Calibri" pitchFamily="34" charset="0"/>
                <a:ea typeface="Calibri" pitchFamily="34" charset="-122"/>
                <a:cs typeface="Calibri" pitchFamily="34" charset="-120"/>
              </a:rPr>
              <a:t> </a:t>
            </a:r>
            <a:r>
              <a:rPr lang="en-US" altLang="zh-CN" sz="1190" dirty="0">
                <a:solidFill>
                  <a:srgbClr val="1A1A2E"/>
                </a:solidFill>
                <a:latin typeface="Calibri" pitchFamily="34" charset="0"/>
                <a:ea typeface="Calibri" pitchFamily="34" charset="-122"/>
                <a:cs typeface="Calibri" pitchFamily="34" charset="-120"/>
              </a:rPr>
              <a:t>technology</a:t>
            </a:r>
            <a:r>
              <a:rPr lang="zh-CN" altLang="en-US" sz="1190" dirty="0">
                <a:solidFill>
                  <a:srgbClr val="1A1A2E"/>
                </a:solidFill>
                <a:latin typeface="Calibri" pitchFamily="34" charset="0"/>
                <a:ea typeface="Calibri" pitchFamily="34" charset="-122"/>
                <a:cs typeface="Calibri" pitchFamily="34" charset="-120"/>
              </a:rPr>
              <a:t> </a:t>
            </a:r>
            <a:r>
              <a:rPr lang="en-US" altLang="zh-CN" sz="1190" dirty="0">
                <a:solidFill>
                  <a:srgbClr val="1A1A2E"/>
                </a:solidFill>
                <a:latin typeface="Calibri" pitchFamily="34" charset="0"/>
                <a:ea typeface="Calibri" pitchFamily="34" charset="-122"/>
                <a:cs typeface="Calibri" pitchFamily="34" charset="-120"/>
              </a:rPr>
              <a:t>count</a:t>
            </a:r>
            <a:endParaRPr lang="en-US" sz="1190" dirty="0"/>
          </a:p>
        </p:txBody>
      </p:sp>
      <p:sp>
        <p:nvSpPr>
          <p:cNvPr id="24" name="Shape 22"/>
          <p:cNvSpPr/>
          <p:nvPr/>
        </p:nvSpPr>
        <p:spPr>
          <a:xfrm>
            <a:off x="358445" y="5199736"/>
            <a:ext cx="3584448" cy="281635"/>
          </a:xfrm>
          <a:prstGeom prst="rect">
            <a:avLst/>
          </a:prstGeom>
          <a:solidFill>
            <a:srgbClr val="FFFFFF"/>
          </a:solidFill>
          <a:ln w="3810">
            <a:solidFill>
              <a:srgbClr val="E8E8E8"/>
            </a:solidFill>
            <a:prstDash val="solid"/>
          </a:ln>
        </p:spPr>
        <p:txBody>
          <a:bodyPr/>
          <a:lstStyle/>
          <a:p>
            <a:endParaRPr lang="en-US" sz="2519"/>
          </a:p>
        </p:txBody>
      </p:sp>
      <p:sp>
        <p:nvSpPr>
          <p:cNvPr id="25" name="Text 23"/>
          <p:cNvSpPr/>
          <p:nvPr/>
        </p:nvSpPr>
        <p:spPr>
          <a:xfrm>
            <a:off x="460858" y="5225339"/>
            <a:ext cx="3379622" cy="230429"/>
          </a:xfrm>
          <a:prstGeom prst="rect">
            <a:avLst/>
          </a:prstGeom>
          <a:noFill/>
          <a:ln/>
        </p:spPr>
        <p:txBody>
          <a:bodyPr wrap="square" lIns="0" tIns="0" rIns="0" bIns="0" rtlCol="0" anchor="ctr"/>
          <a:lstStyle/>
          <a:p>
            <a:r>
              <a:rPr lang="en-US" sz="1190" dirty="0">
                <a:solidFill>
                  <a:srgbClr val="1A1A2E"/>
                </a:solidFill>
                <a:latin typeface="Calibri" pitchFamily="34" charset="0"/>
                <a:ea typeface="Calibri" pitchFamily="34" charset="-122"/>
                <a:cs typeface="Calibri" pitchFamily="34" charset="-120"/>
              </a:rPr>
              <a:t>  Tech downgrade fraction</a:t>
            </a:r>
            <a:endParaRPr lang="en-US" sz="1190" dirty="0"/>
          </a:p>
        </p:txBody>
      </p:sp>
      <p:sp>
        <p:nvSpPr>
          <p:cNvPr id="26" name="Shape 24"/>
          <p:cNvSpPr/>
          <p:nvPr/>
        </p:nvSpPr>
        <p:spPr>
          <a:xfrm>
            <a:off x="358445" y="5481371"/>
            <a:ext cx="3584448" cy="281635"/>
          </a:xfrm>
          <a:prstGeom prst="rect">
            <a:avLst/>
          </a:prstGeom>
          <a:solidFill>
            <a:srgbClr val="F8FAFF"/>
          </a:solidFill>
          <a:ln w="3810">
            <a:solidFill>
              <a:srgbClr val="E8E8E8"/>
            </a:solidFill>
            <a:prstDash val="solid"/>
          </a:ln>
        </p:spPr>
        <p:txBody>
          <a:bodyPr/>
          <a:lstStyle/>
          <a:p>
            <a:endParaRPr lang="en-US" sz="2519"/>
          </a:p>
        </p:txBody>
      </p:sp>
      <p:sp>
        <p:nvSpPr>
          <p:cNvPr id="27" name="Text 25"/>
          <p:cNvSpPr/>
          <p:nvPr/>
        </p:nvSpPr>
        <p:spPr>
          <a:xfrm>
            <a:off x="460858" y="5506974"/>
            <a:ext cx="3379622" cy="230429"/>
          </a:xfrm>
          <a:prstGeom prst="rect">
            <a:avLst/>
          </a:prstGeom>
          <a:noFill/>
          <a:ln/>
        </p:spPr>
        <p:txBody>
          <a:bodyPr wrap="square" lIns="0" tIns="0" rIns="0" bIns="0" rtlCol="0" anchor="ctr"/>
          <a:lstStyle/>
          <a:p>
            <a:r>
              <a:rPr lang="en-US" sz="1190" dirty="0">
                <a:solidFill>
                  <a:srgbClr val="1A1A2E"/>
                </a:solidFill>
                <a:latin typeface="Calibri" pitchFamily="34" charset="0"/>
                <a:ea typeface="Calibri" pitchFamily="34" charset="-122"/>
                <a:cs typeface="Calibri" pitchFamily="34" charset="-120"/>
              </a:rPr>
              <a:t>  Neighbor relation feasibility</a:t>
            </a:r>
            <a:endParaRPr lang="en-US" sz="1190" dirty="0"/>
          </a:p>
        </p:txBody>
      </p:sp>
      <p:sp>
        <p:nvSpPr>
          <p:cNvPr id="28" name="Shape 26"/>
          <p:cNvSpPr/>
          <p:nvPr/>
        </p:nvSpPr>
        <p:spPr>
          <a:xfrm>
            <a:off x="358445" y="5839816"/>
            <a:ext cx="3584448" cy="281635"/>
          </a:xfrm>
          <a:prstGeom prst="rect">
            <a:avLst/>
          </a:prstGeom>
          <a:solidFill>
            <a:srgbClr val="8B2E2E"/>
          </a:solidFill>
          <a:ln w="12700">
            <a:solidFill>
              <a:srgbClr val="8B2E2E"/>
            </a:solidFill>
            <a:prstDash val="solid"/>
          </a:ln>
        </p:spPr>
        <p:txBody>
          <a:bodyPr/>
          <a:lstStyle/>
          <a:p>
            <a:endParaRPr lang="en-US" sz="2519"/>
          </a:p>
        </p:txBody>
      </p:sp>
      <p:sp>
        <p:nvSpPr>
          <p:cNvPr id="29" name="Text 27"/>
          <p:cNvSpPr/>
          <p:nvPr/>
        </p:nvSpPr>
        <p:spPr>
          <a:xfrm>
            <a:off x="512064" y="5865419"/>
            <a:ext cx="3277210" cy="230429"/>
          </a:xfrm>
          <a:prstGeom prst="rect">
            <a:avLst/>
          </a:prstGeom>
          <a:noFill/>
          <a:ln/>
        </p:spPr>
        <p:txBody>
          <a:bodyPr wrap="square" lIns="0" tIns="0" rIns="0" bIns="0" rtlCol="0" anchor="ctr"/>
          <a:lstStyle/>
          <a:p>
            <a:r>
              <a:rPr lang="en-US" sz="1260" b="1" dirty="0">
                <a:solidFill>
                  <a:srgbClr val="FFFFFF"/>
                </a:solidFill>
                <a:latin typeface="Calibri" pitchFamily="34" charset="0"/>
                <a:ea typeface="Calibri" pitchFamily="34" charset="-122"/>
                <a:cs typeface="Calibri" pitchFamily="34" charset="-120"/>
              </a:rPr>
              <a:t>KPI Agent</a:t>
            </a:r>
            <a:endParaRPr lang="en-US" sz="1260" dirty="0"/>
          </a:p>
        </p:txBody>
      </p:sp>
      <p:sp>
        <p:nvSpPr>
          <p:cNvPr id="30" name="Shape 28"/>
          <p:cNvSpPr/>
          <p:nvPr/>
        </p:nvSpPr>
        <p:spPr>
          <a:xfrm>
            <a:off x="358445" y="6121451"/>
            <a:ext cx="3584448" cy="281635"/>
          </a:xfrm>
          <a:prstGeom prst="rect">
            <a:avLst/>
          </a:prstGeom>
          <a:solidFill>
            <a:srgbClr val="F8FAFF"/>
          </a:solidFill>
          <a:ln w="3810">
            <a:solidFill>
              <a:srgbClr val="E8E8E8"/>
            </a:solidFill>
            <a:prstDash val="solid"/>
          </a:ln>
        </p:spPr>
        <p:txBody>
          <a:bodyPr/>
          <a:lstStyle/>
          <a:p>
            <a:endParaRPr lang="en-US" sz="2519"/>
          </a:p>
        </p:txBody>
      </p:sp>
      <p:sp>
        <p:nvSpPr>
          <p:cNvPr id="31" name="Text 29"/>
          <p:cNvSpPr/>
          <p:nvPr/>
        </p:nvSpPr>
        <p:spPr>
          <a:xfrm>
            <a:off x="460858" y="6147054"/>
            <a:ext cx="3379622" cy="230429"/>
          </a:xfrm>
          <a:prstGeom prst="rect">
            <a:avLst/>
          </a:prstGeom>
          <a:noFill/>
          <a:ln/>
        </p:spPr>
        <p:txBody>
          <a:bodyPr wrap="square" lIns="0" tIns="0" rIns="0" bIns="0" rtlCol="0" anchor="ctr"/>
          <a:lstStyle/>
          <a:p>
            <a:r>
              <a:rPr lang="en-US" sz="1190" dirty="0">
                <a:solidFill>
                  <a:srgbClr val="1A1A2E"/>
                </a:solidFill>
                <a:latin typeface="Calibri" pitchFamily="34" charset="0"/>
                <a:ea typeface="Calibri" pitchFamily="34" charset="-122"/>
                <a:cs typeface="Calibri" pitchFamily="34" charset="-120"/>
              </a:rPr>
              <a:t>  Overflow risk reasoning</a:t>
            </a:r>
            <a:endParaRPr lang="en-US" sz="1190" dirty="0"/>
          </a:p>
        </p:txBody>
      </p:sp>
      <p:sp>
        <p:nvSpPr>
          <p:cNvPr id="32" name="Shape 30"/>
          <p:cNvSpPr/>
          <p:nvPr/>
        </p:nvSpPr>
        <p:spPr>
          <a:xfrm>
            <a:off x="358445" y="6403086"/>
            <a:ext cx="3584448" cy="281635"/>
          </a:xfrm>
          <a:prstGeom prst="rect">
            <a:avLst/>
          </a:prstGeom>
          <a:solidFill>
            <a:srgbClr val="FFFFFF"/>
          </a:solidFill>
          <a:ln w="3810">
            <a:solidFill>
              <a:srgbClr val="E8E8E8"/>
            </a:solidFill>
            <a:prstDash val="solid"/>
          </a:ln>
        </p:spPr>
        <p:txBody>
          <a:bodyPr/>
          <a:lstStyle/>
          <a:p>
            <a:endParaRPr lang="en-US" sz="2519"/>
          </a:p>
        </p:txBody>
      </p:sp>
      <p:sp>
        <p:nvSpPr>
          <p:cNvPr id="33" name="Text 31"/>
          <p:cNvSpPr/>
          <p:nvPr/>
        </p:nvSpPr>
        <p:spPr>
          <a:xfrm>
            <a:off x="460858" y="6428689"/>
            <a:ext cx="3379622" cy="230429"/>
          </a:xfrm>
          <a:prstGeom prst="rect">
            <a:avLst/>
          </a:prstGeom>
          <a:noFill/>
          <a:ln/>
        </p:spPr>
        <p:txBody>
          <a:bodyPr wrap="square" lIns="0" tIns="0" rIns="0" bIns="0" rtlCol="0" anchor="ctr"/>
          <a:lstStyle/>
          <a:p>
            <a:r>
              <a:rPr lang="en-US" sz="1190" dirty="0">
                <a:solidFill>
                  <a:srgbClr val="1A1A2E"/>
                </a:solidFill>
                <a:latin typeface="Calibri" pitchFamily="34" charset="0"/>
                <a:ea typeface="Calibri" pitchFamily="34" charset="-122"/>
                <a:cs typeface="Calibri" pitchFamily="34" charset="-120"/>
              </a:rPr>
              <a:t>  Historical traffic context</a:t>
            </a:r>
            <a:endParaRPr lang="en-US" sz="1190" dirty="0"/>
          </a:p>
        </p:txBody>
      </p:sp>
      <p:sp>
        <p:nvSpPr>
          <p:cNvPr id="39" name="Shape 37"/>
          <p:cNvSpPr/>
          <p:nvPr/>
        </p:nvSpPr>
        <p:spPr>
          <a:xfrm>
            <a:off x="8986723" y="2306574"/>
            <a:ext cx="3584448" cy="2278685"/>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40" name="Shape 38"/>
          <p:cNvSpPr/>
          <p:nvPr/>
        </p:nvSpPr>
        <p:spPr>
          <a:xfrm>
            <a:off x="8986723" y="2306574"/>
            <a:ext cx="3584448" cy="460858"/>
          </a:xfrm>
          <a:prstGeom prst="rect">
            <a:avLst/>
          </a:prstGeom>
          <a:solidFill>
            <a:srgbClr val="6B3FA0"/>
          </a:solidFill>
          <a:ln/>
        </p:spPr>
        <p:txBody>
          <a:bodyPr/>
          <a:lstStyle/>
          <a:p>
            <a:endParaRPr lang="en-US" sz="2519"/>
          </a:p>
        </p:txBody>
      </p:sp>
      <p:sp>
        <p:nvSpPr>
          <p:cNvPr id="41" name="Text 39"/>
          <p:cNvSpPr/>
          <p:nvPr/>
        </p:nvSpPr>
        <p:spPr>
          <a:xfrm>
            <a:off x="9165946" y="2370582"/>
            <a:ext cx="3226003" cy="332842"/>
          </a:xfrm>
          <a:prstGeom prst="rect">
            <a:avLst/>
          </a:prstGeom>
          <a:noFill/>
          <a:ln/>
        </p:spPr>
        <p:txBody>
          <a:bodyPr wrap="square" lIns="0" tIns="0" rIns="0" bIns="0" rtlCol="0" anchor="ctr"/>
          <a:lstStyle/>
          <a:p>
            <a:r>
              <a:rPr lang="en-US" sz="1540" b="1" dirty="0">
                <a:solidFill>
                  <a:srgbClr val="FFFFFF"/>
                </a:solidFill>
                <a:latin typeface="Calibri" pitchFamily="34" charset="0"/>
                <a:ea typeface="Calibri" pitchFamily="34" charset="-122"/>
                <a:cs typeface="Calibri" pitchFamily="34" charset="-120"/>
              </a:rPr>
              <a:t>Output  &lt;analysis&gt;</a:t>
            </a:r>
            <a:endParaRPr lang="en-US" sz="1540" dirty="0"/>
          </a:p>
        </p:txBody>
      </p:sp>
      <p:sp>
        <p:nvSpPr>
          <p:cNvPr id="42" name="Shape 40"/>
          <p:cNvSpPr/>
          <p:nvPr/>
        </p:nvSpPr>
        <p:spPr>
          <a:xfrm>
            <a:off x="9114739" y="2818638"/>
            <a:ext cx="3328416" cy="320040"/>
          </a:xfrm>
          <a:prstGeom prst="rect">
            <a:avLst/>
          </a:prstGeom>
          <a:solidFill>
            <a:srgbClr val="F3EEFA"/>
          </a:solidFill>
          <a:ln w="3810">
            <a:solidFill>
              <a:srgbClr val="E0D0F0"/>
            </a:solidFill>
            <a:prstDash val="solid"/>
          </a:ln>
        </p:spPr>
        <p:txBody>
          <a:bodyPr/>
          <a:lstStyle/>
          <a:p>
            <a:endParaRPr lang="en-US" sz="2519"/>
          </a:p>
        </p:txBody>
      </p:sp>
      <p:sp>
        <p:nvSpPr>
          <p:cNvPr id="43" name="Text 41"/>
          <p:cNvSpPr/>
          <p:nvPr/>
        </p:nvSpPr>
        <p:spPr>
          <a:xfrm>
            <a:off x="9217152" y="2857043"/>
            <a:ext cx="3123590" cy="230429"/>
          </a:xfrm>
          <a:prstGeom prst="rect">
            <a:avLst/>
          </a:prstGeom>
          <a:noFill/>
          <a:ln/>
        </p:spPr>
        <p:txBody>
          <a:bodyPr wrap="square" lIns="0" tIns="0" rIns="0" bIns="0" rtlCol="0" anchor="ctr"/>
          <a:lstStyle/>
          <a:p>
            <a:r>
              <a:rPr lang="en-US" sz="1190" b="1" dirty="0">
                <a:solidFill>
                  <a:srgbClr val="6B3FA0"/>
                </a:solidFill>
                <a:latin typeface="Calibri" pitchFamily="34" charset="0"/>
                <a:ea typeface="Calibri" pitchFamily="34" charset="-122"/>
                <a:cs typeface="Calibri" pitchFamily="34" charset="-120"/>
              </a:rPr>
              <a:t>overall_severity  </a:t>
            </a:r>
            <a:r>
              <a:rPr lang="en-US" sz="1190" dirty="0">
                <a:solidFill>
                  <a:srgbClr val="1A1A2E"/>
                </a:solidFill>
                <a:latin typeface="Calibri" pitchFamily="34" charset="0"/>
                <a:ea typeface="Calibri" pitchFamily="34" charset="-122"/>
                <a:cs typeface="Calibri" pitchFamily="34" charset="-120"/>
              </a:rPr>
              <a:t>low | moderate | high</a:t>
            </a:r>
            <a:endParaRPr lang="en-US" sz="1190" dirty="0"/>
          </a:p>
        </p:txBody>
      </p:sp>
      <p:sp>
        <p:nvSpPr>
          <p:cNvPr id="44" name="Shape 42"/>
          <p:cNvSpPr/>
          <p:nvPr/>
        </p:nvSpPr>
        <p:spPr>
          <a:xfrm>
            <a:off x="9114739" y="3171962"/>
            <a:ext cx="3328416" cy="320040"/>
          </a:xfrm>
          <a:prstGeom prst="rect">
            <a:avLst/>
          </a:prstGeom>
          <a:solidFill>
            <a:srgbClr val="FFFFFF"/>
          </a:solidFill>
          <a:ln w="3810">
            <a:solidFill>
              <a:srgbClr val="E0D0F0"/>
            </a:solidFill>
            <a:prstDash val="solid"/>
          </a:ln>
        </p:spPr>
        <p:txBody>
          <a:bodyPr/>
          <a:lstStyle/>
          <a:p>
            <a:endParaRPr lang="en-US" sz="2519"/>
          </a:p>
        </p:txBody>
      </p:sp>
      <p:sp>
        <p:nvSpPr>
          <p:cNvPr id="45" name="Text 43"/>
          <p:cNvSpPr/>
          <p:nvPr/>
        </p:nvSpPr>
        <p:spPr>
          <a:xfrm>
            <a:off x="9217152" y="3210366"/>
            <a:ext cx="3123590" cy="230429"/>
          </a:xfrm>
          <a:prstGeom prst="rect">
            <a:avLst/>
          </a:prstGeom>
          <a:noFill/>
          <a:ln/>
        </p:spPr>
        <p:txBody>
          <a:bodyPr wrap="square" lIns="0" tIns="0" rIns="0" bIns="0" rtlCol="0" anchor="ctr"/>
          <a:lstStyle/>
          <a:p>
            <a:r>
              <a:rPr lang="en-US" sz="1190" b="1" dirty="0">
                <a:solidFill>
                  <a:srgbClr val="6B3FA0"/>
                </a:solidFill>
                <a:latin typeface="Calibri" pitchFamily="34" charset="0"/>
                <a:ea typeface="Calibri" pitchFamily="34" charset="-122"/>
                <a:cs typeface="Calibri" pitchFamily="34" charset="-120"/>
              </a:rPr>
              <a:t>confidence  </a:t>
            </a:r>
            <a:r>
              <a:rPr lang="en-US" sz="1190" dirty="0">
                <a:solidFill>
                  <a:srgbClr val="1A1A2E"/>
                </a:solidFill>
                <a:latin typeface="Calibri" pitchFamily="34" charset="0"/>
                <a:ea typeface="Calibri" pitchFamily="34" charset="-122"/>
                <a:cs typeface="Calibri" pitchFamily="34" charset="-120"/>
              </a:rPr>
              <a:t>low | medium | high</a:t>
            </a:r>
            <a:endParaRPr lang="en-US" sz="1190" dirty="0"/>
          </a:p>
        </p:txBody>
      </p:sp>
      <p:sp>
        <p:nvSpPr>
          <p:cNvPr id="46" name="Shape 44"/>
          <p:cNvSpPr/>
          <p:nvPr/>
        </p:nvSpPr>
        <p:spPr>
          <a:xfrm>
            <a:off x="9114739" y="3525287"/>
            <a:ext cx="3328416" cy="320040"/>
          </a:xfrm>
          <a:prstGeom prst="rect">
            <a:avLst/>
          </a:prstGeom>
          <a:solidFill>
            <a:srgbClr val="F3EEFA"/>
          </a:solidFill>
          <a:ln w="3810">
            <a:solidFill>
              <a:srgbClr val="E0D0F0"/>
            </a:solidFill>
            <a:prstDash val="solid"/>
          </a:ln>
        </p:spPr>
        <p:txBody>
          <a:bodyPr/>
          <a:lstStyle/>
          <a:p>
            <a:endParaRPr lang="en-US" sz="2519"/>
          </a:p>
        </p:txBody>
      </p:sp>
      <p:sp>
        <p:nvSpPr>
          <p:cNvPr id="47" name="Text 45"/>
          <p:cNvSpPr/>
          <p:nvPr/>
        </p:nvSpPr>
        <p:spPr>
          <a:xfrm>
            <a:off x="9217152" y="3563691"/>
            <a:ext cx="3123590" cy="230429"/>
          </a:xfrm>
          <a:prstGeom prst="rect">
            <a:avLst/>
          </a:prstGeom>
          <a:noFill/>
          <a:ln/>
        </p:spPr>
        <p:txBody>
          <a:bodyPr wrap="square" lIns="0" tIns="0" rIns="0" bIns="0" rtlCol="0" anchor="ctr"/>
          <a:lstStyle/>
          <a:p>
            <a:r>
              <a:rPr lang="en-US" sz="1190" b="1" dirty="0">
                <a:solidFill>
                  <a:srgbClr val="6B3FA0"/>
                </a:solidFill>
                <a:latin typeface="Calibri" pitchFamily="34" charset="0"/>
                <a:ea typeface="Calibri" pitchFamily="34" charset="-122"/>
                <a:cs typeface="Calibri" pitchFamily="34" charset="-120"/>
              </a:rPr>
              <a:t>conclusion  </a:t>
            </a:r>
            <a:r>
              <a:rPr lang="en-US" sz="1190" dirty="0">
                <a:solidFill>
                  <a:srgbClr val="1A1A2E"/>
                </a:solidFill>
                <a:latin typeface="Calibri" pitchFamily="34" charset="0"/>
                <a:ea typeface="Calibri" pitchFamily="34" charset="-122"/>
                <a:cs typeface="Calibri" pitchFamily="34" charset="-120"/>
              </a:rPr>
              <a:t>free text</a:t>
            </a:r>
            <a:endParaRPr lang="en-US" sz="1190" dirty="0"/>
          </a:p>
        </p:txBody>
      </p:sp>
      <p:sp>
        <p:nvSpPr>
          <p:cNvPr id="48" name="Shape 46"/>
          <p:cNvSpPr/>
          <p:nvPr/>
        </p:nvSpPr>
        <p:spPr>
          <a:xfrm>
            <a:off x="9114739" y="3878610"/>
            <a:ext cx="3328416" cy="320040"/>
          </a:xfrm>
          <a:prstGeom prst="rect">
            <a:avLst/>
          </a:prstGeom>
          <a:solidFill>
            <a:srgbClr val="FFFFFF"/>
          </a:solidFill>
          <a:ln w="3810">
            <a:solidFill>
              <a:srgbClr val="E0D0F0"/>
            </a:solidFill>
            <a:prstDash val="solid"/>
          </a:ln>
        </p:spPr>
        <p:txBody>
          <a:bodyPr/>
          <a:lstStyle/>
          <a:p>
            <a:endParaRPr lang="en-US" sz="2519"/>
          </a:p>
        </p:txBody>
      </p:sp>
      <p:sp>
        <p:nvSpPr>
          <p:cNvPr id="49" name="Text 47"/>
          <p:cNvSpPr/>
          <p:nvPr/>
        </p:nvSpPr>
        <p:spPr>
          <a:xfrm>
            <a:off x="9217152" y="3917015"/>
            <a:ext cx="3123590" cy="230429"/>
          </a:xfrm>
          <a:prstGeom prst="rect">
            <a:avLst/>
          </a:prstGeom>
          <a:noFill/>
          <a:ln/>
        </p:spPr>
        <p:txBody>
          <a:bodyPr wrap="square" lIns="0" tIns="0" rIns="0" bIns="0" rtlCol="0" anchor="ctr"/>
          <a:lstStyle/>
          <a:p>
            <a:r>
              <a:rPr lang="en-US" sz="1190" b="1" dirty="0">
                <a:solidFill>
                  <a:srgbClr val="6B3FA0"/>
                </a:solidFill>
                <a:latin typeface="Calibri" pitchFamily="34" charset="0"/>
                <a:ea typeface="Calibri" pitchFamily="34" charset="-122"/>
                <a:cs typeface="Calibri" pitchFamily="34" charset="-120"/>
              </a:rPr>
              <a:t>key_findings  </a:t>
            </a:r>
            <a:r>
              <a:rPr lang="en-US" sz="1190" dirty="0">
                <a:solidFill>
                  <a:srgbClr val="1A1A2E"/>
                </a:solidFill>
                <a:latin typeface="Calibri" pitchFamily="34" charset="0"/>
                <a:ea typeface="Calibri" pitchFamily="34" charset="-122"/>
                <a:cs typeface="Calibri" pitchFamily="34" charset="-120"/>
              </a:rPr>
              <a:t>[str]</a:t>
            </a:r>
            <a:endParaRPr lang="en-US" sz="1190" dirty="0"/>
          </a:p>
        </p:txBody>
      </p:sp>
      <p:sp>
        <p:nvSpPr>
          <p:cNvPr id="50" name="Shape 48"/>
          <p:cNvSpPr/>
          <p:nvPr/>
        </p:nvSpPr>
        <p:spPr>
          <a:xfrm>
            <a:off x="9114739" y="4231935"/>
            <a:ext cx="3328416" cy="320040"/>
          </a:xfrm>
          <a:prstGeom prst="rect">
            <a:avLst/>
          </a:prstGeom>
          <a:solidFill>
            <a:srgbClr val="F3EEFA"/>
          </a:solidFill>
          <a:ln w="3810">
            <a:solidFill>
              <a:srgbClr val="E0D0F0"/>
            </a:solidFill>
            <a:prstDash val="solid"/>
          </a:ln>
        </p:spPr>
        <p:txBody>
          <a:bodyPr/>
          <a:lstStyle/>
          <a:p>
            <a:endParaRPr lang="en-US" sz="2519"/>
          </a:p>
        </p:txBody>
      </p:sp>
      <p:sp>
        <p:nvSpPr>
          <p:cNvPr id="51" name="Text 49"/>
          <p:cNvSpPr/>
          <p:nvPr/>
        </p:nvSpPr>
        <p:spPr>
          <a:xfrm>
            <a:off x="9217152" y="4270340"/>
            <a:ext cx="3123590" cy="230429"/>
          </a:xfrm>
          <a:prstGeom prst="rect">
            <a:avLst/>
          </a:prstGeom>
          <a:noFill/>
          <a:ln/>
        </p:spPr>
        <p:txBody>
          <a:bodyPr wrap="square" lIns="0" tIns="0" rIns="0" bIns="0" rtlCol="0" anchor="ctr"/>
          <a:lstStyle/>
          <a:p>
            <a:r>
              <a:rPr lang="en-US" sz="1190" b="1" dirty="0">
                <a:solidFill>
                  <a:srgbClr val="6B3FA0"/>
                </a:solidFill>
                <a:latin typeface="Calibri" pitchFamily="34" charset="0"/>
                <a:ea typeface="Calibri" pitchFamily="34" charset="-122"/>
                <a:cs typeface="Calibri" pitchFamily="34" charset="-120"/>
              </a:rPr>
              <a:t>flags.unresolved  </a:t>
            </a:r>
            <a:r>
              <a:rPr lang="en-US" sz="1190" dirty="0">
                <a:solidFill>
                  <a:srgbClr val="1A1A2E"/>
                </a:solidFill>
                <a:latin typeface="Calibri" pitchFamily="34" charset="0"/>
                <a:ea typeface="Calibri" pitchFamily="34" charset="-122"/>
                <a:cs typeface="Calibri" pitchFamily="34" charset="-120"/>
              </a:rPr>
              <a:t>unresolved items</a:t>
            </a:r>
            <a:endParaRPr lang="en-US" sz="1190" dirty="0"/>
          </a:p>
        </p:txBody>
      </p:sp>
      <p:sp>
        <p:nvSpPr>
          <p:cNvPr id="52" name="Shape 50"/>
          <p:cNvSpPr/>
          <p:nvPr/>
        </p:nvSpPr>
        <p:spPr>
          <a:xfrm>
            <a:off x="8986723" y="4738878"/>
            <a:ext cx="3584448" cy="1741018"/>
          </a:xfrm>
          <a:prstGeom prst="rect">
            <a:avLst/>
          </a:prstGeom>
          <a:solidFill>
            <a:srgbClr val="FFFFFF"/>
          </a:solidFill>
          <a:ln w="6350">
            <a:solidFill>
              <a:srgbClr val="DDDDDD"/>
            </a:solidFill>
            <a:prstDash val="solid"/>
          </a:ln>
          <a:effectLst>
            <a:outerShdw blurRad="63500" dist="25400" dir="8100000" algn="bl" rotWithShape="0">
              <a:srgbClr val="000000">
                <a:alpha val="10000"/>
              </a:srgbClr>
            </a:outerShdw>
          </a:effectLst>
        </p:spPr>
        <p:txBody>
          <a:bodyPr/>
          <a:lstStyle/>
          <a:p>
            <a:endParaRPr lang="en-US" sz="2519"/>
          </a:p>
        </p:txBody>
      </p:sp>
      <p:sp>
        <p:nvSpPr>
          <p:cNvPr id="53" name="Shape 51"/>
          <p:cNvSpPr/>
          <p:nvPr/>
        </p:nvSpPr>
        <p:spPr>
          <a:xfrm>
            <a:off x="8986723" y="4738878"/>
            <a:ext cx="3584448" cy="460858"/>
          </a:xfrm>
          <a:prstGeom prst="rect">
            <a:avLst/>
          </a:prstGeom>
          <a:solidFill>
            <a:srgbClr val="1A6B3C"/>
          </a:solidFill>
          <a:ln/>
        </p:spPr>
        <p:txBody>
          <a:bodyPr/>
          <a:lstStyle/>
          <a:p>
            <a:endParaRPr lang="en-US" sz="2519"/>
          </a:p>
        </p:txBody>
      </p:sp>
      <p:sp>
        <p:nvSpPr>
          <p:cNvPr id="54" name="Text 52"/>
          <p:cNvSpPr/>
          <p:nvPr/>
        </p:nvSpPr>
        <p:spPr>
          <a:xfrm>
            <a:off x="9165946" y="4802886"/>
            <a:ext cx="3226003" cy="332842"/>
          </a:xfrm>
          <a:prstGeom prst="rect">
            <a:avLst/>
          </a:prstGeom>
          <a:noFill/>
          <a:ln/>
        </p:spPr>
        <p:txBody>
          <a:bodyPr wrap="square" lIns="0" tIns="0" rIns="0" bIns="0" rtlCol="0" anchor="ctr"/>
          <a:lstStyle/>
          <a:p>
            <a:r>
              <a:rPr lang="en-US" sz="1540" b="1" dirty="0">
                <a:solidFill>
                  <a:srgbClr val="FFFFFF"/>
                </a:solidFill>
                <a:latin typeface="Calibri" pitchFamily="34" charset="0"/>
                <a:ea typeface="Calibri" pitchFamily="34" charset="-122"/>
                <a:cs typeface="Calibri" pitchFamily="34" charset="-120"/>
              </a:rPr>
              <a:t>Evaluator — 4 Dimensions</a:t>
            </a:r>
            <a:endParaRPr lang="en-US" sz="1540" dirty="0"/>
          </a:p>
        </p:txBody>
      </p:sp>
      <p:sp>
        <p:nvSpPr>
          <p:cNvPr id="55" name="Text 53"/>
          <p:cNvSpPr/>
          <p:nvPr/>
        </p:nvSpPr>
        <p:spPr>
          <a:xfrm>
            <a:off x="9165946" y="5276545"/>
            <a:ext cx="3226003" cy="256032"/>
          </a:xfrm>
          <a:prstGeom prst="rect">
            <a:avLst/>
          </a:prstGeom>
          <a:noFill/>
          <a:ln/>
        </p:spPr>
        <p:txBody>
          <a:bodyPr wrap="square" lIns="0" tIns="0" rIns="0" bIns="0" rtlCol="0" anchor="ctr"/>
          <a:lstStyle/>
          <a:p>
            <a:r>
              <a:rPr lang="en-US" sz="1190" b="1" dirty="0">
                <a:solidFill>
                  <a:srgbClr val="1A6B3C"/>
                </a:solidFill>
                <a:latin typeface="Calibri" pitchFamily="34" charset="0"/>
                <a:ea typeface="Calibri" pitchFamily="34" charset="-122"/>
                <a:cs typeface="Calibri" pitchFamily="34" charset="-120"/>
              </a:rPr>
              <a:t>1.  </a:t>
            </a:r>
            <a:r>
              <a:rPr lang="en-US" sz="1190" dirty="0">
                <a:solidFill>
                  <a:srgbClr val="1A1A2E"/>
                </a:solidFill>
                <a:latin typeface="Calibri" pitchFamily="34" charset="0"/>
                <a:ea typeface="Calibri" pitchFamily="34" charset="-122"/>
                <a:cs typeface="Calibri" pitchFamily="34" charset="-120"/>
              </a:rPr>
              <a:t>Plan Quality</a:t>
            </a:r>
            <a:endParaRPr lang="en-US" sz="1190" dirty="0"/>
          </a:p>
        </p:txBody>
      </p:sp>
      <p:sp>
        <p:nvSpPr>
          <p:cNvPr id="56" name="Text 54"/>
          <p:cNvSpPr/>
          <p:nvPr/>
        </p:nvSpPr>
        <p:spPr>
          <a:xfrm>
            <a:off x="9165946" y="5558180"/>
            <a:ext cx="3226003" cy="256032"/>
          </a:xfrm>
          <a:prstGeom prst="rect">
            <a:avLst/>
          </a:prstGeom>
          <a:noFill/>
          <a:ln/>
        </p:spPr>
        <p:txBody>
          <a:bodyPr wrap="square" lIns="0" tIns="0" rIns="0" bIns="0" rtlCol="0" anchor="ctr"/>
          <a:lstStyle/>
          <a:p>
            <a:r>
              <a:rPr lang="en-US" sz="1190" b="1" dirty="0">
                <a:solidFill>
                  <a:srgbClr val="1A6B3C"/>
                </a:solidFill>
                <a:latin typeface="Calibri" pitchFamily="34" charset="0"/>
                <a:ea typeface="Calibri" pitchFamily="34" charset="-122"/>
                <a:cs typeface="Calibri" pitchFamily="34" charset="-120"/>
              </a:rPr>
              <a:t>2.  </a:t>
            </a:r>
            <a:r>
              <a:rPr lang="en-US" sz="1190" dirty="0">
                <a:solidFill>
                  <a:srgbClr val="1A1A2E"/>
                </a:solidFill>
                <a:latin typeface="Calibri" pitchFamily="34" charset="0"/>
                <a:ea typeface="Calibri" pitchFamily="34" charset="-122"/>
                <a:cs typeface="Calibri" pitchFamily="34" charset="-120"/>
              </a:rPr>
              <a:t>Plan Adherence</a:t>
            </a:r>
            <a:endParaRPr lang="en-US" sz="1190" dirty="0"/>
          </a:p>
        </p:txBody>
      </p:sp>
      <p:sp>
        <p:nvSpPr>
          <p:cNvPr id="57" name="Text 55"/>
          <p:cNvSpPr/>
          <p:nvPr/>
        </p:nvSpPr>
        <p:spPr>
          <a:xfrm>
            <a:off x="9165946" y="5839816"/>
            <a:ext cx="3226003" cy="256032"/>
          </a:xfrm>
          <a:prstGeom prst="rect">
            <a:avLst/>
          </a:prstGeom>
          <a:noFill/>
          <a:ln/>
        </p:spPr>
        <p:txBody>
          <a:bodyPr wrap="square" lIns="0" tIns="0" rIns="0" bIns="0" rtlCol="0" anchor="ctr"/>
          <a:lstStyle/>
          <a:p>
            <a:r>
              <a:rPr lang="en-US" sz="1190" b="1" dirty="0">
                <a:solidFill>
                  <a:srgbClr val="1A6B3C"/>
                </a:solidFill>
                <a:latin typeface="Calibri" pitchFamily="34" charset="0"/>
                <a:ea typeface="Calibri" pitchFamily="34" charset="-122"/>
                <a:cs typeface="Calibri" pitchFamily="34" charset="-120"/>
              </a:rPr>
              <a:t>3.  </a:t>
            </a:r>
            <a:r>
              <a:rPr lang="en-US" sz="1190" dirty="0">
                <a:solidFill>
                  <a:srgbClr val="1A1A2E"/>
                </a:solidFill>
                <a:latin typeface="Calibri" pitchFamily="34" charset="0"/>
                <a:cs typeface="Calibri" pitchFamily="34" charset="-120"/>
              </a:rPr>
              <a:t>Logical Consistency</a:t>
            </a:r>
          </a:p>
        </p:txBody>
      </p:sp>
      <p:sp>
        <p:nvSpPr>
          <p:cNvPr id="58" name="Text 56"/>
          <p:cNvSpPr/>
          <p:nvPr/>
        </p:nvSpPr>
        <p:spPr>
          <a:xfrm>
            <a:off x="9165946" y="6121451"/>
            <a:ext cx="3226003" cy="256032"/>
          </a:xfrm>
          <a:prstGeom prst="rect">
            <a:avLst/>
          </a:prstGeom>
          <a:noFill/>
          <a:ln/>
        </p:spPr>
        <p:txBody>
          <a:bodyPr wrap="square" lIns="0" tIns="0" rIns="0" bIns="0" rtlCol="0" anchor="ctr"/>
          <a:lstStyle/>
          <a:p>
            <a:r>
              <a:rPr lang="en-US" sz="1190" b="1" dirty="0">
                <a:solidFill>
                  <a:srgbClr val="1A6B3C"/>
                </a:solidFill>
                <a:latin typeface="Calibri" pitchFamily="34" charset="0"/>
                <a:ea typeface="Calibri" pitchFamily="34" charset="-122"/>
                <a:cs typeface="Calibri" pitchFamily="34" charset="-120"/>
              </a:rPr>
              <a:t>4.  </a:t>
            </a:r>
            <a:r>
              <a:rPr lang="en-US" sz="1190" dirty="0">
                <a:solidFill>
                  <a:srgbClr val="1A1A2E"/>
                </a:solidFill>
                <a:latin typeface="Calibri" pitchFamily="34" charset="0"/>
                <a:ea typeface="Calibri" pitchFamily="34" charset="-122"/>
                <a:cs typeface="Calibri" pitchFamily="34" charset="-120"/>
              </a:rPr>
              <a:t>Evidence Coverage</a:t>
            </a:r>
            <a:endParaRPr lang="en-US" sz="1190" dirty="0"/>
          </a:p>
        </p:txBody>
      </p:sp>
      <p:sp>
        <p:nvSpPr>
          <p:cNvPr id="60" name="Shape 58"/>
          <p:cNvSpPr/>
          <p:nvPr/>
        </p:nvSpPr>
        <p:spPr>
          <a:xfrm>
            <a:off x="230429" y="7206895"/>
            <a:ext cx="12340742" cy="563270"/>
          </a:xfrm>
          <a:prstGeom prst="rect">
            <a:avLst/>
          </a:prstGeom>
          <a:solidFill>
            <a:srgbClr val="FFF8E8"/>
          </a:solidFill>
          <a:ln w="12700">
            <a:solidFill>
              <a:srgbClr val="8B6014"/>
            </a:solidFill>
            <a:prstDash val="solid"/>
          </a:ln>
        </p:spPr>
        <p:txBody>
          <a:bodyPr/>
          <a:lstStyle/>
          <a:p>
            <a:endParaRPr lang="en-US" sz="2519"/>
          </a:p>
        </p:txBody>
      </p:sp>
      <p:sp>
        <p:nvSpPr>
          <p:cNvPr id="61" name="Text 59"/>
          <p:cNvSpPr/>
          <p:nvPr/>
        </p:nvSpPr>
        <p:spPr>
          <a:xfrm>
            <a:off x="409651" y="7283705"/>
            <a:ext cx="11982298" cy="409651"/>
          </a:xfrm>
          <a:prstGeom prst="rect">
            <a:avLst/>
          </a:prstGeom>
          <a:noFill/>
          <a:ln/>
        </p:spPr>
        <p:txBody>
          <a:bodyPr wrap="square" lIns="0" tIns="0" rIns="0" bIns="0" rtlCol="0" anchor="ctr"/>
          <a:lstStyle/>
          <a:p>
            <a:r>
              <a:rPr lang="en-US" sz="1330" b="1" dirty="0">
                <a:solidFill>
                  <a:srgbClr val="8B6014"/>
                </a:solidFill>
                <a:latin typeface="Calibri" pitchFamily="34" charset="0"/>
                <a:ea typeface="Calibri" pitchFamily="34" charset="-122"/>
                <a:cs typeface="Calibri" pitchFamily="34" charset="-120"/>
              </a:rPr>
              <a:t>⚑  Human Review triggered if: </a:t>
            </a:r>
            <a:r>
              <a:rPr lang="en-US" sz="1330" dirty="0">
                <a:solidFill>
                  <a:srgbClr val="1A1A2E"/>
                </a:solidFill>
                <a:latin typeface="Calibri" pitchFamily="34" charset="0"/>
                <a:ea typeface="Calibri" pitchFamily="34" charset="-122"/>
                <a:cs typeface="Calibri" pitchFamily="34" charset="-120"/>
              </a:rPr>
              <a:t>confidence = "low"   OR   flags.unresolved has significant items   OR   Evaluator fails after retry</a:t>
            </a:r>
            <a:endParaRPr lang="en-US" sz="1330" dirty="0"/>
          </a:p>
        </p:txBody>
      </p:sp>
      <p:sp>
        <p:nvSpPr>
          <p:cNvPr id="62" name="Right Arrow 61">
            <a:extLst>
              <a:ext uri="{FF2B5EF4-FFF2-40B4-BE49-F238E27FC236}">
                <a16:creationId xmlns:a16="http://schemas.microsoft.com/office/drawing/2014/main" id="{EC61F63E-9E0B-285C-7877-4CFFAEF99E44}"/>
              </a:ext>
            </a:extLst>
          </p:cNvPr>
          <p:cNvSpPr/>
          <p:nvPr/>
        </p:nvSpPr>
        <p:spPr>
          <a:xfrm>
            <a:off x="4290162" y="3956700"/>
            <a:ext cx="4368800" cy="1305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6994E3D2-89AB-AEFF-4B63-3AA66EE6F6D1}"/>
              </a:ext>
            </a:extLst>
          </p:cNvPr>
          <p:cNvSpPr txBox="1"/>
          <p:nvPr/>
        </p:nvSpPr>
        <p:spPr>
          <a:xfrm>
            <a:off x="4198925" y="3294299"/>
            <a:ext cx="4915814" cy="646074"/>
          </a:xfrm>
          <a:prstGeom prst="rect">
            <a:avLst/>
          </a:prstGeom>
          <a:noFill/>
        </p:spPr>
        <p:txBody>
          <a:bodyPr wrap="square" rtlCol="0">
            <a:spAutoFit/>
          </a:bodyPr>
          <a:lstStyle/>
          <a:p>
            <a:r>
              <a:rPr lang="en-US" dirty="0"/>
              <a:t>R</a:t>
            </a:r>
            <a:r>
              <a:rPr lang="en-US" altLang="zh-CN" dirty="0"/>
              <a:t>eason</a:t>
            </a:r>
            <a:r>
              <a:rPr lang="zh-CN" altLang="en-US" dirty="0"/>
              <a:t> </a:t>
            </a:r>
            <a:r>
              <a:rPr lang="en-US" altLang="zh-CN" dirty="0"/>
              <a:t>about</a:t>
            </a:r>
            <a:r>
              <a:rPr lang="zh-CN" altLang="en-US" dirty="0"/>
              <a:t> </a:t>
            </a:r>
            <a:r>
              <a:rPr lang="en-US" altLang="zh-CN" dirty="0"/>
              <a:t>the</a:t>
            </a:r>
            <a:r>
              <a:rPr lang="zh-CN" altLang="en-US" dirty="0"/>
              <a:t> </a:t>
            </a:r>
            <a:r>
              <a:rPr lang="en-US" altLang="zh-CN" dirty="0"/>
              <a:t>severity</a:t>
            </a:r>
            <a:r>
              <a:rPr lang="zh-CN" altLang="en-US" dirty="0"/>
              <a:t> </a:t>
            </a:r>
            <a:r>
              <a:rPr lang="en-US" altLang="zh-CN" dirty="0"/>
              <a:t>with</a:t>
            </a:r>
            <a:r>
              <a:rPr lang="zh-CN" altLang="en-US" dirty="0"/>
              <a:t> </a:t>
            </a:r>
            <a:r>
              <a:rPr lang="en-US" altLang="zh-CN" dirty="0"/>
              <a:t>the</a:t>
            </a:r>
            <a:r>
              <a:rPr lang="zh-CN" altLang="en-US" dirty="0"/>
              <a:t> </a:t>
            </a:r>
            <a:r>
              <a:rPr lang="en-US" altLang="zh-CN" dirty="0"/>
              <a:t>multi-modal evidence</a:t>
            </a:r>
            <a:endParaRPr lang="en-US" dirty="0"/>
          </a:p>
        </p:txBody>
      </p:sp>
      <p:sp>
        <p:nvSpPr>
          <p:cNvPr id="65" name="TextBox 64">
            <a:extLst>
              <a:ext uri="{FF2B5EF4-FFF2-40B4-BE49-F238E27FC236}">
                <a16:creationId xmlns:a16="http://schemas.microsoft.com/office/drawing/2014/main" id="{E1424D32-5D19-1170-C74E-1D2D80069369}"/>
              </a:ext>
            </a:extLst>
          </p:cNvPr>
          <p:cNvSpPr txBox="1"/>
          <p:nvPr/>
        </p:nvSpPr>
        <p:spPr>
          <a:xfrm>
            <a:off x="4104945" y="4132927"/>
            <a:ext cx="5308600" cy="369332"/>
          </a:xfrm>
          <a:prstGeom prst="rect">
            <a:avLst/>
          </a:prstGeom>
          <a:noFill/>
        </p:spPr>
        <p:txBody>
          <a:bodyPr wrap="square">
            <a:spAutoFit/>
          </a:bodyPr>
          <a:lstStyle/>
          <a:p>
            <a:r>
              <a:rPr lang="en-US" altLang="zh-CN" sz="1800" dirty="0">
                <a:solidFill>
                  <a:srgbClr val="1A1A2E"/>
                </a:solidFill>
                <a:latin typeface="Calibri" pitchFamily="34" charset="0"/>
                <a:ea typeface="Calibri" pitchFamily="34" charset="-122"/>
                <a:cs typeface="Calibri" pitchFamily="34" charset="-120"/>
              </a:rPr>
              <a:t>Make</a:t>
            </a:r>
            <a:r>
              <a:rPr lang="zh-CN" altLang="en-US" sz="1800" dirty="0">
                <a:solidFill>
                  <a:srgbClr val="1A1A2E"/>
                </a:solidFill>
                <a:latin typeface="Calibri" pitchFamily="34" charset="0"/>
                <a:ea typeface="Calibri" pitchFamily="34" charset="-122"/>
                <a:cs typeface="Calibri" pitchFamily="34" charset="-120"/>
              </a:rPr>
              <a:t> </a:t>
            </a:r>
            <a:r>
              <a:rPr lang="en-US" altLang="zh-CN" sz="1800" dirty="0">
                <a:solidFill>
                  <a:srgbClr val="1A1A2E"/>
                </a:solidFill>
                <a:latin typeface="Calibri" pitchFamily="34" charset="0"/>
                <a:ea typeface="Calibri" pitchFamily="34" charset="-122"/>
                <a:cs typeface="Calibri" pitchFamily="34" charset="-120"/>
              </a:rPr>
              <a:t>the</a:t>
            </a:r>
            <a:r>
              <a:rPr lang="zh-CN" altLang="en-US" sz="1800" dirty="0">
                <a:solidFill>
                  <a:srgbClr val="1A1A2E"/>
                </a:solidFill>
                <a:latin typeface="Calibri" pitchFamily="34" charset="0"/>
                <a:ea typeface="Calibri" pitchFamily="34" charset="-122"/>
                <a:cs typeface="Calibri" pitchFamily="34" charset="-120"/>
              </a:rPr>
              <a:t> </a:t>
            </a:r>
            <a:r>
              <a:rPr lang="en-US" altLang="zh-CN" sz="1800" dirty="0">
                <a:solidFill>
                  <a:srgbClr val="1A1A2E"/>
                </a:solidFill>
                <a:latin typeface="Calibri" pitchFamily="34" charset="0"/>
                <a:ea typeface="Calibri" pitchFamily="34" charset="-122"/>
                <a:cs typeface="Calibri" pitchFamily="34" charset="-120"/>
              </a:rPr>
              <a:t>plan</a:t>
            </a:r>
            <a:r>
              <a:rPr lang="en-US" sz="1800" dirty="0">
                <a:solidFill>
                  <a:srgbClr val="1A1A2E"/>
                </a:solidFill>
                <a:latin typeface="Calibri" pitchFamily="34" charset="0"/>
                <a:ea typeface="Calibri" pitchFamily="34" charset="-122"/>
                <a:cs typeface="Calibri" pitchFamily="34" charset="-120"/>
              </a:rPr>
              <a:t>  </a:t>
            </a:r>
            <a:r>
              <a:rPr lang="en-US" altLang="zh-CN" sz="1800" dirty="0">
                <a:solidFill>
                  <a:srgbClr val="1A1A2E"/>
                </a:solidFill>
                <a:latin typeface="Calibri" pitchFamily="34" charset="0"/>
                <a:ea typeface="Calibri" pitchFamily="34" charset="-122"/>
                <a:cs typeface="Calibri" pitchFamily="34" charset="-120"/>
              </a:rPr>
              <a:t>|</a:t>
            </a:r>
            <a:r>
              <a:rPr lang="en-US" sz="1800" dirty="0">
                <a:solidFill>
                  <a:srgbClr val="1A1A2E"/>
                </a:solidFill>
                <a:latin typeface="Calibri" pitchFamily="34" charset="0"/>
                <a:ea typeface="Calibri" pitchFamily="34" charset="-122"/>
                <a:cs typeface="Calibri" pitchFamily="34" charset="-120"/>
              </a:rPr>
              <a:t>  </a:t>
            </a:r>
            <a:r>
              <a:rPr lang="en-US" altLang="zh-CN" sz="1800" dirty="0">
                <a:solidFill>
                  <a:srgbClr val="1A1A2E"/>
                </a:solidFill>
                <a:latin typeface="Calibri" pitchFamily="34" charset="0"/>
                <a:ea typeface="Calibri" pitchFamily="34" charset="-122"/>
                <a:cs typeface="Calibri" pitchFamily="34" charset="-120"/>
              </a:rPr>
              <a:t>do</a:t>
            </a:r>
            <a:r>
              <a:rPr lang="zh-CN" altLang="en-US" sz="1800" dirty="0">
                <a:solidFill>
                  <a:srgbClr val="1A1A2E"/>
                </a:solidFill>
                <a:latin typeface="Calibri" pitchFamily="34" charset="0"/>
                <a:ea typeface="Calibri" pitchFamily="34" charset="-122"/>
                <a:cs typeface="Calibri" pitchFamily="34" charset="-120"/>
              </a:rPr>
              <a:t> </a:t>
            </a:r>
            <a:r>
              <a:rPr lang="en-US" altLang="zh-CN" sz="1800" dirty="0">
                <a:solidFill>
                  <a:srgbClr val="1A1A2E"/>
                </a:solidFill>
                <a:latin typeface="Calibri" pitchFamily="34" charset="0"/>
                <a:ea typeface="Calibri" pitchFamily="34" charset="-122"/>
                <a:cs typeface="Calibri" pitchFamily="34" charset="-120"/>
              </a:rPr>
              <a:t>the</a:t>
            </a:r>
            <a:r>
              <a:rPr lang="zh-CN" altLang="en-US" sz="1800" dirty="0">
                <a:solidFill>
                  <a:srgbClr val="1A1A2E"/>
                </a:solidFill>
                <a:latin typeface="Calibri" pitchFamily="34" charset="0"/>
                <a:ea typeface="Calibri" pitchFamily="34" charset="-122"/>
                <a:cs typeface="Calibri" pitchFamily="34" charset="-120"/>
              </a:rPr>
              <a:t> </a:t>
            </a:r>
            <a:r>
              <a:rPr lang="en-US" altLang="zh-CN" sz="1800" dirty="0">
                <a:solidFill>
                  <a:srgbClr val="1A1A2E"/>
                </a:solidFill>
                <a:latin typeface="Calibri" pitchFamily="34" charset="0"/>
                <a:ea typeface="Calibri" pitchFamily="34" charset="-122"/>
                <a:cs typeface="Calibri" pitchFamily="34" charset="-120"/>
              </a:rPr>
              <a:t>analysis</a:t>
            </a:r>
            <a:r>
              <a:rPr lang="zh-CN" altLang="en-US" sz="1800" dirty="0">
                <a:solidFill>
                  <a:srgbClr val="1A1A2E"/>
                </a:solidFill>
                <a:latin typeface="Calibri" pitchFamily="34" charset="0"/>
                <a:ea typeface="Calibri" pitchFamily="34" charset="-122"/>
                <a:cs typeface="Calibri" pitchFamily="34" charset="-120"/>
              </a:rPr>
              <a:t> </a:t>
            </a:r>
            <a:r>
              <a:rPr lang="en-US" altLang="zh-CN" sz="1800" dirty="0">
                <a:solidFill>
                  <a:srgbClr val="1A1A2E"/>
                </a:solidFill>
                <a:latin typeface="Calibri" pitchFamily="34" charset="0"/>
                <a:ea typeface="Calibri" pitchFamily="34" charset="-122"/>
                <a:cs typeface="Calibri" pitchFamily="34" charset="-120"/>
              </a:rPr>
              <a:t>|</a:t>
            </a:r>
            <a:r>
              <a:rPr lang="zh-CN" altLang="en-US" sz="1800" dirty="0">
                <a:solidFill>
                  <a:srgbClr val="1A1A2E"/>
                </a:solidFill>
                <a:latin typeface="Calibri" pitchFamily="34" charset="0"/>
                <a:ea typeface="Calibri" pitchFamily="34" charset="-122"/>
                <a:cs typeface="Calibri" pitchFamily="34" charset="-120"/>
              </a:rPr>
              <a:t> </a:t>
            </a:r>
            <a:r>
              <a:rPr lang="en-US" altLang="zh-CN" sz="1800" dirty="0">
                <a:solidFill>
                  <a:srgbClr val="1A1A2E"/>
                </a:solidFill>
                <a:latin typeface="Calibri" pitchFamily="34" charset="0"/>
                <a:ea typeface="Calibri" pitchFamily="34" charset="-122"/>
                <a:cs typeface="Calibri" pitchFamily="34" charset="-120"/>
              </a:rPr>
              <a:t>write</a:t>
            </a:r>
            <a:r>
              <a:rPr lang="zh-CN" altLang="en-US" sz="1800" dirty="0">
                <a:solidFill>
                  <a:srgbClr val="1A1A2E"/>
                </a:solidFill>
                <a:latin typeface="Calibri" pitchFamily="34" charset="0"/>
                <a:ea typeface="Calibri" pitchFamily="34" charset="-122"/>
                <a:cs typeface="Calibri" pitchFamily="34" charset="-120"/>
              </a:rPr>
              <a:t> </a:t>
            </a:r>
            <a:r>
              <a:rPr lang="en-US" altLang="zh-CN" sz="1800" dirty="0">
                <a:solidFill>
                  <a:srgbClr val="1A1A2E"/>
                </a:solidFill>
                <a:latin typeface="Calibri" pitchFamily="34" charset="0"/>
                <a:ea typeface="Calibri" pitchFamily="34" charset="-122"/>
                <a:cs typeface="Calibri" pitchFamily="34" charset="-120"/>
              </a:rPr>
              <a:t>the</a:t>
            </a:r>
            <a:r>
              <a:rPr lang="zh-CN" altLang="en-US" sz="1800" dirty="0">
                <a:solidFill>
                  <a:srgbClr val="1A1A2E"/>
                </a:solidFill>
                <a:latin typeface="Calibri" pitchFamily="34" charset="0"/>
                <a:ea typeface="Calibri" pitchFamily="34" charset="-122"/>
                <a:cs typeface="Calibri" pitchFamily="34" charset="-120"/>
              </a:rPr>
              <a:t> </a:t>
            </a:r>
            <a:r>
              <a:rPr lang="en-US" altLang="zh-CN" sz="1800" dirty="0">
                <a:solidFill>
                  <a:srgbClr val="1A1A2E"/>
                </a:solidFill>
                <a:latin typeface="Calibri" pitchFamily="34" charset="0"/>
                <a:ea typeface="Calibri" pitchFamily="34" charset="-122"/>
                <a:cs typeface="Calibri" pitchFamily="34" charset="-120"/>
              </a:rPr>
              <a:t>output</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14350"/>
            <a:ext cx="12801600" cy="998526"/>
          </a:xfrm>
          <a:prstGeom prst="rect">
            <a:avLst/>
          </a:prstGeom>
          <a:solidFill>
            <a:srgbClr val="064F73"/>
          </a:solidFill>
          <a:ln w="12700">
            <a:solidFill>
              <a:srgbClr val="064F73"/>
            </a:solidFill>
            <a:prstDash val="solid"/>
          </a:ln>
        </p:spPr>
        <p:txBody>
          <a:bodyPr/>
          <a:lstStyle/>
          <a:p>
            <a:endParaRPr lang="en-US" sz="2520"/>
          </a:p>
        </p:txBody>
      </p:sp>
      <p:sp>
        <p:nvSpPr>
          <p:cNvPr id="3" name="Text 1"/>
          <p:cNvSpPr/>
          <p:nvPr/>
        </p:nvSpPr>
        <p:spPr>
          <a:xfrm>
            <a:off x="448056" y="514350"/>
            <a:ext cx="9217152" cy="998526"/>
          </a:xfrm>
          <a:prstGeom prst="rect">
            <a:avLst/>
          </a:prstGeom>
          <a:noFill/>
          <a:ln/>
        </p:spPr>
        <p:txBody>
          <a:bodyPr wrap="square" lIns="0" tIns="0" rIns="0" bIns="0" rtlCol="0" anchor="ctr"/>
          <a:lstStyle/>
          <a:p>
            <a:r>
              <a:rPr lang="en-US" sz="3360" b="1" dirty="0">
                <a:solidFill>
                  <a:srgbClr val="FFFFFF"/>
                </a:solidFill>
                <a:latin typeface="Trebuchet MS" pitchFamily="34" charset="0"/>
                <a:ea typeface="Trebuchet MS" pitchFamily="34" charset="-122"/>
                <a:cs typeface="Trebuchet MS" pitchFamily="34" charset="-120"/>
              </a:rPr>
              <a:t>Preprocessing</a:t>
            </a:r>
            <a:endParaRPr lang="en-US" sz="3360" dirty="0"/>
          </a:p>
        </p:txBody>
      </p:sp>
      <p:sp>
        <p:nvSpPr>
          <p:cNvPr id="4" name="Shape 2"/>
          <p:cNvSpPr/>
          <p:nvPr/>
        </p:nvSpPr>
        <p:spPr>
          <a:xfrm>
            <a:off x="9985248" y="731977"/>
            <a:ext cx="2496312" cy="563270"/>
          </a:xfrm>
          <a:prstGeom prst="rect">
            <a:avLst/>
          </a:prstGeom>
          <a:solidFill>
            <a:srgbClr val="02C39A"/>
          </a:solidFill>
          <a:ln w="12700">
            <a:solidFill>
              <a:srgbClr val="02C39A"/>
            </a:solidFill>
            <a:prstDash val="solid"/>
          </a:ln>
        </p:spPr>
        <p:txBody>
          <a:bodyPr/>
          <a:lstStyle/>
          <a:p>
            <a:endParaRPr lang="en-US" sz="2520"/>
          </a:p>
        </p:txBody>
      </p:sp>
      <p:sp>
        <p:nvSpPr>
          <p:cNvPr id="5" name="Text 3"/>
          <p:cNvSpPr/>
          <p:nvPr/>
        </p:nvSpPr>
        <p:spPr>
          <a:xfrm>
            <a:off x="9985248" y="731977"/>
            <a:ext cx="2496312" cy="563270"/>
          </a:xfrm>
          <a:prstGeom prst="rect">
            <a:avLst/>
          </a:prstGeom>
          <a:noFill/>
          <a:ln/>
        </p:spPr>
        <p:txBody>
          <a:bodyPr wrap="square" lIns="0" tIns="0" rIns="0" bIns="0" rtlCol="0" anchor="ctr"/>
          <a:lstStyle/>
          <a:p>
            <a:pPr algn="ctr"/>
            <a:r>
              <a:rPr lang="en-US" sz="1540" b="1" dirty="0">
                <a:solidFill>
                  <a:srgbClr val="0D2137"/>
                </a:solidFill>
                <a:latin typeface="Calibri" pitchFamily="34" charset="0"/>
                <a:ea typeface="Calibri" pitchFamily="34" charset="-122"/>
                <a:cs typeface="Calibri" pitchFamily="34" charset="-120"/>
              </a:rPr>
              <a:t>Pure Python  ·  No AI</a:t>
            </a:r>
            <a:endParaRPr lang="en-US" sz="1540" dirty="0"/>
          </a:p>
        </p:txBody>
      </p:sp>
      <p:sp>
        <p:nvSpPr>
          <p:cNvPr id="6" name="Shape 4"/>
          <p:cNvSpPr/>
          <p:nvPr/>
        </p:nvSpPr>
        <p:spPr>
          <a:xfrm>
            <a:off x="256032" y="1730503"/>
            <a:ext cx="5888736" cy="563270"/>
          </a:xfrm>
          <a:prstGeom prst="rect">
            <a:avLst/>
          </a:prstGeom>
          <a:solidFill>
            <a:srgbClr val="064F73"/>
          </a:solidFill>
          <a:ln w="12700">
            <a:solidFill>
              <a:srgbClr val="064F73"/>
            </a:solidFill>
            <a:prstDash val="solid"/>
          </a:ln>
        </p:spPr>
        <p:txBody>
          <a:bodyPr/>
          <a:lstStyle/>
          <a:p>
            <a:endParaRPr lang="en-US" sz="2520"/>
          </a:p>
        </p:txBody>
      </p:sp>
      <p:sp>
        <p:nvSpPr>
          <p:cNvPr id="7" name="Text 5"/>
          <p:cNvSpPr/>
          <p:nvPr/>
        </p:nvSpPr>
        <p:spPr>
          <a:xfrm>
            <a:off x="448056" y="1730503"/>
            <a:ext cx="5504688" cy="563270"/>
          </a:xfrm>
          <a:prstGeom prst="rect">
            <a:avLst/>
          </a:prstGeom>
          <a:noFill/>
          <a:ln/>
        </p:spPr>
        <p:txBody>
          <a:bodyPr wrap="square" lIns="0" tIns="0" rIns="0" bIns="0" rtlCol="0" anchor="ctr"/>
          <a:lstStyle/>
          <a:p>
            <a:r>
              <a:rPr lang="en-US" sz="1680" b="1" dirty="0">
                <a:solidFill>
                  <a:srgbClr val="FFFFFF"/>
                </a:solidFill>
                <a:latin typeface="Trebuchet MS" pitchFamily="34" charset="0"/>
                <a:ea typeface="Trebuchet MS" pitchFamily="34" charset="-122"/>
                <a:cs typeface="Trebuchet MS" pitchFamily="34" charset="-120"/>
              </a:rPr>
              <a:t>Signal, Coverage &amp; Structural Capacity</a:t>
            </a:r>
            <a:endParaRPr lang="en-US" sz="1680" dirty="0"/>
          </a:p>
        </p:txBody>
      </p:sp>
      <p:sp>
        <p:nvSpPr>
          <p:cNvPr id="8" name="Shape 6"/>
          <p:cNvSpPr/>
          <p:nvPr/>
        </p:nvSpPr>
        <p:spPr>
          <a:xfrm>
            <a:off x="6592824" y="1730503"/>
            <a:ext cx="5952744" cy="563270"/>
          </a:xfrm>
          <a:prstGeom prst="rect">
            <a:avLst/>
          </a:prstGeom>
          <a:solidFill>
            <a:srgbClr val="027A7A"/>
          </a:solidFill>
          <a:ln w="12700">
            <a:solidFill>
              <a:srgbClr val="027A7A"/>
            </a:solidFill>
            <a:prstDash val="solid"/>
          </a:ln>
        </p:spPr>
        <p:txBody>
          <a:bodyPr/>
          <a:lstStyle/>
          <a:p>
            <a:endParaRPr lang="en-US" sz="2520"/>
          </a:p>
        </p:txBody>
      </p:sp>
      <p:sp>
        <p:nvSpPr>
          <p:cNvPr id="9" name="Text 7"/>
          <p:cNvSpPr/>
          <p:nvPr/>
        </p:nvSpPr>
        <p:spPr>
          <a:xfrm>
            <a:off x="6784848" y="1730503"/>
            <a:ext cx="5568696" cy="563270"/>
          </a:xfrm>
          <a:prstGeom prst="rect">
            <a:avLst/>
          </a:prstGeom>
          <a:noFill/>
          <a:ln/>
        </p:spPr>
        <p:txBody>
          <a:bodyPr wrap="square" lIns="0" tIns="0" rIns="0" bIns="0" rtlCol="0" anchor="ctr"/>
          <a:lstStyle/>
          <a:p>
            <a:r>
              <a:rPr lang="en-US" sz="1680" b="1" dirty="0">
                <a:solidFill>
                  <a:srgbClr val="FFFFFF"/>
                </a:solidFill>
                <a:latin typeface="Trebuchet MS" pitchFamily="34" charset="0"/>
                <a:ea typeface="Trebuchet MS" pitchFamily="34" charset="-122"/>
                <a:cs typeface="Trebuchet MS" pitchFamily="34" charset="-120"/>
              </a:rPr>
              <a:t>KPI Traffic Baselines</a:t>
            </a:r>
            <a:endParaRPr lang="en-US" sz="1680" dirty="0"/>
          </a:p>
        </p:txBody>
      </p:sp>
      <p:sp>
        <p:nvSpPr>
          <p:cNvPr id="10" name="Shape 8"/>
          <p:cNvSpPr/>
          <p:nvPr/>
        </p:nvSpPr>
        <p:spPr>
          <a:xfrm>
            <a:off x="256032" y="2434590"/>
            <a:ext cx="5888736" cy="1600200"/>
          </a:xfrm>
          <a:prstGeom prst="rect">
            <a:avLst/>
          </a:prstGeom>
          <a:solidFill>
            <a:srgbClr val="FFFFFF"/>
          </a:solidFill>
          <a:ln w="9525">
            <a:solidFill>
              <a:srgbClr val="C8D8E8"/>
            </a:solidFill>
            <a:prstDash val="solid"/>
          </a:ln>
          <a:effectLst>
            <a:outerShdw blurRad="63500" dist="25400" dir="8100000" algn="bl" rotWithShape="0">
              <a:srgbClr val="000000">
                <a:alpha val="10000"/>
              </a:srgbClr>
            </a:outerShdw>
          </a:effectLst>
        </p:spPr>
        <p:txBody>
          <a:bodyPr/>
          <a:lstStyle/>
          <a:p>
            <a:endParaRPr lang="en-US" sz="2520"/>
          </a:p>
        </p:txBody>
      </p:sp>
      <p:sp>
        <p:nvSpPr>
          <p:cNvPr id="11" name="Shape 9"/>
          <p:cNvSpPr/>
          <p:nvPr/>
        </p:nvSpPr>
        <p:spPr>
          <a:xfrm>
            <a:off x="256032" y="2434590"/>
            <a:ext cx="5888736" cy="102414"/>
          </a:xfrm>
          <a:prstGeom prst="rect">
            <a:avLst/>
          </a:prstGeom>
          <a:solidFill>
            <a:srgbClr val="064F73"/>
          </a:solidFill>
          <a:ln w="12700">
            <a:solidFill>
              <a:srgbClr val="064F73"/>
            </a:solidFill>
            <a:prstDash val="solid"/>
          </a:ln>
        </p:spPr>
        <p:txBody>
          <a:bodyPr/>
          <a:lstStyle/>
          <a:p>
            <a:endParaRPr lang="en-US" sz="2520"/>
          </a:p>
        </p:txBody>
      </p:sp>
      <p:sp>
        <p:nvSpPr>
          <p:cNvPr id="12" name="Text 10"/>
          <p:cNvSpPr/>
          <p:nvPr/>
        </p:nvSpPr>
        <p:spPr>
          <a:xfrm>
            <a:off x="435258" y="2562606"/>
            <a:ext cx="5530290" cy="448056"/>
          </a:xfrm>
          <a:prstGeom prst="rect">
            <a:avLst/>
          </a:prstGeom>
          <a:noFill/>
          <a:ln/>
        </p:spPr>
        <p:txBody>
          <a:bodyPr wrap="square" lIns="0" tIns="0" rIns="0" bIns="0" rtlCol="0" anchor="ctr"/>
          <a:lstStyle/>
          <a:p>
            <a:r>
              <a:rPr lang="en-US" sz="1540" b="1" dirty="0">
                <a:solidFill>
                  <a:srgbClr val="064F73"/>
                </a:solidFill>
                <a:latin typeface="Calibri" pitchFamily="34" charset="0"/>
                <a:ea typeface="Calibri" pitchFamily="34" charset="-122"/>
                <a:cs typeface="Calibri" pitchFamily="34" charset="-120"/>
              </a:rPr>
              <a:t>INPUTS</a:t>
            </a:r>
            <a:endParaRPr lang="en-US" sz="1540" dirty="0"/>
          </a:p>
        </p:txBody>
      </p:sp>
      <p:sp>
        <p:nvSpPr>
          <p:cNvPr id="13" name="Shape 11"/>
          <p:cNvSpPr/>
          <p:nvPr/>
        </p:nvSpPr>
        <p:spPr>
          <a:xfrm>
            <a:off x="435258" y="3036264"/>
            <a:ext cx="5530290" cy="0"/>
          </a:xfrm>
          <a:prstGeom prst="line">
            <a:avLst/>
          </a:prstGeom>
          <a:noFill/>
          <a:ln w="6350">
            <a:solidFill>
              <a:srgbClr val="C8D8E8"/>
            </a:solidFill>
            <a:prstDash val="solid"/>
          </a:ln>
        </p:spPr>
        <p:txBody>
          <a:bodyPr/>
          <a:lstStyle/>
          <a:p>
            <a:endParaRPr lang="en-US" sz="2520"/>
          </a:p>
        </p:txBody>
      </p:sp>
      <p:sp>
        <p:nvSpPr>
          <p:cNvPr id="14" name="Text 12"/>
          <p:cNvSpPr/>
          <p:nvPr/>
        </p:nvSpPr>
        <p:spPr>
          <a:xfrm>
            <a:off x="435258" y="3100274"/>
            <a:ext cx="5530290" cy="806502"/>
          </a:xfrm>
          <a:prstGeom prst="rect">
            <a:avLst/>
          </a:prstGeom>
          <a:noFill/>
          <a:ln/>
        </p:spPr>
        <p:txBody>
          <a:bodyPr wrap="square" lIns="0" tIns="0" rIns="0" bIns="0" rtlCol="0" anchor="t"/>
          <a:lstStyle/>
          <a:p>
            <a:pPr marL="480078" indent="-480078">
              <a:buSzPct val="100000"/>
              <a:buChar char="•"/>
            </a:pPr>
            <a:r>
              <a:rPr lang="en-US" sz="1470" dirty="0">
                <a:solidFill>
                  <a:srgbClr val="3A5068"/>
                </a:solidFill>
                <a:latin typeface="Calibri" pitchFamily="34" charset="0"/>
                <a:ea typeface="Calibri" pitchFamily="34" charset="-122"/>
                <a:cs typeface="Calibri" pitchFamily="34" charset="-120"/>
              </a:rPr>
              <a:t>usid_coverage_pixels.json — pixel-level RSRP / SINR / RSRQ / throughput per tower</a:t>
            </a:r>
            <a:endParaRPr lang="en-US" sz="1470" dirty="0"/>
          </a:p>
          <a:p>
            <a:pPr marL="480078" indent="-480078">
              <a:buSzPct val="100000"/>
              <a:buChar char="•"/>
            </a:pPr>
            <a:r>
              <a:rPr lang="en-US" sz="1470" dirty="0">
                <a:solidFill>
                  <a:srgbClr val="3A5068"/>
                </a:solidFill>
                <a:latin typeface="Calibri" pitchFamily="34" charset="0"/>
                <a:ea typeface="Calibri" pitchFamily="34" charset="-122"/>
                <a:cs typeface="Calibri" pitchFamily="34" charset="-120"/>
              </a:rPr>
              <a:t>usid_attributes.csv — tower height, 4G/5G cell counts, active frequency bands</a:t>
            </a:r>
            <a:endParaRPr lang="en-US" sz="1470" dirty="0"/>
          </a:p>
        </p:txBody>
      </p:sp>
      <p:sp>
        <p:nvSpPr>
          <p:cNvPr id="15" name="Shape 13"/>
          <p:cNvSpPr/>
          <p:nvPr/>
        </p:nvSpPr>
        <p:spPr>
          <a:xfrm>
            <a:off x="256032" y="4162808"/>
            <a:ext cx="5888736" cy="2951502"/>
          </a:xfrm>
          <a:prstGeom prst="rect">
            <a:avLst/>
          </a:prstGeom>
          <a:solidFill>
            <a:srgbClr val="FFFFFF"/>
          </a:solidFill>
          <a:ln w="9525">
            <a:solidFill>
              <a:srgbClr val="C8D8E8"/>
            </a:solidFill>
            <a:prstDash val="solid"/>
          </a:ln>
          <a:effectLst>
            <a:outerShdw blurRad="63500" dist="25400" dir="8100000" algn="bl" rotWithShape="0">
              <a:srgbClr val="000000">
                <a:alpha val="10000"/>
              </a:srgbClr>
            </a:outerShdw>
          </a:effectLst>
        </p:spPr>
        <p:txBody>
          <a:bodyPr/>
          <a:lstStyle/>
          <a:p>
            <a:endParaRPr lang="en-US" sz="2520"/>
          </a:p>
        </p:txBody>
      </p:sp>
      <p:sp>
        <p:nvSpPr>
          <p:cNvPr id="16" name="Shape 14"/>
          <p:cNvSpPr/>
          <p:nvPr/>
        </p:nvSpPr>
        <p:spPr>
          <a:xfrm>
            <a:off x="256032" y="4162806"/>
            <a:ext cx="5888736" cy="102414"/>
          </a:xfrm>
          <a:prstGeom prst="rect">
            <a:avLst/>
          </a:prstGeom>
          <a:solidFill>
            <a:srgbClr val="064F73"/>
          </a:solidFill>
          <a:ln w="12700">
            <a:solidFill>
              <a:srgbClr val="064F73"/>
            </a:solidFill>
            <a:prstDash val="solid"/>
          </a:ln>
        </p:spPr>
        <p:txBody>
          <a:bodyPr/>
          <a:lstStyle/>
          <a:p>
            <a:endParaRPr lang="en-US" sz="2520"/>
          </a:p>
        </p:txBody>
      </p:sp>
      <p:sp>
        <p:nvSpPr>
          <p:cNvPr id="17" name="Text 15"/>
          <p:cNvSpPr/>
          <p:nvPr/>
        </p:nvSpPr>
        <p:spPr>
          <a:xfrm>
            <a:off x="435258" y="4290822"/>
            <a:ext cx="5530290" cy="448056"/>
          </a:xfrm>
          <a:prstGeom prst="rect">
            <a:avLst/>
          </a:prstGeom>
          <a:noFill/>
          <a:ln/>
        </p:spPr>
        <p:txBody>
          <a:bodyPr wrap="square" lIns="0" tIns="0" rIns="0" bIns="0" rtlCol="0" anchor="ctr"/>
          <a:lstStyle/>
          <a:p>
            <a:r>
              <a:rPr lang="en-US" sz="1540" b="1" dirty="0">
                <a:solidFill>
                  <a:srgbClr val="064F73"/>
                </a:solidFill>
                <a:latin typeface="Calibri" pitchFamily="34" charset="0"/>
                <a:ea typeface="Calibri" pitchFamily="34" charset="-122"/>
                <a:cs typeface="Calibri" pitchFamily="34" charset="-120"/>
              </a:rPr>
              <a:t>HOW IT WORKS</a:t>
            </a:r>
            <a:endParaRPr lang="en-US" sz="1540" dirty="0"/>
          </a:p>
        </p:txBody>
      </p:sp>
      <p:sp>
        <p:nvSpPr>
          <p:cNvPr id="18" name="Shape 16"/>
          <p:cNvSpPr/>
          <p:nvPr/>
        </p:nvSpPr>
        <p:spPr>
          <a:xfrm>
            <a:off x="435258" y="4764480"/>
            <a:ext cx="5530290" cy="0"/>
          </a:xfrm>
          <a:prstGeom prst="line">
            <a:avLst/>
          </a:prstGeom>
          <a:noFill/>
          <a:ln w="6350">
            <a:solidFill>
              <a:srgbClr val="C8D8E8"/>
            </a:solidFill>
            <a:prstDash val="solid"/>
          </a:ln>
        </p:spPr>
        <p:txBody>
          <a:bodyPr/>
          <a:lstStyle/>
          <a:p>
            <a:endParaRPr lang="en-US" sz="2520"/>
          </a:p>
        </p:txBody>
      </p:sp>
      <p:sp>
        <p:nvSpPr>
          <p:cNvPr id="20" name="Shape 18"/>
          <p:cNvSpPr/>
          <p:nvPr/>
        </p:nvSpPr>
        <p:spPr>
          <a:xfrm>
            <a:off x="256032" y="7574693"/>
            <a:ext cx="5888736" cy="383061"/>
          </a:xfrm>
          <a:prstGeom prst="rect">
            <a:avLst/>
          </a:prstGeom>
          <a:solidFill>
            <a:srgbClr val="E6F7F2"/>
          </a:solidFill>
          <a:ln w="12700">
            <a:solidFill>
              <a:srgbClr val="02C39A"/>
            </a:solidFill>
            <a:prstDash val="solid"/>
          </a:ln>
        </p:spPr>
        <p:txBody>
          <a:bodyPr/>
          <a:lstStyle/>
          <a:p>
            <a:endParaRPr lang="en-US" sz="2520"/>
          </a:p>
        </p:txBody>
      </p:sp>
      <p:sp>
        <p:nvSpPr>
          <p:cNvPr id="21" name="Text 19"/>
          <p:cNvSpPr/>
          <p:nvPr/>
        </p:nvSpPr>
        <p:spPr>
          <a:xfrm>
            <a:off x="435254" y="7386476"/>
            <a:ext cx="5504688" cy="793698"/>
          </a:xfrm>
          <a:prstGeom prst="rect">
            <a:avLst/>
          </a:prstGeom>
          <a:noFill/>
          <a:ln/>
        </p:spPr>
        <p:txBody>
          <a:bodyPr wrap="square" lIns="0" tIns="0" rIns="0" bIns="0" rtlCol="0" anchor="ctr"/>
          <a:lstStyle/>
          <a:p>
            <a:r>
              <a:rPr lang="en-US" sz="1540" dirty="0">
                <a:solidFill>
                  <a:srgbClr val="027A5A"/>
                </a:solidFill>
                <a:latin typeface="Calibri" pitchFamily="34" charset="0"/>
                <a:ea typeface="Calibri" pitchFamily="34" charset="-122"/>
                <a:cs typeface="Calibri" pitchFamily="34" charset="-120"/>
              </a:rPr>
              <a:t>▶  preprocessing stats file  +  6 spatial image files</a:t>
            </a:r>
            <a:endParaRPr lang="en-US" sz="1540" dirty="0"/>
          </a:p>
        </p:txBody>
      </p:sp>
      <p:sp>
        <p:nvSpPr>
          <p:cNvPr id="22" name="Shape 20"/>
          <p:cNvSpPr/>
          <p:nvPr/>
        </p:nvSpPr>
        <p:spPr>
          <a:xfrm>
            <a:off x="6592824" y="2434590"/>
            <a:ext cx="5952744" cy="1600200"/>
          </a:xfrm>
          <a:prstGeom prst="rect">
            <a:avLst/>
          </a:prstGeom>
          <a:solidFill>
            <a:srgbClr val="FFFFFF"/>
          </a:solidFill>
          <a:ln w="9525">
            <a:solidFill>
              <a:srgbClr val="C8D8E8"/>
            </a:solidFill>
            <a:prstDash val="solid"/>
          </a:ln>
          <a:effectLst>
            <a:outerShdw blurRad="63500" dist="25400" dir="8100000" algn="bl" rotWithShape="0">
              <a:srgbClr val="000000">
                <a:alpha val="10000"/>
              </a:srgbClr>
            </a:outerShdw>
          </a:effectLst>
        </p:spPr>
        <p:txBody>
          <a:bodyPr/>
          <a:lstStyle/>
          <a:p>
            <a:endParaRPr lang="en-US" sz="2520"/>
          </a:p>
        </p:txBody>
      </p:sp>
      <p:sp>
        <p:nvSpPr>
          <p:cNvPr id="23" name="Shape 21"/>
          <p:cNvSpPr/>
          <p:nvPr/>
        </p:nvSpPr>
        <p:spPr>
          <a:xfrm>
            <a:off x="6592824" y="2434590"/>
            <a:ext cx="5952744" cy="102414"/>
          </a:xfrm>
          <a:prstGeom prst="rect">
            <a:avLst/>
          </a:prstGeom>
          <a:solidFill>
            <a:srgbClr val="027A7A"/>
          </a:solidFill>
          <a:ln w="12700">
            <a:solidFill>
              <a:srgbClr val="027A7A"/>
            </a:solidFill>
            <a:prstDash val="solid"/>
          </a:ln>
        </p:spPr>
        <p:txBody>
          <a:bodyPr/>
          <a:lstStyle/>
          <a:p>
            <a:endParaRPr lang="en-US" sz="2520"/>
          </a:p>
        </p:txBody>
      </p:sp>
      <p:sp>
        <p:nvSpPr>
          <p:cNvPr id="24" name="Text 22"/>
          <p:cNvSpPr/>
          <p:nvPr/>
        </p:nvSpPr>
        <p:spPr>
          <a:xfrm>
            <a:off x="6772050" y="2562606"/>
            <a:ext cx="5594298" cy="448056"/>
          </a:xfrm>
          <a:prstGeom prst="rect">
            <a:avLst/>
          </a:prstGeom>
          <a:noFill/>
          <a:ln/>
        </p:spPr>
        <p:txBody>
          <a:bodyPr wrap="square" lIns="0" tIns="0" rIns="0" bIns="0" rtlCol="0" anchor="ctr"/>
          <a:lstStyle/>
          <a:p>
            <a:r>
              <a:rPr lang="en-US" sz="1540" b="1" dirty="0">
                <a:solidFill>
                  <a:srgbClr val="027A7A"/>
                </a:solidFill>
                <a:latin typeface="Calibri" pitchFamily="34" charset="0"/>
                <a:ea typeface="Calibri" pitchFamily="34" charset="-122"/>
                <a:cs typeface="Calibri" pitchFamily="34" charset="-120"/>
              </a:rPr>
              <a:t>INPUTS</a:t>
            </a:r>
            <a:endParaRPr lang="en-US" sz="1540" dirty="0"/>
          </a:p>
        </p:txBody>
      </p:sp>
      <p:sp>
        <p:nvSpPr>
          <p:cNvPr id="25" name="Shape 23"/>
          <p:cNvSpPr/>
          <p:nvPr/>
        </p:nvSpPr>
        <p:spPr>
          <a:xfrm>
            <a:off x="6772050" y="3036264"/>
            <a:ext cx="5594298" cy="0"/>
          </a:xfrm>
          <a:prstGeom prst="line">
            <a:avLst/>
          </a:prstGeom>
          <a:noFill/>
          <a:ln w="6350">
            <a:solidFill>
              <a:srgbClr val="C8D8E8"/>
            </a:solidFill>
            <a:prstDash val="solid"/>
          </a:ln>
        </p:spPr>
        <p:txBody>
          <a:bodyPr/>
          <a:lstStyle/>
          <a:p>
            <a:endParaRPr lang="en-US" sz="2520"/>
          </a:p>
        </p:txBody>
      </p:sp>
      <p:sp>
        <p:nvSpPr>
          <p:cNvPr id="26" name="Text 24"/>
          <p:cNvSpPr/>
          <p:nvPr/>
        </p:nvSpPr>
        <p:spPr>
          <a:xfrm>
            <a:off x="6772050" y="3100274"/>
            <a:ext cx="5594298" cy="806502"/>
          </a:xfrm>
          <a:prstGeom prst="rect">
            <a:avLst/>
          </a:prstGeom>
          <a:noFill/>
          <a:ln/>
        </p:spPr>
        <p:txBody>
          <a:bodyPr wrap="square" lIns="0" tIns="0" rIns="0" bIns="0" rtlCol="0" anchor="t"/>
          <a:lstStyle/>
          <a:p>
            <a:pPr marL="480078" indent="-480078">
              <a:buSzPct val="100000"/>
              <a:buChar char="•"/>
            </a:pPr>
            <a:r>
              <a:rPr lang="en-US" sz="1470" dirty="0">
                <a:solidFill>
                  <a:srgbClr val="3A5068"/>
                </a:solidFill>
                <a:latin typeface="Calibri" pitchFamily="34" charset="0"/>
                <a:ea typeface="Calibri" pitchFamily="34" charset="-122"/>
                <a:cs typeface="Calibri" pitchFamily="34" charset="-120"/>
              </a:rPr>
              <a:t>Hourly KPI CSVs per USID — timestamp, throughput_mbps, volume_gb</a:t>
            </a:r>
            <a:endParaRPr lang="en-US" sz="1470" dirty="0"/>
          </a:p>
          <a:p>
            <a:pPr marL="480078" indent="-480078">
              <a:buSzPct val="100000"/>
              <a:buChar char="•"/>
            </a:pPr>
            <a:r>
              <a:rPr lang="en-US" sz="1470" dirty="0">
                <a:solidFill>
                  <a:srgbClr val="3A5068"/>
                </a:solidFill>
                <a:latin typeface="Calibri" pitchFamily="34" charset="0"/>
                <a:ea typeface="Calibri" pitchFamily="34" charset="-122"/>
                <a:cs typeface="Calibri" pitchFamily="34" charset="-120"/>
              </a:rPr>
              <a:t>Shutdown start timestamp — determines historical cutoff</a:t>
            </a:r>
            <a:endParaRPr lang="en-US" sz="1470" dirty="0"/>
          </a:p>
        </p:txBody>
      </p:sp>
      <p:sp>
        <p:nvSpPr>
          <p:cNvPr id="27" name="Shape 25"/>
          <p:cNvSpPr/>
          <p:nvPr/>
        </p:nvSpPr>
        <p:spPr>
          <a:xfrm>
            <a:off x="6592824" y="4162807"/>
            <a:ext cx="5952744" cy="2951502"/>
          </a:xfrm>
          <a:prstGeom prst="rect">
            <a:avLst/>
          </a:prstGeom>
          <a:solidFill>
            <a:srgbClr val="FFFFFF"/>
          </a:solidFill>
          <a:ln w="9525">
            <a:solidFill>
              <a:srgbClr val="C8D8E8"/>
            </a:solidFill>
            <a:prstDash val="solid"/>
          </a:ln>
          <a:effectLst>
            <a:outerShdw blurRad="63500" dist="25400" dir="8100000" algn="bl" rotWithShape="0">
              <a:srgbClr val="000000">
                <a:alpha val="10000"/>
              </a:srgbClr>
            </a:outerShdw>
          </a:effectLst>
        </p:spPr>
        <p:txBody>
          <a:bodyPr/>
          <a:lstStyle/>
          <a:p>
            <a:endParaRPr lang="en-US" sz="2520"/>
          </a:p>
        </p:txBody>
      </p:sp>
      <p:sp>
        <p:nvSpPr>
          <p:cNvPr id="28" name="Shape 26"/>
          <p:cNvSpPr/>
          <p:nvPr/>
        </p:nvSpPr>
        <p:spPr>
          <a:xfrm>
            <a:off x="6592824" y="4162806"/>
            <a:ext cx="5952744" cy="102414"/>
          </a:xfrm>
          <a:prstGeom prst="rect">
            <a:avLst/>
          </a:prstGeom>
          <a:solidFill>
            <a:srgbClr val="027A7A"/>
          </a:solidFill>
          <a:ln w="12700">
            <a:solidFill>
              <a:srgbClr val="027A7A"/>
            </a:solidFill>
            <a:prstDash val="solid"/>
          </a:ln>
        </p:spPr>
        <p:txBody>
          <a:bodyPr/>
          <a:lstStyle/>
          <a:p>
            <a:endParaRPr lang="en-US" sz="2520"/>
          </a:p>
        </p:txBody>
      </p:sp>
      <p:sp>
        <p:nvSpPr>
          <p:cNvPr id="29" name="Text 27"/>
          <p:cNvSpPr/>
          <p:nvPr/>
        </p:nvSpPr>
        <p:spPr>
          <a:xfrm>
            <a:off x="6772050" y="4290822"/>
            <a:ext cx="5594298" cy="448056"/>
          </a:xfrm>
          <a:prstGeom prst="rect">
            <a:avLst/>
          </a:prstGeom>
          <a:noFill/>
          <a:ln/>
        </p:spPr>
        <p:txBody>
          <a:bodyPr wrap="square" lIns="0" tIns="0" rIns="0" bIns="0" rtlCol="0" anchor="ctr"/>
          <a:lstStyle/>
          <a:p>
            <a:r>
              <a:rPr lang="en-US" sz="1540" b="1" dirty="0">
                <a:solidFill>
                  <a:srgbClr val="027A7A"/>
                </a:solidFill>
                <a:latin typeface="Calibri" pitchFamily="34" charset="0"/>
                <a:ea typeface="Calibri" pitchFamily="34" charset="-122"/>
                <a:cs typeface="Calibri" pitchFamily="34" charset="-120"/>
              </a:rPr>
              <a:t>HOW IT WORKS</a:t>
            </a:r>
            <a:endParaRPr lang="en-US" sz="1540" dirty="0"/>
          </a:p>
        </p:txBody>
      </p:sp>
      <p:sp>
        <p:nvSpPr>
          <p:cNvPr id="30" name="Shape 28"/>
          <p:cNvSpPr/>
          <p:nvPr/>
        </p:nvSpPr>
        <p:spPr>
          <a:xfrm>
            <a:off x="6772050" y="4764480"/>
            <a:ext cx="5594298" cy="0"/>
          </a:xfrm>
          <a:prstGeom prst="line">
            <a:avLst/>
          </a:prstGeom>
          <a:noFill/>
          <a:ln w="6350">
            <a:solidFill>
              <a:srgbClr val="C8D8E8"/>
            </a:solidFill>
            <a:prstDash val="solid"/>
          </a:ln>
        </p:spPr>
        <p:txBody>
          <a:bodyPr/>
          <a:lstStyle/>
          <a:p>
            <a:endParaRPr lang="en-US" sz="2520"/>
          </a:p>
        </p:txBody>
      </p:sp>
      <p:sp>
        <p:nvSpPr>
          <p:cNvPr id="31" name="Text 29"/>
          <p:cNvSpPr/>
          <p:nvPr/>
        </p:nvSpPr>
        <p:spPr>
          <a:xfrm>
            <a:off x="6656833" y="4944266"/>
            <a:ext cx="5952744" cy="2298057"/>
          </a:xfrm>
          <a:prstGeom prst="rect">
            <a:avLst/>
          </a:prstGeom>
          <a:noFill/>
          <a:ln/>
        </p:spPr>
        <p:txBody>
          <a:bodyPr wrap="square" lIns="0" tIns="0" rIns="0" bIns="0" rtlCol="0" anchor="t"/>
          <a:lstStyle/>
          <a:p>
            <a:pPr marL="342912" indent="-342912">
              <a:spcAft>
                <a:spcPts val="400"/>
              </a:spcAft>
              <a:buSzPct val="100000"/>
              <a:buChar char="•"/>
            </a:pPr>
            <a:r>
              <a:rPr lang="en-US" sz="1499" dirty="0">
                <a:solidFill>
                  <a:srgbClr val="3A5068"/>
                </a:solidFill>
                <a:latin typeface="Calibri" pitchFamily="34" charset="0"/>
                <a:ea typeface="Calibri" pitchFamily="34" charset="-122"/>
                <a:cs typeface="Calibri" pitchFamily="34" charset="-120"/>
              </a:rPr>
              <a:t>For each tower, computes statistical summaries of historical load: median, 90th percentile, 99th percentile throughput and volume</a:t>
            </a:r>
            <a:endParaRPr lang="en-US" sz="1499" dirty="0"/>
          </a:p>
          <a:p>
            <a:pPr marL="342912" indent="-342912">
              <a:spcAft>
                <a:spcPts val="400"/>
              </a:spcAft>
              <a:buSzPct val="100000"/>
              <a:buChar char="•"/>
            </a:pPr>
            <a:r>
              <a:rPr lang="en-US" sz="1499" dirty="0">
                <a:solidFill>
                  <a:srgbClr val="3A5068"/>
                </a:solidFill>
                <a:latin typeface="Calibri" pitchFamily="34" charset="0"/>
                <a:ea typeface="Calibri" pitchFamily="34" charset="-122"/>
                <a:cs typeface="Calibri" pitchFamily="34" charset="-120"/>
              </a:rPr>
              <a:t>Builds hourly traffic patterns — what the average load looks like at each hour of the day across all historical records</a:t>
            </a:r>
            <a:endParaRPr lang="en-US" sz="1499" dirty="0"/>
          </a:p>
          <a:p>
            <a:pPr marL="342912" indent="-342912">
              <a:spcAft>
                <a:spcPts val="400"/>
              </a:spcAft>
              <a:buSzPct val="100000"/>
              <a:buChar char="•"/>
            </a:pPr>
            <a:r>
              <a:rPr lang="en-US" sz="1499" dirty="0">
                <a:solidFill>
                  <a:srgbClr val="3A5068"/>
                </a:solidFill>
                <a:latin typeface="Calibri" pitchFamily="34" charset="0"/>
                <a:ea typeface="Calibri" pitchFamily="34" charset="-122"/>
                <a:cs typeface="Calibri" pitchFamily="34" charset="-120"/>
              </a:rPr>
              <a:t>Builds weekly patterns — how load varies across days of the week on average</a:t>
            </a:r>
            <a:endParaRPr lang="en-US" sz="1499" dirty="0"/>
          </a:p>
          <a:p>
            <a:pPr marL="342912" indent="-342912">
              <a:spcAft>
                <a:spcPts val="400"/>
              </a:spcAft>
              <a:buSzPct val="100000"/>
              <a:buChar char="•"/>
            </a:pPr>
            <a:r>
              <a:rPr lang="en-US" sz="1499" dirty="0">
                <a:solidFill>
                  <a:srgbClr val="3A5068"/>
                </a:solidFill>
                <a:latin typeface="Calibri" pitchFamily="34" charset="0"/>
                <a:ea typeface="Calibri" pitchFamily="34" charset="-122"/>
                <a:cs typeface="Calibri" pitchFamily="34" charset="-120"/>
              </a:rPr>
              <a:t>Calculates a utilization ratio: how heavily each tower is already loaded relative to its theoretical maximum capacity</a:t>
            </a:r>
            <a:endParaRPr lang="en-US" sz="1499" dirty="0"/>
          </a:p>
          <a:p>
            <a:pPr marL="480078" indent="-480078">
              <a:buSzPct val="100000"/>
              <a:buChar char="•"/>
            </a:pPr>
            <a:endParaRPr lang="en-US" sz="1470" dirty="0"/>
          </a:p>
        </p:txBody>
      </p:sp>
      <p:sp>
        <p:nvSpPr>
          <p:cNvPr id="32" name="Shape 30"/>
          <p:cNvSpPr/>
          <p:nvPr/>
        </p:nvSpPr>
        <p:spPr>
          <a:xfrm>
            <a:off x="6592824" y="7574693"/>
            <a:ext cx="5952744" cy="364585"/>
          </a:xfrm>
          <a:prstGeom prst="rect">
            <a:avLst/>
          </a:prstGeom>
          <a:solidFill>
            <a:srgbClr val="E6F7F2"/>
          </a:solidFill>
          <a:ln w="12700">
            <a:solidFill>
              <a:srgbClr val="02C39A"/>
            </a:solidFill>
            <a:prstDash val="solid"/>
          </a:ln>
        </p:spPr>
        <p:txBody>
          <a:bodyPr/>
          <a:lstStyle/>
          <a:p>
            <a:endParaRPr lang="en-US" sz="2520"/>
          </a:p>
        </p:txBody>
      </p:sp>
      <p:sp>
        <p:nvSpPr>
          <p:cNvPr id="33" name="Text 31"/>
          <p:cNvSpPr/>
          <p:nvPr/>
        </p:nvSpPr>
        <p:spPr>
          <a:xfrm>
            <a:off x="6784848" y="7574693"/>
            <a:ext cx="5568696" cy="364585"/>
          </a:xfrm>
          <a:prstGeom prst="rect">
            <a:avLst/>
          </a:prstGeom>
          <a:noFill/>
          <a:ln/>
        </p:spPr>
        <p:txBody>
          <a:bodyPr wrap="square" lIns="0" tIns="0" rIns="0" bIns="0" rtlCol="0" anchor="ctr"/>
          <a:lstStyle/>
          <a:p>
            <a:r>
              <a:rPr lang="en-US" sz="1540" dirty="0">
                <a:solidFill>
                  <a:srgbClr val="027A5A"/>
                </a:solidFill>
                <a:latin typeface="Calibri" pitchFamily="34" charset="0"/>
                <a:ea typeface="Calibri" pitchFamily="34" charset="-122"/>
                <a:cs typeface="Calibri" pitchFamily="34" charset="-120"/>
              </a:rPr>
              <a:t>▶  KPI stats file</a:t>
            </a:r>
            <a:endParaRPr lang="en-US" sz="1540" dirty="0"/>
          </a:p>
        </p:txBody>
      </p:sp>
      <p:sp>
        <p:nvSpPr>
          <p:cNvPr id="36" name="TextBox 35">
            <a:extLst>
              <a:ext uri="{FF2B5EF4-FFF2-40B4-BE49-F238E27FC236}">
                <a16:creationId xmlns:a16="http://schemas.microsoft.com/office/drawing/2014/main" id="{EA0E7176-E39B-EE53-26D9-D556AEB42EE2}"/>
              </a:ext>
            </a:extLst>
          </p:cNvPr>
          <p:cNvSpPr txBox="1"/>
          <p:nvPr/>
        </p:nvSpPr>
        <p:spPr>
          <a:xfrm>
            <a:off x="352046" y="4816243"/>
            <a:ext cx="5664709" cy="2299347"/>
          </a:xfrm>
          <a:prstGeom prst="rect">
            <a:avLst/>
          </a:prstGeom>
          <a:noFill/>
        </p:spPr>
        <p:txBody>
          <a:bodyPr wrap="square" rtlCol="0">
            <a:spAutoFit/>
          </a:bodyPr>
          <a:lstStyle/>
          <a:p>
            <a:pPr marL="342912" indent="-342912">
              <a:spcAft>
                <a:spcPts val="400"/>
              </a:spcAft>
              <a:buSzPct val="100000"/>
              <a:buChar char="•"/>
            </a:pPr>
            <a:r>
              <a:rPr lang="en-US" sz="1301" dirty="0">
                <a:solidFill>
                  <a:srgbClr val="3A5068"/>
                </a:solidFill>
                <a:latin typeface="Calibri" pitchFamily="34" charset="0"/>
                <a:ea typeface="Calibri" pitchFamily="34" charset="-122"/>
                <a:cs typeface="Calibri" pitchFamily="34" charset="-120"/>
              </a:rPr>
              <a:t>For every geographic pixel in the area, it calculates which tower dominates and how strong the signal is.</a:t>
            </a:r>
            <a:endParaRPr lang="en-US" sz="1301" dirty="0"/>
          </a:p>
          <a:p>
            <a:pPr marL="342912" indent="-342912">
              <a:spcAft>
                <a:spcPts val="400"/>
              </a:spcAft>
              <a:buSzPct val="100000"/>
              <a:buChar char="•"/>
            </a:pPr>
            <a:r>
              <a:rPr lang="en-US" sz="1301" dirty="0">
                <a:solidFill>
                  <a:srgbClr val="3A5068"/>
                </a:solidFill>
                <a:latin typeface="Calibri" pitchFamily="34" charset="0"/>
                <a:ea typeface="Calibri" pitchFamily="34" charset="-122"/>
                <a:cs typeface="Calibri" pitchFamily="34" charset="-120"/>
              </a:rPr>
              <a:t>Scores each USID's structural capacity based on how many 4G/5G cells it has and how many frequency bands are active.</a:t>
            </a:r>
            <a:endParaRPr lang="en-US" sz="1301" dirty="0"/>
          </a:p>
          <a:p>
            <a:pPr marL="342912" indent="-342912">
              <a:spcAft>
                <a:spcPts val="400"/>
              </a:spcAft>
              <a:buSzPct val="100000"/>
              <a:buChar char="•"/>
            </a:pPr>
            <a:r>
              <a:rPr lang="en-US" sz="1301" dirty="0">
                <a:solidFill>
                  <a:srgbClr val="3A5068"/>
                </a:solidFill>
                <a:latin typeface="Calibri" pitchFamily="34" charset="0"/>
                <a:ea typeface="Calibri" pitchFamily="34" charset="-122"/>
                <a:cs typeface="Calibri" pitchFamily="34" charset="-120"/>
              </a:rPr>
              <a:t>Calculate which backup USIDs absorb its pixels, how loaded they become, and where coverage holes appear.</a:t>
            </a:r>
            <a:endParaRPr lang="en-US" sz="1301" dirty="0"/>
          </a:p>
          <a:p>
            <a:pPr marL="342912" indent="-342912">
              <a:spcAft>
                <a:spcPts val="400"/>
              </a:spcAft>
              <a:buSzPct val="100000"/>
              <a:buChar char="•"/>
            </a:pPr>
            <a:r>
              <a:rPr lang="en-US" sz="1301" dirty="0">
                <a:solidFill>
                  <a:srgbClr val="3A5068"/>
                </a:solidFill>
                <a:latin typeface="Calibri" pitchFamily="34" charset="0"/>
                <a:ea typeface="Calibri" pitchFamily="34" charset="-122"/>
                <a:cs typeface="Calibri" pitchFamily="34" charset="-120"/>
              </a:rPr>
              <a:t>Classifies every pixel's interference environment (whether SINR is limited by competing USIDs or by the environment itself)</a:t>
            </a:r>
            <a:endParaRPr lang="en-US" sz="1301" dirty="0"/>
          </a:p>
          <a:p>
            <a:pPr marL="342912" indent="-342912">
              <a:spcAft>
                <a:spcPts val="400"/>
              </a:spcAft>
              <a:buSzPct val="100000"/>
              <a:buChar char="•"/>
            </a:pPr>
            <a:r>
              <a:rPr lang="en-US" sz="1301" dirty="0">
                <a:solidFill>
                  <a:srgbClr val="3A5068"/>
                </a:solidFill>
                <a:latin typeface="Calibri" pitchFamily="34" charset="0"/>
                <a:ea typeface="Calibri" pitchFamily="34" charset="-122"/>
                <a:cs typeface="Calibri" pitchFamily="34" charset="-120"/>
              </a:rPr>
              <a:t>Produces six spatial maps: RSRP heatmaps per neighbor, dominance maps, SINR map, throughput map, and signal quality map</a:t>
            </a:r>
            <a:endParaRPr lang="en-US" sz="130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C3E2B38A-A28B-D5D7-B34F-E1087F74F9FB}"/>
              </a:ext>
            </a:extLst>
          </p:cNvPr>
          <p:cNvSpPr/>
          <p:nvPr/>
        </p:nvSpPr>
        <p:spPr>
          <a:xfrm>
            <a:off x="320041" y="0"/>
            <a:ext cx="8503921" cy="685800"/>
          </a:xfrm>
          <a:prstGeom prst="rect">
            <a:avLst/>
          </a:prstGeom>
          <a:noFill/>
          <a:ln/>
        </p:spPr>
        <p:txBody>
          <a:bodyPr wrap="square" lIns="0" tIns="0" rIns="0" bIns="0" rtlCol="0" anchor="ctr"/>
          <a:lstStyle/>
          <a:p>
            <a:r>
              <a:rPr lang="en-US" sz="2199" b="1" dirty="0">
                <a:solidFill>
                  <a:srgbClr val="FFFFFF"/>
                </a:solidFill>
                <a:latin typeface="Calibri" pitchFamily="34" charset="0"/>
                <a:ea typeface="Calibri" pitchFamily="34" charset="-122"/>
                <a:cs typeface="Calibri" pitchFamily="34" charset="-120"/>
              </a:rPr>
              <a:t>Stage 1 — Coverage &amp; Load Analysis</a:t>
            </a:r>
            <a:endParaRPr lang="en-US" sz="2199" dirty="0"/>
          </a:p>
        </p:txBody>
      </p:sp>
      <p:sp>
        <p:nvSpPr>
          <p:cNvPr id="4" name="Shape 0">
            <a:extLst>
              <a:ext uri="{FF2B5EF4-FFF2-40B4-BE49-F238E27FC236}">
                <a16:creationId xmlns:a16="http://schemas.microsoft.com/office/drawing/2014/main" id="{7CC385A0-3813-87DF-700D-808FAF8E2CD0}"/>
              </a:ext>
            </a:extLst>
          </p:cNvPr>
          <p:cNvSpPr/>
          <p:nvPr/>
        </p:nvSpPr>
        <p:spPr>
          <a:xfrm>
            <a:off x="0" y="2"/>
            <a:ext cx="12801600" cy="998526"/>
          </a:xfrm>
          <a:prstGeom prst="rect">
            <a:avLst/>
          </a:prstGeom>
          <a:solidFill>
            <a:srgbClr val="064F73"/>
          </a:solidFill>
          <a:ln w="12700">
            <a:solidFill>
              <a:srgbClr val="064F73"/>
            </a:solidFill>
            <a:prstDash val="solid"/>
          </a:ln>
        </p:spPr>
        <p:txBody>
          <a:bodyPr/>
          <a:lstStyle/>
          <a:p>
            <a:endParaRPr lang="en-US" sz="2520"/>
          </a:p>
        </p:txBody>
      </p:sp>
      <p:sp>
        <p:nvSpPr>
          <p:cNvPr id="5" name="Text 1">
            <a:extLst>
              <a:ext uri="{FF2B5EF4-FFF2-40B4-BE49-F238E27FC236}">
                <a16:creationId xmlns:a16="http://schemas.microsoft.com/office/drawing/2014/main" id="{2B946840-71E2-8A3B-1DE0-A4D92E47DA7E}"/>
              </a:ext>
            </a:extLst>
          </p:cNvPr>
          <p:cNvSpPr/>
          <p:nvPr/>
        </p:nvSpPr>
        <p:spPr>
          <a:xfrm>
            <a:off x="448056" y="2"/>
            <a:ext cx="9217152" cy="998526"/>
          </a:xfrm>
          <a:prstGeom prst="rect">
            <a:avLst/>
          </a:prstGeom>
          <a:noFill/>
          <a:ln/>
        </p:spPr>
        <p:txBody>
          <a:bodyPr wrap="square" lIns="0" tIns="0" rIns="0" bIns="0" rtlCol="0" anchor="ctr"/>
          <a:lstStyle/>
          <a:p>
            <a:r>
              <a:rPr lang="en-US" sz="3360" b="1" dirty="0">
                <a:solidFill>
                  <a:srgbClr val="FFFFFF"/>
                </a:solidFill>
                <a:latin typeface="Trebuchet MS" pitchFamily="34" charset="0"/>
                <a:ea typeface="Trebuchet MS" pitchFamily="34" charset="-122"/>
                <a:cs typeface="Trebuchet MS" pitchFamily="34" charset="-120"/>
              </a:rPr>
              <a:t>Coverage &amp; Load Agent</a:t>
            </a:r>
            <a:endParaRPr lang="en-US" sz="3360" dirty="0"/>
          </a:p>
        </p:txBody>
      </p:sp>
      <p:sp>
        <p:nvSpPr>
          <p:cNvPr id="6" name="Shape 2">
            <a:extLst>
              <a:ext uri="{FF2B5EF4-FFF2-40B4-BE49-F238E27FC236}">
                <a16:creationId xmlns:a16="http://schemas.microsoft.com/office/drawing/2014/main" id="{1B795ACA-36D6-81B3-F47F-2D6627EF75D8}"/>
              </a:ext>
            </a:extLst>
          </p:cNvPr>
          <p:cNvSpPr/>
          <p:nvPr/>
        </p:nvSpPr>
        <p:spPr>
          <a:xfrm>
            <a:off x="10515601" y="217627"/>
            <a:ext cx="1396314" cy="563270"/>
          </a:xfrm>
          <a:prstGeom prst="rect">
            <a:avLst/>
          </a:prstGeom>
          <a:solidFill>
            <a:srgbClr val="02C39A"/>
          </a:solidFill>
          <a:ln w="12700">
            <a:solidFill>
              <a:srgbClr val="02C39A"/>
            </a:solidFill>
            <a:prstDash val="solid"/>
          </a:ln>
        </p:spPr>
        <p:txBody>
          <a:bodyPr/>
          <a:lstStyle/>
          <a:p>
            <a:endParaRPr lang="en-US" sz="2520" dirty="0"/>
          </a:p>
        </p:txBody>
      </p:sp>
      <p:sp>
        <p:nvSpPr>
          <p:cNvPr id="7" name="Text 3">
            <a:extLst>
              <a:ext uri="{FF2B5EF4-FFF2-40B4-BE49-F238E27FC236}">
                <a16:creationId xmlns:a16="http://schemas.microsoft.com/office/drawing/2014/main" id="{0D1F3CB6-286F-4702-19A1-40BC92CB5A51}"/>
              </a:ext>
            </a:extLst>
          </p:cNvPr>
          <p:cNvSpPr/>
          <p:nvPr/>
        </p:nvSpPr>
        <p:spPr>
          <a:xfrm>
            <a:off x="9985248" y="217627"/>
            <a:ext cx="2496312" cy="563270"/>
          </a:xfrm>
          <a:prstGeom prst="rect">
            <a:avLst/>
          </a:prstGeom>
          <a:noFill/>
          <a:ln/>
        </p:spPr>
        <p:txBody>
          <a:bodyPr wrap="square" lIns="0" tIns="0" rIns="0" bIns="0" rtlCol="0" anchor="ctr"/>
          <a:lstStyle/>
          <a:p>
            <a:pPr algn="ctr"/>
            <a:r>
              <a:rPr lang="en-US" sz="1540" b="1" dirty="0">
                <a:solidFill>
                  <a:srgbClr val="0D2137"/>
                </a:solidFill>
                <a:latin typeface="Calibri" pitchFamily="34" charset="0"/>
                <a:ea typeface="Calibri" pitchFamily="34" charset="-122"/>
                <a:cs typeface="Calibri" pitchFamily="34" charset="-120"/>
              </a:rPr>
              <a:t>Call AI agent</a:t>
            </a:r>
            <a:endParaRPr lang="en-US" sz="1540" dirty="0"/>
          </a:p>
        </p:txBody>
      </p:sp>
      <p:sp>
        <p:nvSpPr>
          <p:cNvPr id="8" name="Shape 7">
            <a:extLst>
              <a:ext uri="{FF2B5EF4-FFF2-40B4-BE49-F238E27FC236}">
                <a16:creationId xmlns:a16="http://schemas.microsoft.com/office/drawing/2014/main" id="{9198080D-FCC7-AA6D-AB0B-59F3049D3212}"/>
              </a:ext>
            </a:extLst>
          </p:cNvPr>
          <p:cNvSpPr/>
          <p:nvPr/>
        </p:nvSpPr>
        <p:spPr>
          <a:xfrm>
            <a:off x="86498" y="1057738"/>
            <a:ext cx="12259137" cy="658368"/>
          </a:xfrm>
          <a:prstGeom prst="rect">
            <a:avLst/>
          </a:prstGeom>
          <a:solidFill>
            <a:srgbClr val="064F73">
              <a:alpha val="10000"/>
            </a:srgbClr>
          </a:solidFill>
          <a:ln w="12700">
            <a:solidFill>
              <a:srgbClr val="064F73"/>
            </a:solidFill>
            <a:prstDash val="solid"/>
          </a:ln>
        </p:spPr>
        <p:txBody>
          <a:bodyPr/>
          <a:lstStyle/>
          <a:p>
            <a:endParaRPr lang="en-US" sz="1369"/>
          </a:p>
        </p:txBody>
      </p:sp>
      <p:sp>
        <p:nvSpPr>
          <p:cNvPr id="9" name="Text 8">
            <a:extLst>
              <a:ext uri="{FF2B5EF4-FFF2-40B4-BE49-F238E27FC236}">
                <a16:creationId xmlns:a16="http://schemas.microsoft.com/office/drawing/2014/main" id="{0C9E6ED4-D644-AC12-8EBA-35492A62F8F8}"/>
              </a:ext>
            </a:extLst>
          </p:cNvPr>
          <p:cNvSpPr/>
          <p:nvPr/>
        </p:nvSpPr>
        <p:spPr>
          <a:xfrm>
            <a:off x="455966" y="1019778"/>
            <a:ext cx="11455948" cy="658368"/>
          </a:xfrm>
          <a:prstGeom prst="rect">
            <a:avLst/>
          </a:prstGeom>
          <a:noFill/>
          <a:ln/>
        </p:spPr>
        <p:txBody>
          <a:bodyPr wrap="square" lIns="0" tIns="0" rIns="0" bIns="0" rtlCol="0" anchor="ctr"/>
          <a:lstStyle/>
          <a:p>
            <a:r>
              <a:rPr lang="en-US" sz="1499" i="1" dirty="0">
                <a:solidFill>
                  <a:srgbClr val="0D2137"/>
                </a:solidFill>
                <a:latin typeface="Calibri" pitchFamily="34" charset="0"/>
                <a:ea typeface="Calibri" pitchFamily="34" charset="-122"/>
                <a:cs typeface="Calibri" pitchFamily="34" charset="-120"/>
              </a:rPr>
              <a:t>Analyzes whether the backup network can physically absorb the target's users after shutdown — both signal quality and structural load capacity</a:t>
            </a:r>
            <a:r>
              <a:rPr lang="en-US" sz="1200" i="1" dirty="0">
                <a:solidFill>
                  <a:srgbClr val="0D2137"/>
                </a:solidFill>
                <a:latin typeface="Calibri" pitchFamily="34" charset="0"/>
                <a:ea typeface="Calibri" pitchFamily="34" charset="-122"/>
                <a:cs typeface="Calibri" pitchFamily="34" charset="-120"/>
              </a:rPr>
              <a:t>.</a:t>
            </a:r>
            <a:endParaRPr lang="en-US" sz="1200" dirty="0"/>
          </a:p>
        </p:txBody>
      </p:sp>
      <p:sp>
        <p:nvSpPr>
          <p:cNvPr id="20" name="Shape 19">
            <a:extLst>
              <a:ext uri="{FF2B5EF4-FFF2-40B4-BE49-F238E27FC236}">
                <a16:creationId xmlns:a16="http://schemas.microsoft.com/office/drawing/2014/main" id="{D7665B0C-3637-06B8-A887-3047A808B789}"/>
              </a:ext>
            </a:extLst>
          </p:cNvPr>
          <p:cNvSpPr/>
          <p:nvPr/>
        </p:nvSpPr>
        <p:spPr>
          <a:xfrm>
            <a:off x="576073" y="4914662"/>
            <a:ext cx="4748454" cy="2033859"/>
          </a:xfrm>
          <a:prstGeom prst="rect">
            <a:avLst/>
          </a:prstGeom>
          <a:solidFill>
            <a:srgbClr val="FFFFFF"/>
          </a:solidFill>
          <a:ln w="9525">
            <a:solidFill>
              <a:srgbClr val="C8D8E8"/>
            </a:solidFill>
            <a:prstDash val="solid"/>
          </a:ln>
          <a:effectLst>
            <a:outerShdw blurRad="63500" dist="25400" dir="8100000" algn="bl" rotWithShape="0">
              <a:srgbClr val="000000">
                <a:alpha val="10000"/>
              </a:srgbClr>
            </a:outerShdw>
          </a:effectLst>
        </p:spPr>
        <p:txBody>
          <a:bodyPr/>
          <a:lstStyle/>
          <a:p>
            <a:endParaRPr lang="en-US" sz="1369"/>
          </a:p>
        </p:txBody>
      </p:sp>
      <p:sp>
        <p:nvSpPr>
          <p:cNvPr id="21" name="Shape 20">
            <a:extLst>
              <a:ext uri="{FF2B5EF4-FFF2-40B4-BE49-F238E27FC236}">
                <a16:creationId xmlns:a16="http://schemas.microsoft.com/office/drawing/2014/main" id="{D1EB0FB3-F72E-289A-B069-4842DED6FEA8}"/>
              </a:ext>
            </a:extLst>
          </p:cNvPr>
          <p:cNvSpPr/>
          <p:nvPr/>
        </p:nvSpPr>
        <p:spPr>
          <a:xfrm>
            <a:off x="576073" y="4914662"/>
            <a:ext cx="4748454" cy="91440"/>
          </a:xfrm>
          <a:prstGeom prst="rect">
            <a:avLst/>
          </a:prstGeom>
          <a:solidFill>
            <a:srgbClr val="064F73"/>
          </a:solidFill>
          <a:ln w="12700">
            <a:solidFill>
              <a:srgbClr val="064F73"/>
            </a:solidFill>
            <a:prstDash val="solid"/>
          </a:ln>
        </p:spPr>
        <p:txBody>
          <a:bodyPr/>
          <a:lstStyle/>
          <a:p>
            <a:endParaRPr lang="en-US" sz="1369"/>
          </a:p>
        </p:txBody>
      </p:sp>
      <p:sp>
        <p:nvSpPr>
          <p:cNvPr id="22" name="Text 21">
            <a:extLst>
              <a:ext uri="{FF2B5EF4-FFF2-40B4-BE49-F238E27FC236}">
                <a16:creationId xmlns:a16="http://schemas.microsoft.com/office/drawing/2014/main" id="{F4308A5E-80A3-0EAA-F231-0607FC1C8C62}"/>
              </a:ext>
            </a:extLst>
          </p:cNvPr>
          <p:cNvSpPr/>
          <p:nvPr/>
        </p:nvSpPr>
        <p:spPr>
          <a:xfrm>
            <a:off x="704088" y="5006102"/>
            <a:ext cx="4478703" cy="320040"/>
          </a:xfrm>
          <a:prstGeom prst="rect">
            <a:avLst/>
          </a:prstGeom>
          <a:noFill/>
          <a:ln/>
        </p:spPr>
        <p:txBody>
          <a:bodyPr wrap="square" lIns="0" tIns="0" rIns="0" bIns="0" rtlCol="0" anchor="ctr"/>
          <a:lstStyle/>
          <a:p>
            <a:r>
              <a:rPr lang="en-US" sz="1540" b="1" dirty="0">
                <a:solidFill>
                  <a:srgbClr val="064F73"/>
                </a:solidFill>
                <a:latin typeface="Calibri" pitchFamily="34" charset="0"/>
                <a:ea typeface="Calibri" pitchFamily="34" charset="-122"/>
                <a:cs typeface="Calibri" pitchFamily="34" charset="-120"/>
              </a:rPr>
              <a:t>OUTPUT  ▸  stage1 coverage load file</a:t>
            </a:r>
            <a:endParaRPr lang="en-US" sz="1540" dirty="0"/>
          </a:p>
        </p:txBody>
      </p:sp>
      <p:sp>
        <p:nvSpPr>
          <p:cNvPr id="23" name="Shape 22">
            <a:extLst>
              <a:ext uri="{FF2B5EF4-FFF2-40B4-BE49-F238E27FC236}">
                <a16:creationId xmlns:a16="http://schemas.microsoft.com/office/drawing/2014/main" id="{37107991-37B6-9F0E-927B-0F5D81CD7E53}"/>
              </a:ext>
            </a:extLst>
          </p:cNvPr>
          <p:cNvSpPr/>
          <p:nvPr/>
        </p:nvSpPr>
        <p:spPr>
          <a:xfrm flipV="1">
            <a:off x="704089" y="5326142"/>
            <a:ext cx="4348590" cy="18288"/>
          </a:xfrm>
          <a:prstGeom prst="line">
            <a:avLst/>
          </a:prstGeom>
          <a:noFill/>
          <a:ln w="6350">
            <a:solidFill>
              <a:srgbClr val="C8D8E8"/>
            </a:solidFill>
            <a:prstDash val="solid"/>
          </a:ln>
        </p:spPr>
        <p:txBody>
          <a:bodyPr/>
          <a:lstStyle/>
          <a:p>
            <a:endParaRPr lang="en-US" sz="1369"/>
          </a:p>
        </p:txBody>
      </p:sp>
      <p:sp>
        <p:nvSpPr>
          <p:cNvPr id="24" name="Text 23">
            <a:extLst>
              <a:ext uri="{FF2B5EF4-FFF2-40B4-BE49-F238E27FC236}">
                <a16:creationId xmlns:a16="http://schemas.microsoft.com/office/drawing/2014/main" id="{B6185130-4C1C-29C7-0073-1C8FC1C88B42}"/>
              </a:ext>
            </a:extLst>
          </p:cNvPr>
          <p:cNvSpPr/>
          <p:nvPr/>
        </p:nvSpPr>
        <p:spPr>
          <a:xfrm>
            <a:off x="704088" y="5390151"/>
            <a:ext cx="4478703" cy="1406560"/>
          </a:xfrm>
          <a:prstGeom prst="rect">
            <a:avLst/>
          </a:prstGeom>
          <a:noFill/>
          <a:ln/>
        </p:spPr>
        <p:txBody>
          <a:bodyPr wrap="square" lIns="0" tIns="0" rIns="0" bIns="0" rtlCol="0" anchor="t"/>
          <a:lstStyle/>
          <a:p>
            <a:pPr marL="342912" indent="-342912">
              <a:buSzPct val="100000"/>
              <a:buChar char="•"/>
            </a:pPr>
            <a:r>
              <a:rPr lang="en-US" sz="1350" dirty="0">
                <a:solidFill>
                  <a:srgbClr val="3A5068"/>
                </a:solidFill>
                <a:latin typeface="Calibri" pitchFamily="34" charset="0"/>
                <a:ea typeface="Calibri" pitchFamily="34" charset="-122"/>
                <a:cs typeface="Calibri" pitchFamily="34" charset="-120"/>
              </a:rPr>
              <a:t>Per-USID role assignments with spatial validation</a:t>
            </a:r>
            <a:endParaRPr lang="en-US" sz="1350" dirty="0"/>
          </a:p>
          <a:p>
            <a:pPr marL="342912" indent="-342912">
              <a:buSzPct val="100000"/>
              <a:buChar char="•"/>
            </a:pPr>
            <a:r>
              <a:rPr lang="en-US" sz="1350" dirty="0">
                <a:solidFill>
                  <a:srgbClr val="3A5068"/>
                </a:solidFill>
                <a:latin typeface="Calibri" pitchFamily="34" charset="0"/>
                <a:ea typeface="Calibri" pitchFamily="34" charset="-122"/>
                <a:cs typeface="Calibri" pitchFamily="34" charset="-120"/>
              </a:rPr>
              <a:t>Per-backup load analysis: absorption, RSRP, load factor, overload risk</a:t>
            </a:r>
            <a:endParaRPr lang="en-US" sz="1350" dirty="0"/>
          </a:p>
          <a:p>
            <a:pPr marL="342912" indent="-342912">
              <a:buSzPct val="100000"/>
              <a:buChar char="•"/>
            </a:pPr>
            <a:r>
              <a:rPr lang="en-US" sz="1350" dirty="0">
                <a:solidFill>
                  <a:srgbClr val="3A5068"/>
                </a:solidFill>
                <a:latin typeface="Calibri" pitchFamily="34" charset="0"/>
                <a:ea typeface="Calibri" pitchFamily="34" charset="-122"/>
                <a:cs typeface="Calibri" pitchFamily="34" charset="-120"/>
              </a:rPr>
              <a:t>Overall load redistribution verdict (adequate / strained / overloaded)</a:t>
            </a:r>
            <a:endParaRPr lang="en-US" sz="1350" dirty="0"/>
          </a:p>
          <a:p>
            <a:pPr marL="342912" indent="-342912">
              <a:buSzPct val="100000"/>
              <a:buChar char="•"/>
            </a:pPr>
            <a:r>
              <a:rPr lang="en-US" sz="1350" dirty="0">
                <a:solidFill>
                  <a:srgbClr val="3A5068"/>
                </a:solidFill>
                <a:latin typeface="Calibri" pitchFamily="34" charset="0"/>
                <a:ea typeface="Calibri" pitchFamily="34" charset="-122"/>
                <a:cs typeface="Calibri" pitchFamily="34" charset="-120"/>
              </a:rPr>
              <a:t>Coverage hole fraction, assessment, and key spatial findings → forwarded to Stage 3</a:t>
            </a:r>
            <a:endParaRPr lang="en-US" sz="1350" dirty="0"/>
          </a:p>
        </p:txBody>
      </p:sp>
      <p:sp>
        <p:nvSpPr>
          <p:cNvPr id="25" name="Shape 24">
            <a:extLst>
              <a:ext uri="{FF2B5EF4-FFF2-40B4-BE49-F238E27FC236}">
                <a16:creationId xmlns:a16="http://schemas.microsoft.com/office/drawing/2014/main" id="{784DFB53-1624-118C-737B-999C9B2B7BB0}"/>
              </a:ext>
            </a:extLst>
          </p:cNvPr>
          <p:cNvSpPr/>
          <p:nvPr/>
        </p:nvSpPr>
        <p:spPr>
          <a:xfrm>
            <a:off x="76490" y="7238612"/>
            <a:ext cx="11835424" cy="457199"/>
          </a:xfrm>
          <a:prstGeom prst="rect">
            <a:avLst/>
          </a:prstGeom>
          <a:solidFill>
            <a:srgbClr val="EBF8FF"/>
          </a:solidFill>
          <a:ln w="12700">
            <a:solidFill>
              <a:srgbClr val="90CDF4"/>
            </a:solidFill>
            <a:prstDash val="solid"/>
          </a:ln>
        </p:spPr>
        <p:txBody>
          <a:bodyPr/>
          <a:lstStyle/>
          <a:p>
            <a:endParaRPr lang="en-US" sz="1369"/>
          </a:p>
        </p:txBody>
      </p:sp>
      <p:sp>
        <p:nvSpPr>
          <p:cNvPr id="26" name="Text 25">
            <a:extLst>
              <a:ext uri="{FF2B5EF4-FFF2-40B4-BE49-F238E27FC236}">
                <a16:creationId xmlns:a16="http://schemas.microsoft.com/office/drawing/2014/main" id="{8FDC8725-6F3E-C00C-AAF0-BB3D4394F226}"/>
              </a:ext>
            </a:extLst>
          </p:cNvPr>
          <p:cNvSpPr/>
          <p:nvPr/>
        </p:nvSpPr>
        <p:spPr>
          <a:xfrm>
            <a:off x="213652" y="7238612"/>
            <a:ext cx="10017743" cy="457199"/>
          </a:xfrm>
          <a:prstGeom prst="rect">
            <a:avLst/>
          </a:prstGeom>
          <a:noFill/>
          <a:ln/>
        </p:spPr>
        <p:txBody>
          <a:bodyPr wrap="square" lIns="0" tIns="0" rIns="0" bIns="0" rtlCol="0" anchor="ctr"/>
          <a:lstStyle/>
          <a:p>
            <a:r>
              <a:rPr lang="en-US" sz="1499" i="1" dirty="0">
                <a:solidFill>
                  <a:srgbClr val="1A5276"/>
                </a:solidFill>
                <a:latin typeface="Calibri" pitchFamily="34" charset="0"/>
                <a:ea typeface="Calibri" pitchFamily="34" charset="-122"/>
                <a:cs typeface="Calibri" pitchFamily="34" charset="-120"/>
              </a:rPr>
              <a:t>⚡  Runs in parallel with attribute analysis agent and KPI analysis agent</a:t>
            </a:r>
            <a:endParaRPr lang="en-US" sz="1499" dirty="0"/>
          </a:p>
        </p:txBody>
      </p:sp>
      <p:sp>
        <p:nvSpPr>
          <p:cNvPr id="32" name="Shape 8">
            <a:extLst>
              <a:ext uri="{FF2B5EF4-FFF2-40B4-BE49-F238E27FC236}">
                <a16:creationId xmlns:a16="http://schemas.microsoft.com/office/drawing/2014/main" id="{FB4E418C-22D1-98CD-13AC-F10068524DAC}"/>
              </a:ext>
            </a:extLst>
          </p:cNvPr>
          <p:cNvSpPr/>
          <p:nvPr/>
        </p:nvSpPr>
        <p:spPr>
          <a:xfrm>
            <a:off x="576073" y="2713499"/>
            <a:ext cx="4748454" cy="2116156"/>
          </a:xfrm>
          <a:prstGeom prst="rect">
            <a:avLst/>
          </a:prstGeom>
          <a:solidFill>
            <a:srgbClr val="FFFFFF"/>
          </a:solidFill>
          <a:ln w="9525">
            <a:solidFill>
              <a:srgbClr val="C8D8E8"/>
            </a:solidFill>
            <a:prstDash val="solid"/>
          </a:ln>
          <a:effectLst>
            <a:outerShdw blurRad="63500" dist="25400" dir="8100000" algn="bl" rotWithShape="0">
              <a:srgbClr val="000000">
                <a:alpha val="10000"/>
              </a:srgbClr>
            </a:outerShdw>
          </a:effectLst>
        </p:spPr>
        <p:txBody>
          <a:bodyPr/>
          <a:lstStyle/>
          <a:p>
            <a:endParaRPr lang="en-US" sz="2520"/>
          </a:p>
        </p:txBody>
      </p:sp>
      <p:sp>
        <p:nvSpPr>
          <p:cNvPr id="33" name="Shape 9">
            <a:extLst>
              <a:ext uri="{FF2B5EF4-FFF2-40B4-BE49-F238E27FC236}">
                <a16:creationId xmlns:a16="http://schemas.microsoft.com/office/drawing/2014/main" id="{CF24DF3A-98DA-D922-FDE2-965819A3DB8B}"/>
              </a:ext>
            </a:extLst>
          </p:cNvPr>
          <p:cNvSpPr/>
          <p:nvPr/>
        </p:nvSpPr>
        <p:spPr>
          <a:xfrm>
            <a:off x="576073" y="2713500"/>
            <a:ext cx="4748454" cy="82296"/>
          </a:xfrm>
          <a:prstGeom prst="rect">
            <a:avLst/>
          </a:prstGeom>
          <a:solidFill>
            <a:srgbClr val="064F73"/>
          </a:solidFill>
          <a:ln w="12700">
            <a:solidFill>
              <a:srgbClr val="064F73"/>
            </a:solidFill>
            <a:prstDash val="solid"/>
          </a:ln>
        </p:spPr>
        <p:txBody>
          <a:bodyPr/>
          <a:lstStyle/>
          <a:p>
            <a:endParaRPr lang="en-US" sz="2520"/>
          </a:p>
        </p:txBody>
      </p:sp>
      <p:sp>
        <p:nvSpPr>
          <p:cNvPr id="34" name="Text 10">
            <a:extLst>
              <a:ext uri="{FF2B5EF4-FFF2-40B4-BE49-F238E27FC236}">
                <a16:creationId xmlns:a16="http://schemas.microsoft.com/office/drawing/2014/main" id="{0D01C27C-DD83-E6C6-E092-D96904AD4A4A}"/>
              </a:ext>
            </a:extLst>
          </p:cNvPr>
          <p:cNvSpPr/>
          <p:nvPr/>
        </p:nvSpPr>
        <p:spPr>
          <a:xfrm>
            <a:off x="755296" y="2903512"/>
            <a:ext cx="1195836" cy="448056"/>
          </a:xfrm>
          <a:prstGeom prst="rect">
            <a:avLst/>
          </a:prstGeom>
          <a:noFill/>
          <a:ln/>
        </p:spPr>
        <p:txBody>
          <a:bodyPr wrap="square" lIns="0" tIns="0" rIns="0" bIns="0" rtlCol="0" anchor="ctr"/>
          <a:lstStyle/>
          <a:p>
            <a:r>
              <a:rPr lang="en-US" sz="1540" b="1" dirty="0">
                <a:solidFill>
                  <a:srgbClr val="064F73"/>
                </a:solidFill>
                <a:latin typeface="Calibri" pitchFamily="34" charset="0"/>
                <a:ea typeface="Calibri" pitchFamily="34" charset="-122"/>
                <a:cs typeface="Calibri" pitchFamily="34" charset="-120"/>
              </a:rPr>
              <a:t>INPUTS</a:t>
            </a:r>
            <a:endParaRPr lang="en-US" sz="1540" dirty="0"/>
          </a:p>
        </p:txBody>
      </p:sp>
      <p:sp>
        <p:nvSpPr>
          <p:cNvPr id="35" name="Shape 11">
            <a:extLst>
              <a:ext uri="{FF2B5EF4-FFF2-40B4-BE49-F238E27FC236}">
                <a16:creationId xmlns:a16="http://schemas.microsoft.com/office/drawing/2014/main" id="{F2EF02F9-1893-5026-5B58-CD8EE0DC1EEC}"/>
              </a:ext>
            </a:extLst>
          </p:cNvPr>
          <p:cNvSpPr/>
          <p:nvPr/>
        </p:nvSpPr>
        <p:spPr>
          <a:xfrm>
            <a:off x="755297" y="3315177"/>
            <a:ext cx="4297383" cy="6609"/>
          </a:xfrm>
          <a:prstGeom prst="line">
            <a:avLst/>
          </a:prstGeom>
          <a:noFill/>
          <a:ln w="6350">
            <a:solidFill>
              <a:srgbClr val="C8D8E8"/>
            </a:solidFill>
            <a:prstDash val="solid"/>
          </a:ln>
        </p:spPr>
        <p:txBody>
          <a:bodyPr/>
          <a:lstStyle/>
          <a:p>
            <a:endParaRPr lang="en-US" sz="2520"/>
          </a:p>
        </p:txBody>
      </p:sp>
      <p:sp>
        <p:nvSpPr>
          <p:cNvPr id="36" name="Text 12">
            <a:extLst>
              <a:ext uri="{FF2B5EF4-FFF2-40B4-BE49-F238E27FC236}">
                <a16:creationId xmlns:a16="http://schemas.microsoft.com/office/drawing/2014/main" id="{361F0DED-BDCD-A142-CC00-8BCEE03AAAC1}"/>
              </a:ext>
            </a:extLst>
          </p:cNvPr>
          <p:cNvSpPr/>
          <p:nvPr/>
        </p:nvSpPr>
        <p:spPr>
          <a:xfrm>
            <a:off x="755297" y="3379184"/>
            <a:ext cx="4297383" cy="806502"/>
          </a:xfrm>
          <a:prstGeom prst="rect">
            <a:avLst/>
          </a:prstGeom>
          <a:noFill/>
          <a:ln/>
        </p:spPr>
        <p:txBody>
          <a:bodyPr wrap="square" lIns="0" tIns="0" rIns="0" bIns="0" rtlCol="0" anchor="t"/>
          <a:lstStyle/>
          <a:p>
            <a:pPr marL="342912" indent="-342912">
              <a:buSzPct val="100000"/>
              <a:buChar char="•"/>
            </a:pPr>
            <a:r>
              <a:rPr lang="en-US" sz="1599" dirty="0">
                <a:solidFill>
                  <a:srgbClr val="3A5068"/>
                </a:solidFill>
                <a:latin typeface="Calibri" pitchFamily="34" charset="0"/>
                <a:ea typeface="Calibri" pitchFamily="34" charset="-122"/>
                <a:cs typeface="Calibri" pitchFamily="34" charset="-120"/>
              </a:rPr>
              <a:t>Preprocessing stats file → </a:t>
            </a:r>
            <a:r>
              <a:rPr lang="en-US" sz="1599" dirty="0" err="1">
                <a:solidFill>
                  <a:srgbClr val="3A5068"/>
                </a:solidFill>
                <a:latin typeface="Calibri" pitchFamily="34" charset="0"/>
                <a:ea typeface="Calibri" pitchFamily="34" charset="-122"/>
                <a:cs typeface="Calibri" pitchFamily="34" charset="-120"/>
              </a:rPr>
              <a:t>coverage_summary</a:t>
            </a:r>
            <a:r>
              <a:rPr lang="en-US" sz="1599" dirty="0">
                <a:solidFill>
                  <a:srgbClr val="3A5068"/>
                </a:solidFill>
                <a:latin typeface="Calibri" pitchFamily="34" charset="0"/>
                <a:ea typeface="Calibri" pitchFamily="34" charset="-122"/>
                <a:cs typeface="Calibri" pitchFamily="34" charset="-120"/>
              </a:rPr>
              <a:t>, </a:t>
            </a:r>
            <a:r>
              <a:rPr lang="en-US" sz="1599" dirty="0" err="1">
                <a:solidFill>
                  <a:srgbClr val="3A5068"/>
                </a:solidFill>
                <a:latin typeface="Calibri" pitchFamily="34" charset="0"/>
                <a:ea typeface="Calibri" pitchFamily="34" charset="-122"/>
                <a:cs typeface="Calibri" pitchFamily="34" charset="-120"/>
              </a:rPr>
              <a:t>load_redistribution</a:t>
            </a:r>
            <a:endParaRPr lang="en-US" sz="1599" dirty="0"/>
          </a:p>
          <a:p>
            <a:pPr marL="342912" indent="-342912">
              <a:buSzPct val="100000"/>
              <a:buChar char="•"/>
            </a:pPr>
            <a:r>
              <a:rPr lang="en-US" sz="1599" dirty="0">
                <a:solidFill>
                  <a:srgbClr val="3A5068"/>
                </a:solidFill>
                <a:latin typeface="Calibri" pitchFamily="34" charset="0"/>
                <a:ea typeface="Calibri" pitchFamily="34" charset="-122"/>
                <a:cs typeface="Calibri" pitchFamily="34" charset="-120"/>
              </a:rPr>
              <a:t>RSRP heatmap images (target + neighbors)</a:t>
            </a:r>
            <a:endParaRPr lang="en-US" sz="1599" dirty="0"/>
          </a:p>
          <a:p>
            <a:pPr marL="342912" indent="-342912">
              <a:buSzPct val="100000"/>
              <a:buChar char="•"/>
            </a:pPr>
            <a:r>
              <a:rPr lang="en-US" sz="1599" dirty="0">
                <a:solidFill>
                  <a:srgbClr val="3A5068"/>
                </a:solidFill>
                <a:latin typeface="Calibri" pitchFamily="34" charset="0"/>
                <a:ea typeface="Calibri" pitchFamily="34" charset="-122"/>
                <a:cs typeface="Calibri" pitchFamily="34" charset="-120"/>
              </a:rPr>
              <a:t>SINR map image</a:t>
            </a:r>
            <a:endParaRPr lang="en-US" sz="1599" dirty="0"/>
          </a:p>
          <a:p>
            <a:pPr marL="342912" indent="-342912">
              <a:buSzPct val="100000"/>
              <a:buChar char="•"/>
            </a:pPr>
            <a:r>
              <a:rPr lang="en-US" sz="1599" dirty="0">
                <a:solidFill>
                  <a:srgbClr val="3A5068"/>
                </a:solidFill>
                <a:latin typeface="Calibri" pitchFamily="34" charset="0"/>
                <a:ea typeface="Calibri" pitchFamily="34" charset="-122"/>
                <a:cs typeface="Calibri" pitchFamily="34" charset="-120"/>
              </a:rPr>
              <a:t>Playbook hot tier + Stage 1 warm tier</a:t>
            </a:r>
            <a:endParaRPr lang="en-US" sz="1599" dirty="0"/>
          </a:p>
          <a:p>
            <a:pPr>
              <a:buSzPct val="100000"/>
            </a:pPr>
            <a:endParaRPr lang="en-US" sz="1470" dirty="0"/>
          </a:p>
        </p:txBody>
      </p:sp>
      <p:sp>
        <p:nvSpPr>
          <p:cNvPr id="37" name="Shape 13">
            <a:extLst>
              <a:ext uri="{FF2B5EF4-FFF2-40B4-BE49-F238E27FC236}">
                <a16:creationId xmlns:a16="http://schemas.microsoft.com/office/drawing/2014/main" id="{8D776E6E-9C77-AC94-5D90-7B35079A404D}"/>
              </a:ext>
            </a:extLst>
          </p:cNvPr>
          <p:cNvSpPr/>
          <p:nvPr/>
        </p:nvSpPr>
        <p:spPr>
          <a:xfrm>
            <a:off x="6220886" y="2713501"/>
            <a:ext cx="5916168" cy="3704691"/>
          </a:xfrm>
          <a:prstGeom prst="rect">
            <a:avLst/>
          </a:prstGeom>
          <a:solidFill>
            <a:srgbClr val="FFFFFF"/>
          </a:solidFill>
          <a:ln w="9525">
            <a:solidFill>
              <a:srgbClr val="C8D8E8"/>
            </a:solidFill>
            <a:prstDash val="solid"/>
          </a:ln>
          <a:effectLst>
            <a:outerShdw blurRad="63500" dist="25400" dir="8100000" algn="bl" rotWithShape="0">
              <a:srgbClr val="000000">
                <a:alpha val="10000"/>
              </a:srgbClr>
            </a:outerShdw>
          </a:effectLst>
        </p:spPr>
        <p:txBody>
          <a:bodyPr/>
          <a:lstStyle/>
          <a:p>
            <a:endParaRPr lang="en-US" sz="2520"/>
          </a:p>
        </p:txBody>
      </p:sp>
      <p:sp>
        <p:nvSpPr>
          <p:cNvPr id="38" name="Shape 14">
            <a:extLst>
              <a:ext uri="{FF2B5EF4-FFF2-40B4-BE49-F238E27FC236}">
                <a16:creationId xmlns:a16="http://schemas.microsoft.com/office/drawing/2014/main" id="{621B6BF5-1959-317E-1D99-F17E49554577}"/>
              </a:ext>
            </a:extLst>
          </p:cNvPr>
          <p:cNvSpPr/>
          <p:nvPr/>
        </p:nvSpPr>
        <p:spPr>
          <a:xfrm>
            <a:off x="6220886" y="2713500"/>
            <a:ext cx="5916168" cy="117894"/>
          </a:xfrm>
          <a:prstGeom prst="rect">
            <a:avLst/>
          </a:prstGeom>
          <a:solidFill>
            <a:srgbClr val="064F73"/>
          </a:solidFill>
          <a:ln w="12700">
            <a:solidFill>
              <a:srgbClr val="064F73"/>
            </a:solidFill>
            <a:prstDash val="solid"/>
          </a:ln>
        </p:spPr>
        <p:txBody>
          <a:bodyPr/>
          <a:lstStyle/>
          <a:p>
            <a:endParaRPr lang="en-US" sz="2520"/>
          </a:p>
        </p:txBody>
      </p:sp>
      <p:sp>
        <p:nvSpPr>
          <p:cNvPr id="39" name="Text 15">
            <a:extLst>
              <a:ext uri="{FF2B5EF4-FFF2-40B4-BE49-F238E27FC236}">
                <a16:creationId xmlns:a16="http://schemas.microsoft.com/office/drawing/2014/main" id="{8CE83420-FEB2-EE34-0AC3-F2F494281090}"/>
              </a:ext>
            </a:extLst>
          </p:cNvPr>
          <p:cNvSpPr/>
          <p:nvPr/>
        </p:nvSpPr>
        <p:spPr>
          <a:xfrm>
            <a:off x="6400111" y="2841517"/>
            <a:ext cx="5556054" cy="515781"/>
          </a:xfrm>
          <a:prstGeom prst="rect">
            <a:avLst/>
          </a:prstGeom>
          <a:noFill/>
          <a:ln/>
        </p:spPr>
        <p:txBody>
          <a:bodyPr wrap="square" lIns="0" tIns="0" rIns="0" bIns="0" rtlCol="0" anchor="ctr"/>
          <a:lstStyle/>
          <a:p>
            <a:r>
              <a:rPr lang="en-US" sz="1540" b="1" dirty="0">
                <a:solidFill>
                  <a:srgbClr val="064F73"/>
                </a:solidFill>
                <a:latin typeface="Calibri" pitchFamily="34" charset="0"/>
                <a:ea typeface="Calibri" pitchFamily="34" charset="-122"/>
                <a:cs typeface="Calibri" pitchFamily="34" charset="-120"/>
              </a:rPr>
              <a:t>HOW IT WORKS</a:t>
            </a:r>
            <a:endParaRPr lang="en-US" sz="1540" dirty="0"/>
          </a:p>
        </p:txBody>
      </p:sp>
      <p:sp>
        <p:nvSpPr>
          <p:cNvPr id="40" name="Shape 16">
            <a:extLst>
              <a:ext uri="{FF2B5EF4-FFF2-40B4-BE49-F238E27FC236}">
                <a16:creationId xmlns:a16="http://schemas.microsoft.com/office/drawing/2014/main" id="{7FDDF5B5-DE32-4AF6-EE95-457860D31E54}"/>
              </a:ext>
            </a:extLst>
          </p:cNvPr>
          <p:cNvSpPr/>
          <p:nvPr/>
        </p:nvSpPr>
        <p:spPr>
          <a:xfrm>
            <a:off x="6400111" y="3315174"/>
            <a:ext cx="5556054" cy="0"/>
          </a:xfrm>
          <a:prstGeom prst="line">
            <a:avLst/>
          </a:prstGeom>
          <a:noFill/>
          <a:ln w="6350">
            <a:solidFill>
              <a:srgbClr val="C8D8E8"/>
            </a:solidFill>
            <a:prstDash val="solid"/>
          </a:ln>
        </p:spPr>
        <p:txBody>
          <a:bodyPr/>
          <a:lstStyle/>
          <a:p>
            <a:endParaRPr lang="en-US" sz="2520"/>
          </a:p>
        </p:txBody>
      </p:sp>
      <p:sp>
        <p:nvSpPr>
          <p:cNvPr id="41" name="TextBox 40">
            <a:extLst>
              <a:ext uri="{FF2B5EF4-FFF2-40B4-BE49-F238E27FC236}">
                <a16:creationId xmlns:a16="http://schemas.microsoft.com/office/drawing/2014/main" id="{79567AFB-7C91-358A-2E24-61B7F3D34DD1}"/>
              </a:ext>
            </a:extLst>
          </p:cNvPr>
          <p:cNvSpPr txBox="1"/>
          <p:nvPr/>
        </p:nvSpPr>
        <p:spPr>
          <a:xfrm>
            <a:off x="6220886" y="3379183"/>
            <a:ext cx="5916168" cy="2841804"/>
          </a:xfrm>
          <a:prstGeom prst="rect">
            <a:avLst/>
          </a:prstGeom>
          <a:noFill/>
        </p:spPr>
        <p:txBody>
          <a:bodyPr wrap="square" rtlCol="0">
            <a:spAutoFit/>
          </a:bodyPr>
          <a:lstStyle/>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Reads the preprocessing statistics and RSRP maps to reason about the backup network's physical readiness</a:t>
            </a:r>
            <a:endParaRPr lang="en-US" sz="1350" dirty="0"/>
          </a:p>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Assigns a role to each back up USIDs (e.g., dominant anchor, strong support, edge-limited) based on how much down USID dominant area it covers</a:t>
            </a:r>
            <a:endParaRPr lang="en-US" sz="1350" dirty="0"/>
          </a:p>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Cross-checks those role assignments against the actual heatmap images to confirm the spatial pattern is consistent</a:t>
            </a:r>
            <a:endParaRPr lang="en-US" sz="1350" dirty="0"/>
          </a:p>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For each backup tower, evaluates how much extra load it would absorb from the target's shutdown and whether that load would push it into overload</a:t>
            </a:r>
            <a:endParaRPr lang="en-US" sz="1350" dirty="0"/>
          </a:p>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Produces an overall load redistribution verdict: adequate, strained, or overloaded based on the combined picture across all backups</a:t>
            </a:r>
            <a:endParaRPr lang="en-US" sz="1350" dirty="0"/>
          </a:p>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Also flags what fraction of the target's area would be left with no backup coverage at all (coverage holes)</a:t>
            </a:r>
            <a:endParaRPr lang="en-US" sz="1350" dirty="0"/>
          </a:p>
        </p:txBody>
      </p:sp>
    </p:spTree>
    <p:extLst>
      <p:ext uri="{BB962C8B-B14F-4D97-AF65-F5344CB8AC3E}">
        <p14:creationId xmlns:p14="http://schemas.microsoft.com/office/powerpoint/2010/main" val="17410072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62066-7CF7-411A-1970-8F459FD916B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81E9CDE0-8255-CE1B-1144-0FA38162676F}"/>
              </a:ext>
            </a:extLst>
          </p:cNvPr>
          <p:cNvSpPr/>
          <p:nvPr/>
        </p:nvSpPr>
        <p:spPr>
          <a:xfrm>
            <a:off x="320041" y="0"/>
            <a:ext cx="8503921" cy="685800"/>
          </a:xfrm>
          <a:prstGeom prst="rect">
            <a:avLst/>
          </a:prstGeom>
          <a:noFill/>
          <a:ln/>
        </p:spPr>
        <p:txBody>
          <a:bodyPr wrap="square" lIns="0" tIns="0" rIns="0" bIns="0" rtlCol="0" anchor="ctr"/>
          <a:lstStyle/>
          <a:p>
            <a:r>
              <a:rPr lang="en-US" sz="2199" b="1" dirty="0">
                <a:solidFill>
                  <a:srgbClr val="FFFFFF"/>
                </a:solidFill>
                <a:latin typeface="Calibri" pitchFamily="34" charset="0"/>
                <a:ea typeface="Calibri" pitchFamily="34" charset="-122"/>
                <a:cs typeface="Calibri" pitchFamily="34" charset="-120"/>
              </a:rPr>
              <a:t>Stage 1 — Coverage &amp; Load Analysis</a:t>
            </a:r>
            <a:endParaRPr lang="en-US" sz="2199" dirty="0"/>
          </a:p>
        </p:txBody>
      </p:sp>
      <p:sp>
        <p:nvSpPr>
          <p:cNvPr id="4" name="Shape 0">
            <a:extLst>
              <a:ext uri="{FF2B5EF4-FFF2-40B4-BE49-F238E27FC236}">
                <a16:creationId xmlns:a16="http://schemas.microsoft.com/office/drawing/2014/main" id="{D7B5A8EF-3F88-96AC-0C73-060262B71144}"/>
              </a:ext>
            </a:extLst>
          </p:cNvPr>
          <p:cNvSpPr/>
          <p:nvPr/>
        </p:nvSpPr>
        <p:spPr>
          <a:xfrm>
            <a:off x="0" y="2"/>
            <a:ext cx="12801600" cy="998526"/>
          </a:xfrm>
          <a:prstGeom prst="rect">
            <a:avLst/>
          </a:prstGeom>
          <a:solidFill>
            <a:srgbClr val="064F73"/>
          </a:solidFill>
          <a:ln w="12700">
            <a:solidFill>
              <a:srgbClr val="064F73"/>
            </a:solidFill>
            <a:prstDash val="solid"/>
          </a:ln>
        </p:spPr>
        <p:txBody>
          <a:bodyPr/>
          <a:lstStyle/>
          <a:p>
            <a:endParaRPr lang="en-US" sz="2520"/>
          </a:p>
        </p:txBody>
      </p:sp>
      <p:sp>
        <p:nvSpPr>
          <p:cNvPr id="5" name="Text 1">
            <a:extLst>
              <a:ext uri="{FF2B5EF4-FFF2-40B4-BE49-F238E27FC236}">
                <a16:creationId xmlns:a16="http://schemas.microsoft.com/office/drawing/2014/main" id="{BB6746A4-A2A9-713F-61BB-D1DB2269FC73}"/>
              </a:ext>
            </a:extLst>
          </p:cNvPr>
          <p:cNvSpPr/>
          <p:nvPr/>
        </p:nvSpPr>
        <p:spPr>
          <a:xfrm>
            <a:off x="448056" y="2"/>
            <a:ext cx="9217152" cy="998526"/>
          </a:xfrm>
          <a:prstGeom prst="rect">
            <a:avLst/>
          </a:prstGeom>
          <a:noFill/>
          <a:ln/>
        </p:spPr>
        <p:txBody>
          <a:bodyPr wrap="square" lIns="0" tIns="0" rIns="0" bIns="0" rtlCol="0" anchor="ctr"/>
          <a:lstStyle/>
          <a:p>
            <a:r>
              <a:rPr lang="en-US" sz="3360" b="1" dirty="0">
                <a:solidFill>
                  <a:srgbClr val="FFFFFF"/>
                </a:solidFill>
                <a:latin typeface="Trebuchet MS" pitchFamily="34" charset="0"/>
                <a:ea typeface="Trebuchet MS" pitchFamily="34" charset="-122"/>
                <a:cs typeface="Trebuchet MS" pitchFamily="34" charset="-120"/>
              </a:rPr>
              <a:t>Attribute Analysis Agent</a:t>
            </a:r>
            <a:endParaRPr lang="en-US" sz="3360" dirty="0"/>
          </a:p>
        </p:txBody>
      </p:sp>
      <p:sp>
        <p:nvSpPr>
          <p:cNvPr id="6" name="Shape 2">
            <a:extLst>
              <a:ext uri="{FF2B5EF4-FFF2-40B4-BE49-F238E27FC236}">
                <a16:creationId xmlns:a16="http://schemas.microsoft.com/office/drawing/2014/main" id="{34DF4B44-AD3B-70CE-E2CB-BC8DD0D2DC21}"/>
              </a:ext>
            </a:extLst>
          </p:cNvPr>
          <p:cNvSpPr/>
          <p:nvPr/>
        </p:nvSpPr>
        <p:spPr>
          <a:xfrm>
            <a:off x="10515601" y="217627"/>
            <a:ext cx="1396314" cy="563270"/>
          </a:xfrm>
          <a:prstGeom prst="rect">
            <a:avLst/>
          </a:prstGeom>
          <a:solidFill>
            <a:srgbClr val="02C39A"/>
          </a:solidFill>
          <a:ln w="12700">
            <a:solidFill>
              <a:srgbClr val="02C39A"/>
            </a:solidFill>
            <a:prstDash val="solid"/>
          </a:ln>
        </p:spPr>
        <p:txBody>
          <a:bodyPr/>
          <a:lstStyle/>
          <a:p>
            <a:endParaRPr lang="en-US" sz="2520" dirty="0"/>
          </a:p>
        </p:txBody>
      </p:sp>
      <p:sp>
        <p:nvSpPr>
          <p:cNvPr id="7" name="Text 3">
            <a:extLst>
              <a:ext uri="{FF2B5EF4-FFF2-40B4-BE49-F238E27FC236}">
                <a16:creationId xmlns:a16="http://schemas.microsoft.com/office/drawing/2014/main" id="{9D165483-3E4E-3F61-183B-49F8B26AA51D}"/>
              </a:ext>
            </a:extLst>
          </p:cNvPr>
          <p:cNvSpPr/>
          <p:nvPr/>
        </p:nvSpPr>
        <p:spPr>
          <a:xfrm>
            <a:off x="9985248" y="217627"/>
            <a:ext cx="2496312" cy="563270"/>
          </a:xfrm>
          <a:prstGeom prst="rect">
            <a:avLst/>
          </a:prstGeom>
          <a:noFill/>
          <a:ln/>
        </p:spPr>
        <p:txBody>
          <a:bodyPr wrap="square" lIns="0" tIns="0" rIns="0" bIns="0" rtlCol="0" anchor="ctr"/>
          <a:lstStyle/>
          <a:p>
            <a:pPr algn="ctr"/>
            <a:r>
              <a:rPr lang="en-US" sz="1540" b="1" dirty="0">
                <a:solidFill>
                  <a:srgbClr val="0D2137"/>
                </a:solidFill>
                <a:latin typeface="Calibri" pitchFamily="34" charset="0"/>
                <a:ea typeface="Calibri" pitchFamily="34" charset="-122"/>
                <a:cs typeface="Calibri" pitchFamily="34" charset="-120"/>
              </a:rPr>
              <a:t>Call AI agent</a:t>
            </a:r>
            <a:endParaRPr lang="en-US" sz="1540" dirty="0"/>
          </a:p>
        </p:txBody>
      </p:sp>
      <p:sp>
        <p:nvSpPr>
          <p:cNvPr id="126" name="Shape 7">
            <a:extLst>
              <a:ext uri="{FF2B5EF4-FFF2-40B4-BE49-F238E27FC236}">
                <a16:creationId xmlns:a16="http://schemas.microsoft.com/office/drawing/2014/main" id="{4B6FF225-D6ED-ED87-F7DB-0FE4E30A9B3A}"/>
              </a:ext>
            </a:extLst>
          </p:cNvPr>
          <p:cNvSpPr/>
          <p:nvPr/>
        </p:nvSpPr>
        <p:spPr>
          <a:xfrm>
            <a:off x="320042" y="1196382"/>
            <a:ext cx="11915619" cy="658368"/>
          </a:xfrm>
          <a:prstGeom prst="rect">
            <a:avLst/>
          </a:prstGeom>
          <a:solidFill>
            <a:srgbClr val="027A7A">
              <a:alpha val="10000"/>
            </a:srgbClr>
          </a:solidFill>
          <a:ln w="12700">
            <a:solidFill>
              <a:srgbClr val="027A7A"/>
            </a:solidFill>
            <a:prstDash val="solid"/>
          </a:ln>
        </p:spPr>
        <p:txBody>
          <a:bodyPr/>
          <a:lstStyle/>
          <a:p>
            <a:endParaRPr lang="en-US" sz="1369"/>
          </a:p>
        </p:txBody>
      </p:sp>
      <p:sp>
        <p:nvSpPr>
          <p:cNvPr id="127" name="Text 8">
            <a:extLst>
              <a:ext uri="{FF2B5EF4-FFF2-40B4-BE49-F238E27FC236}">
                <a16:creationId xmlns:a16="http://schemas.microsoft.com/office/drawing/2014/main" id="{E4FD7AC6-D5A5-616B-54CF-C0AE989DFB66}"/>
              </a:ext>
            </a:extLst>
          </p:cNvPr>
          <p:cNvSpPr/>
          <p:nvPr/>
        </p:nvSpPr>
        <p:spPr>
          <a:xfrm>
            <a:off x="448057" y="1223814"/>
            <a:ext cx="11303221" cy="658368"/>
          </a:xfrm>
          <a:prstGeom prst="rect">
            <a:avLst/>
          </a:prstGeom>
          <a:noFill/>
          <a:ln/>
        </p:spPr>
        <p:txBody>
          <a:bodyPr wrap="square" lIns="0" tIns="0" rIns="0" bIns="0" rtlCol="0" anchor="ctr"/>
          <a:lstStyle/>
          <a:p>
            <a:r>
              <a:rPr lang="en-US" sz="1400" i="1" dirty="0">
                <a:solidFill>
                  <a:srgbClr val="0D2137"/>
                </a:solidFill>
                <a:latin typeface="Calibri" pitchFamily="34" charset="0"/>
                <a:ea typeface="Calibri" pitchFamily="34" charset="-122"/>
                <a:cs typeface="Calibri" pitchFamily="34" charset="-120"/>
              </a:rPr>
              <a:t>Classifies each tower's hardware profile and assesses 5G downgrade risk from the target's configuration.</a:t>
            </a:r>
            <a:endParaRPr lang="en-US" sz="1400" dirty="0"/>
          </a:p>
        </p:txBody>
      </p:sp>
      <p:sp>
        <p:nvSpPr>
          <p:cNvPr id="128" name="Shape 9">
            <a:extLst>
              <a:ext uri="{FF2B5EF4-FFF2-40B4-BE49-F238E27FC236}">
                <a16:creationId xmlns:a16="http://schemas.microsoft.com/office/drawing/2014/main" id="{720BC22E-B83A-F11A-E138-C236115676C5}"/>
              </a:ext>
            </a:extLst>
          </p:cNvPr>
          <p:cNvSpPr/>
          <p:nvPr/>
        </p:nvSpPr>
        <p:spPr>
          <a:xfrm>
            <a:off x="663559" y="2220510"/>
            <a:ext cx="5119404" cy="1691640"/>
          </a:xfrm>
          <a:prstGeom prst="rect">
            <a:avLst/>
          </a:prstGeom>
          <a:solidFill>
            <a:srgbClr val="FFFFFF"/>
          </a:solidFill>
          <a:ln w="9525">
            <a:solidFill>
              <a:srgbClr val="C8D8E8"/>
            </a:solidFill>
            <a:prstDash val="solid"/>
          </a:ln>
          <a:effectLst>
            <a:outerShdw blurRad="63500" dist="25400" dir="8100000" algn="bl" rotWithShape="0">
              <a:srgbClr val="000000">
                <a:alpha val="10000"/>
              </a:srgbClr>
            </a:outerShdw>
          </a:effectLst>
        </p:spPr>
        <p:txBody>
          <a:bodyPr/>
          <a:lstStyle/>
          <a:p>
            <a:endParaRPr lang="en-US" sz="1369"/>
          </a:p>
        </p:txBody>
      </p:sp>
      <p:sp>
        <p:nvSpPr>
          <p:cNvPr id="129" name="Shape 10">
            <a:extLst>
              <a:ext uri="{FF2B5EF4-FFF2-40B4-BE49-F238E27FC236}">
                <a16:creationId xmlns:a16="http://schemas.microsoft.com/office/drawing/2014/main" id="{E39FAEBE-B258-F569-53B6-B858C8FC4AF4}"/>
              </a:ext>
            </a:extLst>
          </p:cNvPr>
          <p:cNvSpPr/>
          <p:nvPr/>
        </p:nvSpPr>
        <p:spPr>
          <a:xfrm>
            <a:off x="663559" y="2220508"/>
            <a:ext cx="5119404" cy="91414"/>
          </a:xfrm>
          <a:prstGeom prst="rect">
            <a:avLst/>
          </a:prstGeom>
          <a:solidFill>
            <a:srgbClr val="027A7A"/>
          </a:solidFill>
          <a:ln w="12700">
            <a:solidFill>
              <a:srgbClr val="027A7A"/>
            </a:solidFill>
            <a:prstDash val="solid"/>
          </a:ln>
        </p:spPr>
        <p:txBody>
          <a:bodyPr/>
          <a:lstStyle/>
          <a:p>
            <a:endParaRPr lang="en-US" sz="1369"/>
          </a:p>
        </p:txBody>
      </p:sp>
      <p:sp>
        <p:nvSpPr>
          <p:cNvPr id="130" name="Text 11">
            <a:extLst>
              <a:ext uri="{FF2B5EF4-FFF2-40B4-BE49-F238E27FC236}">
                <a16:creationId xmlns:a16="http://schemas.microsoft.com/office/drawing/2014/main" id="{380382E3-7D11-B2F6-9284-F8764B91B571}"/>
              </a:ext>
            </a:extLst>
          </p:cNvPr>
          <p:cNvSpPr/>
          <p:nvPr/>
        </p:nvSpPr>
        <p:spPr>
          <a:xfrm>
            <a:off x="791574" y="2311950"/>
            <a:ext cx="2715768" cy="320040"/>
          </a:xfrm>
          <a:prstGeom prst="rect">
            <a:avLst/>
          </a:prstGeom>
          <a:noFill/>
          <a:ln/>
        </p:spPr>
        <p:txBody>
          <a:bodyPr wrap="square" lIns="0" tIns="0" rIns="0" bIns="0" rtlCol="0" anchor="ctr"/>
          <a:lstStyle/>
          <a:p>
            <a:r>
              <a:rPr lang="en-US" sz="1540" b="1" dirty="0">
                <a:solidFill>
                  <a:srgbClr val="027A7A"/>
                </a:solidFill>
                <a:latin typeface="Calibri" pitchFamily="34" charset="0"/>
                <a:ea typeface="Calibri" pitchFamily="34" charset="-122"/>
                <a:cs typeface="Calibri" pitchFamily="34" charset="-120"/>
              </a:rPr>
              <a:t>INPUTS</a:t>
            </a:r>
            <a:endParaRPr lang="en-US" sz="1540" dirty="0"/>
          </a:p>
        </p:txBody>
      </p:sp>
      <p:sp>
        <p:nvSpPr>
          <p:cNvPr id="131" name="Shape 12">
            <a:extLst>
              <a:ext uri="{FF2B5EF4-FFF2-40B4-BE49-F238E27FC236}">
                <a16:creationId xmlns:a16="http://schemas.microsoft.com/office/drawing/2014/main" id="{654DE017-89EB-00E1-76E7-901C2A915AC1}"/>
              </a:ext>
            </a:extLst>
          </p:cNvPr>
          <p:cNvSpPr/>
          <p:nvPr/>
        </p:nvSpPr>
        <p:spPr>
          <a:xfrm>
            <a:off x="791576" y="2650278"/>
            <a:ext cx="4768968" cy="0"/>
          </a:xfrm>
          <a:prstGeom prst="line">
            <a:avLst/>
          </a:prstGeom>
          <a:noFill/>
          <a:ln w="6350">
            <a:solidFill>
              <a:srgbClr val="C8D8E8"/>
            </a:solidFill>
            <a:prstDash val="solid"/>
          </a:ln>
        </p:spPr>
        <p:txBody>
          <a:bodyPr/>
          <a:lstStyle/>
          <a:p>
            <a:endParaRPr lang="en-US" sz="1369"/>
          </a:p>
        </p:txBody>
      </p:sp>
      <p:sp>
        <p:nvSpPr>
          <p:cNvPr id="132" name="Text 13">
            <a:extLst>
              <a:ext uri="{FF2B5EF4-FFF2-40B4-BE49-F238E27FC236}">
                <a16:creationId xmlns:a16="http://schemas.microsoft.com/office/drawing/2014/main" id="{F5067BF2-1EE6-2C4B-4166-355907862052}"/>
              </a:ext>
            </a:extLst>
          </p:cNvPr>
          <p:cNvSpPr/>
          <p:nvPr/>
        </p:nvSpPr>
        <p:spPr>
          <a:xfrm>
            <a:off x="791576" y="2695998"/>
            <a:ext cx="4880177" cy="1124712"/>
          </a:xfrm>
          <a:prstGeom prst="rect">
            <a:avLst/>
          </a:prstGeom>
          <a:noFill/>
          <a:ln/>
        </p:spPr>
        <p:txBody>
          <a:bodyPr wrap="square" lIns="0" tIns="0" rIns="0" bIns="0" rtlCol="0" anchor="t"/>
          <a:lstStyle/>
          <a:p>
            <a:pPr marL="342912" indent="-342912">
              <a:buSzPct val="100000"/>
              <a:buChar char="•"/>
            </a:pPr>
            <a:r>
              <a:rPr lang="en-US" sz="1400" dirty="0">
                <a:solidFill>
                  <a:srgbClr val="3A5068"/>
                </a:solidFill>
                <a:latin typeface="Calibri" pitchFamily="34" charset="0"/>
                <a:ea typeface="Calibri" pitchFamily="34" charset="-122"/>
                <a:cs typeface="Calibri" pitchFamily="34" charset="-120"/>
              </a:rPr>
              <a:t>preprocessing_stats.json → capacity_summary (pre-computed capacity scores, technology profiles), tower height, technology profile</a:t>
            </a:r>
            <a:endParaRPr lang="en-US" sz="1400" dirty="0"/>
          </a:p>
        </p:txBody>
      </p:sp>
      <p:sp>
        <p:nvSpPr>
          <p:cNvPr id="133" name="Shape 14">
            <a:extLst>
              <a:ext uri="{FF2B5EF4-FFF2-40B4-BE49-F238E27FC236}">
                <a16:creationId xmlns:a16="http://schemas.microsoft.com/office/drawing/2014/main" id="{54439500-0885-A5EA-EE42-A62D76BA0063}"/>
              </a:ext>
            </a:extLst>
          </p:cNvPr>
          <p:cNvSpPr/>
          <p:nvPr/>
        </p:nvSpPr>
        <p:spPr>
          <a:xfrm>
            <a:off x="6529085" y="2203488"/>
            <a:ext cx="5222193" cy="3601468"/>
          </a:xfrm>
          <a:prstGeom prst="rect">
            <a:avLst/>
          </a:prstGeom>
          <a:solidFill>
            <a:srgbClr val="FFFFFF"/>
          </a:solidFill>
          <a:ln w="9525">
            <a:solidFill>
              <a:srgbClr val="C8D8E8"/>
            </a:solidFill>
            <a:prstDash val="solid"/>
          </a:ln>
          <a:effectLst>
            <a:outerShdw blurRad="63500" dist="25400" dir="8100000" algn="bl" rotWithShape="0">
              <a:srgbClr val="000000">
                <a:alpha val="10000"/>
              </a:srgbClr>
            </a:outerShdw>
          </a:effectLst>
        </p:spPr>
        <p:txBody>
          <a:bodyPr/>
          <a:lstStyle/>
          <a:p>
            <a:endParaRPr lang="en-US" sz="1369" dirty="0"/>
          </a:p>
        </p:txBody>
      </p:sp>
      <p:sp>
        <p:nvSpPr>
          <p:cNvPr id="134" name="Shape 15">
            <a:extLst>
              <a:ext uri="{FF2B5EF4-FFF2-40B4-BE49-F238E27FC236}">
                <a16:creationId xmlns:a16="http://schemas.microsoft.com/office/drawing/2014/main" id="{DCCFD21A-4B50-E617-1750-1724EEFDB75C}"/>
              </a:ext>
            </a:extLst>
          </p:cNvPr>
          <p:cNvSpPr/>
          <p:nvPr/>
        </p:nvSpPr>
        <p:spPr>
          <a:xfrm>
            <a:off x="6529085" y="2203488"/>
            <a:ext cx="5222193" cy="117471"/>
          </a:xfrm>
          <a:prstGeom prst="rect">
            <a:avLst/>
          </a:prstGeom>
          <a:solidFill>
            <a:srgbClr val="027A7A"/>
          </a:solidFill>
          <a:ln w="12700">
            <a:solidFill>
              <a:srgbClr val="027A7A"/>
            </a:solidFill>
            <a:prstDash val="solid"/>
          </a:ln>
        </p:spPr>
        <p:txBody>
          <a:bodyPr/>
          <a:lstStyle/>
          <a:p>
            <a:endParaRPr lang="en-US" sz="1369"/>
          </a:p>
        </p:txBody>
      </p:sp>
      <p:sp>
        <p:nvSpPr>
          <p:cNvPr id="135" name="Text 16">
            <a:extLst>
              <a:ext uri="{FF2B5EF4-FFF2-40B4-BE49-F238E27FC236}">
                <a16:creationId xmlns:a16="http://schemas.microsoft.com/office/drawing/2014/main" id="{92B62E76-8CE8-DB79-BAC0-5436F9783473}"/>
              </a:ext>
            </a:extLst>
          </p:cNvPr>
          <p:cNvSpPr/>
          <p:nvPr/>
        </p:nvSpPr>
        <p:spPr>
          <a:xfrm>
            <a:off x="6657100" y="2294927"/>
            <a:ext cx="2681168" cy="320040"/>
          </a:xfrm>
          <a:prstGeom prst="rect">
            <a:avLst/>
          </a:prstGeom>
          <a:noFill/>
          <a:ln/>
        </p:spPr>
        <p:txBody>
          <a:bodyPr wrap="square" lIns="0" tIns="0" rIns="0" bIns="0" rtlCol="0" anchor="ctr"/>
          <a:lstStyle/>
          <a:p>
            <a:r>
              <a:rPr lang="en-US" sz="1540" b="1" dirty="0">
                <a:solidFill>
                  <a:srgbClr val="027A7A"/>
                </a:solidFill>
                <a:latin typeface="Calibri" pitchFamily="34" charset="0"/>
                <a:ea typeface="Calibri" pitchFamily="34" charset="-122"/>
                <a:cs typeface="Calibri" pitchFamily="34" charset="-120"/>
              </a:rPr>
              <a:t>HOW IT WORKS</a:t>
            </a:r>
            <a:endParaRPr lang="en-US" sz="1540" dirty="0"/>
          </a:p>
        </p:txBody>
      </p:sp>
      <p:sp>
        <p:nvSpPr>
          <p:cNvPr id="136" name="Shape 17">
            <a:extLst>
              <a:ext uri="{FF2B5EF4-FFF2-40B4-BE49-F238E27FC236}">
                <a16:creationId xmlns:a16="http://schemas.microsoft.com/office/drawing/2014/main" id="{60BB0503-32B5-9230-BE63-E484B4AE2619}"/>
              </a:ext>
            </a:extLst>
          </p:cNvPr>
          <p:cNvSpPr/>
          <p:nvPr/>
        </p:nvSpPr>
        <p:spPr>
          <a:xfrm>
            <a:off x="6657101" y="2633256"/>
            <a:ext cx="4785710" cy="0"/>
          </a:xfrm>
          <a:prstGeom prst="line">
            <a:avLst/>
          </a:prstGeom>
          <a:noFill/>
          <a:ln w="6350">
            <a:solidFill>
              <a:srgbClr val="C8D8E8"/>
            </a:solidFill>
            <a:prstDash val="solid"/>
          </a:ln>
        </p:spPr>
        <p:txBody>
          <a:bodyPr/>
          <a:lstStyle/>
          <a:p>
            <a:endParaRPr lang="en-US" sz="1369"/>
          </a:p>
        </p:txBody>
      </p:sp>
      <p:sp>
        <p:nvSpPr>
          <p:cNvPr id="138" name="Shape 19">
            <a:extLst>
              <a:ext uri="{FF2B5EF4-FFF2-40B4-BE49-F238E27FC236}">
                <a16:creationId xmlns:a16="http://schemas.microsoft.com/office/drawing/2014/main" id="{EDEC7A17-3B1D-A8DC-B3B3-0E9BAE314504}"/>
              </a:ext>
            </a:extLst>
          </p:cNvPr>
          <p:cNvSpPr/>
          <p:nvPr/>
        </p:nvSpPr>
        <p:spPr>
          <a:xfrm>
            <a:off x="663559" y="4650841"/>
            <a:ext cx="5119404" cy="1145467"/>
          </a:xfrm>
          <a:prstGeom prst="rect">
            <a:avLst/>
          </a:prstGeom>
          <a:solidFill>
            <a:srgbClr val="FFFFFF"/>
          </a:solidFill>
          <a:ln w="9525">
            <a:solidFill>
              <a:srgbClr val="C8D8E8"/>
            </a:solidFill>
            <a:prstDash val="solid"/>
          </a:ln>
          <a:effectLst>
            <a:outerShdw blurRad="63500" dist="25400" dir="8100000" algn="bl" rotWithShape="0">
              <a:srgbClr val="000000">
                <a:alpha val="10000"/>
              </a:srgbClr>
            </a:outerShdw>
          </a:effectLst>
        </p:spPr>
        <p:txBody>
          <a:bodyPr/>
          <a:lstStyle/>
          <a:p>
            <a:endParaRPr lang="en-US" sz="1369"/>
          </a:p>
        </p:txBody>
      </p:sp>
      <p:sp>
        <p:nvSpPr>
          <p:cNvPr id="139" name="Shape 20">
            <a:extLst>
              <a:ext uri="{FF2B5EF4-FFF2-40B4-BE49-F238E27FC236}">
                <a16:creationId xmlns:a16="http://schemas.microsoft.com/office/drawing/2014/main" id="{DE73E07B-36AA-2AE4-8242-01805A1F5B7D}"/>
              </a:ext>
            </a:extLst>
          </p:cNvPr>
          <p:cNvSpPr/>
          <p:nvPr/>
        </p:nvSpPr>
        <p:spPr>
          <a:xfrm>
            <a:off x="663559" y="4650842"/>
            <a:ext cx="5119404" cy="73151"/>
          </a:xfrm>
          <a:prstGeom prst="rect">
            <a:avLst/>
          </a:prstGeom>
          <a:solidFill>
            <a:srgbClr val="027A7A"/>
          </a:solidFill>
          <a:ln w="12700">
            <a:solidFill>
              <a:srgbClr val="027A7A"/>
            </a:solidFill>
            <a:prstDash val="solid"/>
          </a:ln>
        </p:spPr>
        <p:txBody>
          <a:bodyPr/>
          <a:lstStyle/>
          <a:p>
            <a:endParaRPr lang="en-US" sz="1369"/>
          </a:p>
        </p:txBody>
      </p:sp>
      <p:sp>
        <p:nvSpPr>
          <p:cNvPr id="140" name="Text 21">
            <a:extLst>
              <a:ext uri="{FF2B5EF4-FFF2-40B4-BE49-F238E27FC236}">
                <a16:creationId xmlns:a16="http://schemas.microsoft.com/office/drawing/2014/main" id="{E2899801-77FB-E43F-CAFC-E5F824B3E925}"/>
              </a:ext>
            </a:extLst>
          </p:cNvPr>
          <p:cNvSpPr/>
          <p:nvPr/>
        </p:nvSpPr>
        <p:spPr>
          <a:xfrm>
            <a:off x="791576" y="4742279"/>
            <a:ext cx="4907043" cy="320040"/>
          </a:xfrm>
          <a:prstGeom prst="rect">
            <a:avLst/>
          </a:prstGeom>
          <a:noFill/>
          <a:ln/>
        </p:spPr>
        <p:txBody>
          <a:bodyPr wrap="square" lIns="0" tIns="0" rIns="0" bIns="0" rtlCol="0" anchor="ctr"/>
          <a:lstStyle/>
          <a:p>
            <a:r>
              <a:rPr lang="en-US" sz="1540" b="1" dirty="0">
                <a:solidFill>
                  <a:srgbClr val="027A7A"/>
                </a:solidFill>
                <a:latin typeface="Calibri" pitchFamily="34" charset="0"/>
                <a:ea typeface="Calibri" pitchFamily="34" charset="-122"/>
                <a:cs typeface="Calibri" pitchFamily="34" charset="-120"/>
              </a:rPr>
              <a:t>OUTPUT  ▸  stage2_attribute_config.json</a:t>
            </a:r>
            <a:endParaRPr lang="en-US" sz="1540" dirty="0"/>
          </a:p>
        </p:txBody>
      </p:sp>
      <p:sp>
        <p:nvSpPr>
          <p:cNvPr id="141" name="Shape 22">
            <a:extLst>
              <a:ext uri="{FF2B5EF4-FFF2-40B4-BE49-F238E27FC236}">
                <a16:creationId xmlns:a16="http://schemas.microsoft.com/office/drawing/2014/main" id="{0E54CD90-653B-0B77-1832-3D71EA98892A}"/>
              </a:ext>
            </a:extLst>
          </p:cNvPr>
          <p:cNvSpPr/>
          <p:nvPr/>
        </p:nvSpPr>
        <p:spPr>
          <a:xfrm>
            <a:off x="791576" y="5080605"/>
            <a:ext cx="4907043" cy="0"/>
          </a:xfrm>
          <a:prstGeom prst="line">
            <a:avLst/>
          </a:prstGeom>
          <a:noFill/>
          <a:ln w="6350">
            <a:solidFill>
              <a:srgbClr val="C8D8E8"/>
            </a:solidFill>
            <a:prstDash val="solid"/>
          </a:ln>
        </p:spPr>
        <p:txBody>
          <a:bodyPr/>
          <a:lstStyle/>
          <a:p>
            <a:endParaRPr lang="en-US" sz="1369"/>
          </a:p>
        </p:txBody>
      </p:sp>
      <p:sp>
        <p:nvSpPr>
          <p:cNvPr id="142" name="Text 23">
            <a:extLst>
              <a:ext uri="{FF2B5EF4-FFF2-40B4-BE49-F238E27FC236}">
                <a16:creationId xmlns:a16="http://schemas.microsoft.com/office/drawing/2014/main" id="{1BE1B6D7-0233-3A59-1DD6-32ED5EFEB712}"/>
              </a:ext>
            </a:extLst>
          </p:cNvPr>
          <p:cNvSpPr/>
          <p:nvPr/>
        </p:nvSpPr>
        <p:spPr>
          <a:xfrm>
            <a:off x="791576" y="5126325"/>
            <a:ext cx="4907043" cy="347472"/>
          </a:xfrm>
          <a:prstGeom prst="rect">
            <a:avLst/>
          </a:prstGeom>
          <a:noFill/>
          <a:ln/>
        </p:spPr>
        <p:txBody>
          <a:bodyPr wrap="square" lIns="0" tIns="0" rIns="0" bIns="0" rtlCol="0" anchor="t"/>
          <a:lstStyle/>
          <a:p>
            <a:pPr marL="342912" indent="-342912">
              <a:buSzPct val="100000"/>
              <a:buChar char="•"/>
            </a:pPr>
            <a:r>
              <a:rPr lang="en-US" sz="1350" dirty="0">
                <a:solidFill>
                  <a:srgbClr val="3A5068"/>
                </a:solidFill>
                <a:latin typeface="Calibri" pitchFamily="34" charset="0"/>
                <a:ea typeface="Calibri" pitchFamily="34" charset="-122"/>
                <a:cs typeface="Calibri" pitchFamily="34" charset="-120"/>
              </a:rPr>
              <a:t>Per-tower capacity scores and technology profiles  </a:t>
            </a:r>
          </a:p>
          <a:p>
            <a:pPr marL="342912" indent="-342912">
              <a:buSzPct val="100000"/>
              <a:buChar char="•"/>
            </a:pPr>
            <a:r>
              <a:rPr lang="en-US" sz="1350" dirty="0">
                <a:solidFill>
                  <a:srgbClr val="3A5068"/>
                </a:solidFill>
                <a:latin typeface="Calibri" pitchFamily="34" charset="0"/>
                <a:ea typeface="Calibri" pitchFamily="34" charset="-122"/>
                <a:cs typeface="Calibri" pitchFamily="34" charset="-120"/>
              </a:rPr>
              <a:t>5G downgrade risk flag affected user fraction  ·</a:t>
            </a:r>
          </a:p>
          <a:p>
            <a:pPr marL="342912" indent="-342912">
              <a:buSzPct val="100000"/>
              <a:buChar char="•"/>
            </a:pPr>
            <a:r>
              <a:rPr lang="en-US" sz="1350" dirty="0">
                <a:solidFill>
                  <a:srgbClr val="3A5068"/>
                </a:solidFill>
                <a:latin typeface="Calibri" pitchFamily="34" charset="0"/>
                <a:ea typeface="Calibri" pitchFamily="34" charset="-122"/>
                <a:cs typeface="Calibri" pitchFamily="34" charset="-120"/>
              </a:rPr>
              <a:t>Overall capacity verdict</a:t>
            </a:r>
            <a:endParaRPr lang="en-US" sz="1350" dirty="0"/>
          </a:p>
        </p:txBody>
      </p:sp>
      <p:sp>
        <p:nvSpPr>
          <p:cNvPr id="152" name="TextBox 151">
            <a:extLst>
              <a:ext uri="{FF2B5EF4-FFF2-40B4-BE49-F238E27FC236}">
                <a16:creationId xmlns:a16="http://schemas.microsoft.com/office/drawing/2014/main" id="{81D9FB06-5451-E8BA-F6F2-F3F35E786079}"/>
              </a:ext>
            </a:extLst>
          </p:cNvPr>
          <p:cNvSpPr txBox="1"/>
          <p:nvPr/>
        </p:nvSpPr>
        <p:spPr>
          <a:xfrm>
            <a:off x="6576658" y="2678978"/>
            <a:ext cx="5119404" cy="2582758"/>
          </a:xfrm>
          <a:prstGeom prst="rect">
            <a:avLst/>
          </a:prstGeom>
          <a:noFill/>
        </p:spPr>
        <p:txBody>
          <a:bodyPr wrap="square">
            <a:spAutoFit/>
          </a:bodyPr>
          <a:lstStyle/>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Reads pre-computed capacity scores and raw hardware specs for the target tower and all backups</a:t>
            </a:r>
            <a:endParaRPr lang="en-US" sz="1350" dirty="0"/>
          </a:p>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Classifies each tower's technology profile: how many 4G and 5G cells it has, which frequency bands are active</a:t>
            </a:r>
            <a:endParaRPr lang="en-US" sz="1350" dirty="0"/>
          </a:p>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Assesses 5G downgrade risk: if the target tower has 5G cells but its backups do not, users currently on 5G would be forced onto 4G after the shutdown</a:t>
            </a:r>
            <a:endParaRPr lang="en-US" sz="1350" dirty="0"/>
          </a:p>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Estimates what fraction of users would experience this downgrade, and how significant the service impact would be</a:t>
            </a:r>
            <a:endParaRPr lang="en-US" sz="1350" dirty="0"/>
          </a:p>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Produces an overall capacity verdict for the backup network: adequate, constrained, or insufficient</a:t>
            </a:r>
            <a:endParaRPr lang="en-US" sz="1350" dirty="0"/>
          </a:p>
        </p:txBody>
      </p:sp>
    </p:spTree>
    <p:extLst>
      <p:ext uri="{BB962C8B-B14F-4D97-AF65-F5344CB8AC3E}">
        <p14:creationId xmlns:p14="http://schemas.microsoft.com/office/powerpoint/2010/main" val="36894322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5FD20-E7C6-6003-E99B-31136C4BAD20}"/>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8255552-6A16-E814-A519-DE9BA0EC6391}"/>
              </a:ext>
            </a:extLst>
          </p:cNvPr>
          <p:cNvSpPr/>
          <p:nvPr/>
        </p:nvSpPr>
        <p:spPr>
          <a:xfrm>
            <a:off x="320041" y="0"/>
            <a:ext cx="8503921" cy="685800"/>
          </a:xfrm>
          <a:prstGeom prst="rect">
            <a:avLst/>
          </a:prstGeom>
          <a:noFill/>
          <a:ln/>
        </p:spPr>
        <p:txBody>
          <a:bodyPr wrap="square" lIns="0" tIns="0" rIns="0" bIns="0" rtlCol="0" anchor="ctr"/>
          <a:lstStyle/>
          <a:p>
            <a:r>
              <a:rPr lang="en-US" sz="2199" b="1" dirty="0">
                <a:solidFill>
                  <a:srgbClr val="FFFFFF"/>
                </a:solidFill>
                <a:latin typeface="Calibri" pitchFamily="34" charset="0"/>
                <a:ea typeface="Calibri" pitchFamily="34" charset="-122"/>
                <a:cs typeface="Calibri" pitchFamily="34" charset="-120"/>
              </a:rPr>
              <a:t>Stage 1 — Coverage &amp; Load Analysis</a:t>
            </a:r>
            <a:endParaRPr lang="en-US" sz="2199" dirty="0"/>
          </a:p>
        </p:txBody>
      </p:sp>
      <p:sp>
        <p:nvSpPr>
          <p:cNvPr id="4" name="Shape 0">
            <a:extLst>
              <a:ext uri="{FF2B5EF4-FFF2-40B4-BE49-F238E27FC236}">
                <a16:creationId xmlns:a16="http://schemas.microsoft.com/office/drawing/2014/main" id="{5D931423-865B-A51A-5AD3-EE302BD2631F}"/>
              </a:ext>
            </a:extLst>
          </p:cNvPr>
          <p:cNvSpPr/>
          <p:nvPr/>
        </p:nvSpPr>
        <p:spPr>
          <a:xfrm>
            <a:off x="0" y="2"/>
            <a:ext cx="12801600" cy="998526"/>
          </a:xfrm>
          <a:prstGeom prst="rect">
            <a:avLst/>
          </a:prstGeom>
          <a:solidFill>
            <a:srgbClr val="064F73"/>
          </a:solidFill>
          <a:ln w="12700">
            <a:solidFill>
              <a:srgbClr val="064F73"/>
            </a:solidFill>
            <a:prstDash val="solid"/>
          </a:ln>
        </p:spPr>
        <p:txBody>
          <a:bodyPr/>
          <a:lstStyle/>
          <a:p>
            <a:endParaRPr lang="en-US" sz="2520"/>
          </a:p>
        </p:txBody>
      </p:sp>
      <p:sp>
        <p:nvSpPr>
          <p:cNvPr id="5" name="Text 1">
            <a:extLst>
              <a:ext uri="{FF2B5EF4-FFF2-40B4-BE49-F238E27FC236}">
                <a16:creationId xmlns:a16="http://schemas.microsoft.com/office/drawing/2014/main" id="{1754D337-067B-B3AF-2481-83F89BB7DED0}"/>
              </a:ext>
            </a:extLst>
          </p:cNvPr>
          <p:cNvSpPr/>
          <p:nvPr/>
        </p:nvSpPr>
        <p:spPr>
          <a:xfrm>
            <a:off x="448056" y="2"/>
            <a:ext cx="9217152" cy="998526"/>
          </a:xfrm>
          <a:prstGeom prst="rect">
            <a:avLst/>
          </a:prstGeom>
          <a:noFill/>
          <a:ln/>
        </p:spPr>
        <p:txBody>
          <a:bodyPr wrap="square" lIns="0" tIns="0" rIns="0" bIns="0" rtlCol="0" anchor="ctr"/>
          <a:lstStyle/>
          <a:p>
            <a:r>
              <a:rPr lang="en-US" sz="3360" b="1" dirty="0">
                <a:solidFill>
                  <a:srgbClr val="FFFFFF"/>
                </a:solidFill>
                <a:latin typeface="Trebuchet MS" pitchFamily="34" charset="0"/>
                <a:ea typeface="Trebuchet MS" pitchFamily="34" charset="-122"/>
                <a:cs typeface="Trebuchet MS" pitchFamily="34" charset="-120"/>
              </a:rPr>
              <a:t>KPI Analysis Agent</a:t>
            </a:r>
            <a:endParaRPr lang="en-US" sz="3360" dirty="0"/>
          </a:p>
        </p:txBody>
      </p:sp>
      <p:sp>
        <p:nvSpPr>
          <p:cNvPr id="6" name="Shape 2">
            <a:extLst>
              <a:ext uri="{FF2B5EF4-FFF2-40B4-BE49-F238E27FC236}">
                <a16:creationId xmlns:a16="http://schemas.microsoft.com/office/drawing/2014/main" id="{0658A239-5F16-0A67-AE66-EEC11790B41E}"/>
              </a:ext>
            </a:extLst>
          </p:cNvPr>
          <p:cNvSpPr/>
          <p:nvPr/>
        </p:nvSpPr>
        <p:spPr>
          <a:xfrm>
            <a:off x="10515601" y="217627"/>
            <a:ext cx="1396314" cy="563270"/>
          </a:xfrm>
          <a:prstGeom prst="rect">
            <a:avLst/>
          </a:prstGeom>
          <a:solidFill>
            <a:srgbClr val="02C39A"/>
          </a:solidFill>
          <a:ln w="12700">
            <a:solidFill>
              <a:srgbClr val="02C39A"/>
            </a:solidFill>
            <a:prstDash val="solid"/>
          </a:ln>
        </p:spPr>
        <p:txBody>
          <a:bodyPr/>
          <a:lstStyle/>
          <a:p>
            <a:endParaRPr lang="en-US" sz="2520" dirty="0"/>
          </a:p>
        </p:txBody>
      </p:sp>
      <p:sp>
        <p:nvSpPr>
          <p:cNvPr id="7" name="Text 3">
            <a:extLst>
              <a:ext uri="{FF2B5EF4-FFF2-40B4-BE49-F238E27FC236}">
                <a16:creationId xmlns:a16="http://schemas.microsoft.com/office/drawing/2014/main" id="{A76D68AE-EC4E-FD4A-9620-6C97C665795B}"/>
              </a:ext>
            </a:extLst>
          </p:cNvPr>
          <p:cNvSpPr/>
          <p:nvPr/>
        </p:nvSpPr>
        <p:spPr>
          <a:xfrm>
            <a:off x="9985248" y="217627"/>
            <a:ext cx="2496312" cy="563270"/>
          </a:xfrm>
          <a:prstGeom prst="rect">
            <a:avLst/>
          </a:prstGeom>
          <a:noFill/>
          <a:ln/>
        </p:spPr>
        <p:txBody>
          <a:bodyPr wrap="square" lIns="0" tIns="0" rIns="0" bIns="0" rtlCol="0" anchor="ctr"/>
          <a:lstStyle/>
          <a:p>
            <a:pPr algn="ctr"/>
            <a:r>
              <a:rPr lang="en-US" sz="1540" b="1" dirty="0">
                <a:solidFill>
                  <a:srgbClr val="0D2137"/>
                </a:solidFill>
                <a:latin typeface="Calibri" pitchFamily="34" charset="0"/>
                <a:ea typeface="Calibri" pitchFamily="34" charset="-122"/>
                <a:cs typeface="Calibri" pitchFamily="34" charset="-120"/>
              </a:rPr>
              <a:t>Call AI agent</a:t>
            </a:r>
            <a:endParaRPr lang="en-US" sz="1540" dirty="0"/>
          </a:p>
        </p:txBody>
      </p:sp>
      <p:sp>
        <p:nvSpPr>
          <p:cNvPr id="126" name="Shape 7">
            <a:extLst>
              <a:ext uri="{FF2B5EF4-FFF2-40B4-BE49-F238E27FC236}">
                <a16:creationId xmlns:a16="http://schemas.microsoft.com/office/drawing/2014/main" id="{D42990BA-BA64-0D60-4E48-D11841924C89}"/>
              </a:ext>
            </a:extLst>
          </p:cNvPr>
          <p:cNvSpPr/>
          <p:nvPr/>
        </p:nvSpPr>
        <p:spPr>
          <a:xfrm>
            <a:off x="320042" y="1196382"/>
            <a:ext cx="11915619" cy="658368"/>
          </a:xfrm>
          <a:prstGeom prst="rect">
            <a:avLst/>
          </a:prstGeom>
          <a:solidFill>
            <a:srgbClr val="027A7A">
              <a:alpha val="10000"/>
            </a:srgbClr>
          </a:solidFill>
          <a:ln w="12700">
            <a:solidFill>
              <a:srgbClr val="027A7A"/>
            </a:solidFill>
            <a:prstDash val="solid"/>
          </a:ln>
        </p:spPr>
        <p:txBody>
          <a:bodyPr/>
          <a:lstStyle/>
          <a:p>
            <a:endParaRPr lang="en-US" sz="1369"/>
          </a:p>
        </p:txBody>
      </p:sp>
      <p:sp>
        <p:nvSpPr>
          <p:cNvPr id="127" name="Text 8">
            <a:extLst>
              <a:ext uri="{FF2B5EF4-FFF2-40B4-BE49-F238E27FC236}">
                <a16:creationId xmlns:a16="http://schemas.microsoft.com/office/drawing/2014/main" id="{FC77C218-1BA7-E226-385F-A9018F646193}"/>
              </a:ext>
            </a:extLst>
          </p:cNvPr>
          <p:cNvSpPr/>
          <p:nvPr/>
        </p:nvSpPr>
        <p:spPr>
          <a:xfrm>
            <a:off x="448057" y="1223814"/>
            <a:ext cx="11303221" cy="658368"/>
          </a:xfrm>
          <a:prstGeom prst="rect">
            <a:avLst/>
          </a:prstGeom>
          <a:noFill/>
          <a:ln/>
        </p:spPr>
        <p:txBody>
          <a:bodyPr wrap="square" lIns="0" tIns="0" rIns="0" bIns="0" rtlCol="0" anchor="ctr"/>
          <a:lstStyle/>
          <a:p>
            <a:r>
              <a:rPr lang="en-US" sz="1400" i="1" dirty="0">
                <a:solidFill>
                  <a:srgbClr val="0D2137"/>
                </a:solidFill>
                <a:latin typeface="Calibri" pitchFamily="34" charset="0"/>
                <a:ea typeface="Calibri" pitchFamily="34" charset="-122"/>
                <a:cs typeface="Calibri" pitchFamily="34" charset="-120"/>
              </a:rPr>
              <a:t>Classifies each tower's hardware profile and assesses 5G downgrade risk from the target's configuration.</a:t>
            </a:r>
            <a:endParaRPr lang="en-US" sz="1400" dirty="0"/>
          </a:p>
        </p:txBody>
      </p:sp>
      <p:sp>
        <p:nvSpPr>
          <p:cNvPr id="128" name="Shape 9">
            <a:extLst>
              <a:ext uri="{FF2B5EF4-FFF2-40B4-BE49-F238E27FC236}">
                <a16:creationId xmlns:a16="http://schemas.microsoft.com/office/drawing/2014/main" id="{332A651B-80E0-A443-451B-1CB07C0F995E}"/>
              </a:ext>
            </a:extLst>
          </p:cNvPr>
          <p:cNvSpPr/>
          <p:nvPr/>
        </p:nvSpPr>
        <p:spPr>
          <a:xfrm>
            <a:off x="663559" y="2220510"/>
            <a:ext cx="5119404" cy="1691640"/>
          </a:xfrm>
          <a:prstGeom prst="rect">
            <a:avLst/>
          </a:prstGeom>
          <a:solidFill>
            <a:srgbClr val="FFFFFF"/>
          </a:solidFill>
          <a:ln w="9525">
            <a:solidFill>
              <a:srgbClr val="C8D8E8"/>
            </a:solidFill>
            <a:prstDash val="solid"/>
          </a:ln>
          <a:effectLst>
            <a:outerShdw blurRad="63500" dist="25400" dir="8100000" algn="bl" rotWithShape="0">
              <a:srgbClr val="000000">
                <a:alpha val="10000"/>
              </a:srgbClr>
            </a:outerShdw>
          </a:effectLst>
        </p:spPr>
        <p:txBody>
          <a:bodyPr/>
          <a:lstStyle/>
          <a:p>
            <a:endParaRPr lang="en-US" sz="1369"/>
          </a:p>
        </p:txBody>
      </p:sp>
      <p:sp>
        <p:nvSpPr>
          <p:cNvPr id="129" name="Shape 10">
            <a:extLst>
              <a:ext uri="{FF2B5EF4-FFF2-40B4-BE49-F238E27FC236}">
                <a16:creationId xmlns:a16="http://schemas.microsoft.com/office/drawing/2014/main" id="{FF971DE8-2306-A8C2-97AD-9AEB8AEAD641}"/>
              </a:ext>
            </a:extLst>
          </p:cNvPr>
          <p:cNvSpPr/>
          <p:nvPr/>
        </p:nvSpPr>
        <p:spPr>
          <a:xfrm>
            <a:off x="663559" y="2220508"/>
            <a:ext cx="5119404" cy="91414"/>
          </a:xfrm>
          <a:prstGeom prst="rect">
            <a:avLst/>
          </a:prstGeom>
          <a:solidFill>
            <a:srgbClr val="027A7A"/>
          </a:solidFill>
          <a:ln w="12700">
            <a:solidFill>
              <a:srgbClr val="027A7A"/>
            </a:solidFill>
            <a:prstDash val="solid"/>
          </a:ln>
        </p:spPr>
        <p:txBody>
          <a:bodyPr/>
          <a:lstStyle/>
          <a:p>
            <a:endParaRPr lang="en-US" sz="1369"/>
          </a:p>
        </p:txBody>
      </p:sp>
      <p:sp>
        <p:nvSpPr>
          <p:cNvPr id="130" name="Text 11">
            <a:extLst>
              <a:ext uri="{FF2B5EF4-FFF2-40B4-BE49-F238E27FC236}">
                <a16:creationId xmlns:a16="http://schemas.microsoft.com/office/drawing/2014/main" id="{476A7F90-5758-860F-B9A1-227EF3EB0FC9}"/>
              </a:ext>
            </a:extLst>
          </p:cNvPr>
          <p:cNvSpPr/>
          <p:nvPr/>
        </p:nvSpPr>
        <p:spPr>
          <a:xfrm>
            <a:off x="791574" y="2311950"/>
            <a:ext cx="2715768" cy="320040"/>
          </a:xfrm>
          <a:prstGeom prst="rect">
            <a:avLst/>
          </a:prstGeom>
          <a:noFill/>
          <a:ln/>
        </p:spPr>
        <p:txBody>
          <a:bodyPr wrap="square" lIns="0" tIns="0" rIns="0" bIns="0" rtlCol="0" anchor="ctr"/>
          <a:lstStyle/>
          <a:p>
            <a:r>
              <a:rPr lang="en-US" sz="1540" b="1" dirty="0">
                <a:solidFill>
                  <a:srgbClr val="027A7A"/>
                </a:solidFill>
                <a:latin typeface="Calibri" pitchFamily="34" charset="0"/>
                <a:ea typeface="Calibri" pitchFamily="34" charset="-122"/>
                <a:cs typeface="Calibri" pitchFamily="34" charset="-120"/>
              </a:rPr>
              <a:t>INPUTS</a:t>
            </a:r>
            <a:endParaRPr lang="en-US" sz="1540" dirty="0"/>
          </a:p>
        </p:txBody>
      </p:sp>
      <p:sp>
        <p:nvSpPr>
          <p:cNvPr id="131" name="Shape 12">
            <a:extLst>
              <a:ext uri="{FF2B5EF4-FFF2-40B4-BE49-F238E27FC236}">
                <a16:creationId xmlns:a16="http://schemas.microsoft.com/office/drawing/2014/main" id="{D822F818-0F4F-3945-FB26-D49DD66DBA42}"/>
              </a:ext>
            </a:extLst>
          </p:cNvPr>
          <p:cNvSpPr/>
          <p:nvPr/>
        </p:nvSpPr>
        <p:spPr>
          <a:xfrm>
            <a:off x="791576" y="2650278"/>
            <a:ext cx="4768968" cy="0"/>
          </a:xfrm>
          <a:prstGeom prst="line">
            <a:avLst/>
          </a:prstGeom>
          <a:noFill/>
          <a:ln w="6350">
            <a:solidFill>
              <a:srgbClr val="C8D8E8"/>
            </a:solidFill>
            <a:prstDash val="solid"/>
          </a:ln>
        </p:spPr>
        <p:txBody>
          <a:bodyPr/>
          <a:lstStyle/>
          <a:p>
            <a:endParaRPr lang="en-US" sz="1369"/>
          </a:p>
        </p:txBody>
      </p:sp>
      <p:sp>
        <p:nvSpPr>
          <p:cNvPr id="132" name="Text 13">
            <a:extLst>
              <a:ext uri="{FF2B5EF4-FFF2-40B4-BE49-F238E27FC236}">
                <a16:creationId xmlns:a16="http://schemas.microsoft.com/office/drawing/2014/main" id="{58C37B5C-4FD7-1214-4003-BAA0573E5E51}"/>
              </a:ext>
            </a:extLst>
          </p:cNvPr>
          <p:cNvSpPr/>
          <p:nvPr/>
        </p:nvSpPr>
        <p:spPr>
          <a:xfrm>
            <a:off x="791576" y="2695998"/>
            <a:ext cx="4880177" cy="1124712"/>
          </a:xfrm>
          <a:prstGeom prst="rect">
            <a:avLst/>
          </a:prstGeom>
          <a:noFill/>
          <a:ln/>
        </p:spPr>
        <p:txBody>
          <a:bodyPr wrap="square" lIns="0" tIns="0" rIns="0" bIns="0" rtlCol="0" anchor="t"/>
          <a:lstStyle/>
          <a:p>
            <a:pPr marL="342912" indent="-342912">
              <a:buSzPct val="100000"/>
              <a:buChar char="•"/>
            </a:pPr>
            <a:r>
              <a:rPr lang="en-US" sz="1400" dirty="0">
                <a:solidFill>
                  <a:srgbClr val="3A5068"/>
                </a:solidFill>
                <a:latin typeface="Calibri" pitchFamily="34" charset="0"/>
                <a:ea typeface="Calibri" pitchFamily="34" charset="-122"/>
                <a:cs typeface="Calibri" pitchFamily="34" charset="-120"/>
              </a:rPr>
              <a:t>preprocessing_stats.json → capacity_summary (pre-computed capacity scores, technology profiles), tower height, technology profile</a:t>
            </a:r>
            <a:endParaRPr lang="en-US" sz="1400" dirty="0"/>
          </a:p>
        </p:txBody>
      </p:sp>
      <p:sp>
        <p:nvSpPr>
          <p:cNvPr id="133" name="Shape 14">
            <a:extLst>
              <a:ext uri="{FF2B5EF4-FFF2-40B4-BE49-F238E27FC236}">
                <a16:creationId xmlns:a16="http://schemas.microsoft.com/office/drawing/2014/main" id="{14074C3D-A0D8-F077-8645-189D099DE5BD}"/>
              </a:ext>
            </a:extLst>
          </p:cNvPr>
          <p:cNvSpPr/>
          <p:nvPr/>
        </p:nvSpPr>
        <p:spPr>
          <a:xfrm>
            <a:off x="6529085" y="2203488"/>
            <a:ext cx="5222193" cy="3601468"/>
          </a:xfrm>
          <a:prstGeom prst="rect">
            <a:avLst/>
          </a:prstGeom>
          <a:solidFill>
            <a:srgbClr val="FFFFFF"/>
          </a:solidFill>
          <a:ln w="9525">
            <a:solidFill>
              <a:srgbClr val="C8D8E8"/>
            </a:solidFill>
            <a:prstDash val="solid"/>
          </a:ln>
          <a:effectLst>
            <a:outerShdw blurRad="63500" dist="25400" dir="8100000" algn="bl" rotWithShape="0">
              <a:srgbClr val="000000">
                <a:alpha val="10000"/>
              </a:srgbClr>
            </a:outerShdw>
          </a:effectLst>
        </p:spPr>
        <p:txBody>
          <a:bodyPr/>
          <a:lstStyle/>
          <a:p>
            <a:endParaRPr lang="en-US" sz="1369" dirty="0"/>
          </a:p>
        </p:txBody>
      </p:sp>
      <p:sp>
        <p:nvSpPr>
          <p:cNvPr id="134" name="Shape 15">
            <a:extLst>
              <a:ext uri="{FF2B5EF4-FFF2-40B4-BE49-F238E27FC236}">
                <a16:creationId xmlns:a16="http://schemas.microsoft.com/office/drawing/2014/main" id="{53E3163A-67ED-5E25-5285-BBF1CDF19357}"/>
              </a:ext>
            </a:extLst>
          </p:cNvPr>
          <p:cNvSpPr/>
          <p:nvPr/>
        </p:nvSpPr>
        <p:spPr>
          <a:xfrm>
            <a:off x="6529085" y="2203488"/>
            <a:ext cx="5222193" cy="117471"/>
          </a:xfrm>
          <a:prstGeom prst="rect">
            <a:avLst/>
          </a:prstGeom>
          <a:solidFill>
            <a:srgbClr val="027A7A"/>
          </a:solidFill>
          <a:ln w="12700">
            <a:solidFill>
              <a:srgbClr val="027A7A"/>
            </a:solidFill>
            <a:prstDash val="solid"/>
          </a:ln>
        </p:spPr>
        <p:txBody>
          <a:bodyPr/>
          <a:lstStyle/>
          <a:p>
            <a:endParaRPr lang="en-US" sz="1369"/>
          </a:p>
        </p:txBody>
      </p:sp>
      <p:sp>
        <p:nvSpPr>
          <p:cNvPr id="135" name="Text 16">
            <a:extLst>
              <a:ext uri="{FF2B5EF4-FFF2-40B4-BE49-F238E27FC236}">
                <a16:creationId xmlns:a16="http://schemas.microsoft.com/office/drawing/2014/main" id="{555C92BE-0539-9D58-5C33-442679812272}"/>
              </a:ext>
            </a:extLst>
          </p:cNvPr>
          <p:cNvSpPr/>
          <p:nvPr/>
        </p:nvSpPr>
        <p:spPr>
          <a:xfrm>
            <a:off x="6657100" y="2294927"/>
            <a:ext cx="2681168" cy="320040"/>
          </a:xfrm>
          <a:prstGeom prst="rect">
            <a:avLst/>
          </a:prstGeom>
          <a:noFill/>
          <a:ln/>
        </p:spPr>
        <p:txBody>
          <a:bodyPr wrap="square" lIns="0" tIns="0" rIns="0" bIns="0" rtlCol="0" anchor="ctr"/>
          <a:lstStyle/>
          <a:p>
            <a:r>
              <a:rPr lang="en-US" sz="1540" b="1" dirty="0">
                <a:solidFill>
                  <a:srgbClr val="027A7A"/>
                </a:solidFill>
                <a:latin typeface="Calibri" pitchFamily="34" charset="0"/>
                <a:ea typeface="Calibri" pitchFamily="34" charset="-122"/>
                <a:cs typeface="Calibri" pitchFamily="34" charset="-120"/>
              </a:rPr>
              <a:t>HOW IT WORKS</a:t>
            </a:r>
            <a:endParaRPr lang="en-US" sz="1540" dirty="0"/>
          </a:p>
        </p:txBody>
      </p:sp>
      <p:sp>
        <p:nvSpPr>
          <p:cNvPr id="136" name="Shape 17">
            <a:extLst>
              <a:ext uri="{FF2B5EF4-FFF2-40B4-BE49-F238E27FC236}">
                <a16:creationId xmlns:a16="http://schemas.microsoft.com/office/drawing/2014/main" id="{94E00480-B4F2-F3DD-02A8-E995A317E233}"/>
              </a:ext>
            </a:extLst>
          </p:cNvPr>
          <p:cNvSpPr/>
          <p:nvPr/>
        </p:nvSpPr>
        <p:spPr>
          <a:xfrm>
            <a:off x="6657101" y="2633256"/>
            <a:ext cx="4785710" cy="0"/>
          </a:xfrm>
          <a:prstGeom prst="line">
            <a:avLst/>
          </a:prstGeom>
          <a:noFill/>
          <a:ln w="6350">
            <a:solidFill>
              <a:srgbClr val="C8D8E8"/>
            </a:solidFill>
            <a:prstDash val="solid"/>
          </a:ln>
        </p:spPr>
        <p:txBody>
          <a:bodyPr/>
          <a:lstStyle/>
          <a:p>
            <a:endParaRPr lang="en-US" sz="1369"/>
          </a:p>
        </p:txBody>
      </p:sp>
      <p:sp>
        <p:nvSpPr>
          <p:cNvPr id="138" name="Shape 19">
            <a:extLst>
              <a:ext uri="{FF2B5EF4-FFF2-40B4-BE49-F238E27FC236}">
                <a16:creationId xmlns:a16="http://schemas.microsoft.com/office/drawing/2014/main" id="{6A733256-700C-4370-105F-BFB49CB6D8DE}"/>
              </a:ext>
            </a:extLst>
          </p:cNvPr>
          <p:cNvSpPr/>
          <p:nvPr/>
        </p:nvSpPr>
        <p:spPr>
          <a:xfrm>
            <a:off x="663559" y="4650841"/>
            <a:ext cx="5119404" cy="1145467"/>
          </a:xfrm>
          <a:prstGeom prst="rect">
            <a:avLst/>
          </a:prstGeom>
          <a:solidFill>
            <a:srgbClr val="FFFFFF"/>
          </a:solidFill>
          <a:ln w="9525">
            <a:solidFill>
              <a:srgbClr val="C8D8E8"/>
            </a:solidFill>
            <a:prstDash val="solid"/>
          </a:ln>
          <a:effectLst>
            <a:outerShdw blurRad="63500" dist="25400" dir="8100000" algn="bl" rotWithShape="0">
              <a:srgbClr val="000000">
                <a:alpha val="10000"/>
              </a:srgbClr>
            </a:outerShdw>
          </a:effectLst>
        </p:spPr>
        <p:txBody>
          <a:bodyPr/>
          <a:lstStyle/>
          <a:p>
            <a:endParaRPr lang="en-US" sz="1369"/>
          </a:p>
        </p:txBody>
      </p:sp>
      <p:sp>
        <p:nvSpPr>
          <p:cNvPr id="139" name="Shape 20">
            <a:extLst>
              <a:ext uri="{FF2B5EF4-FFF2-40B4-BE49-F238E27FC236}">
                <a16:creationId xmlns:a16="http://schemas.microsoft.com/office/drawing/2014/main" id="{633037E8-AD72-BD98-9720-8D1562990EE1}"/>
              </a:ext>
            </a:extLst>
          </p:cNvPr>
          <p:cNvSpPr/>
          <p:nvPr/>
        </p:nvSpPr>
        <p:spPr>
          <a:xfrm>
            <a:off x="663559" y="4650842"/>
            <a:ext cx="5119404" cy="73151"/>
          </a:xfrm>
          <a:prstGeom prst="rect">
            <a:avLst/>
          </a:prstGeom>
          <a:solidFill>
            <a:srgbClr val="027A7A"/>
          </a:solidFill>
          <a:ln w="12700">
            <a:solidFill>
              <a:srgbClr val="027A7A"/>
            </a:solidFill>
            <a:prstDash val="solid"/>
          </a:ln>
        </p:spPr>
        <p:txBody>
          <a:bodyPr/>
          <a:lstStyle/>
          <a:p>
            <a:endParaRPr lang="en-US" sz="1369"/>
          </a:p>
        </p:txBody>
      </p:sp>
      <p:sp>
        <p:nvSpPr>
          <p:cNvPr id="140" name="Text 21">
            <a:extLst>
              <a:ext uri="{FF2B5EF4-FFF2-40B4-BE49-F238E27FC236}">
                <a16:creationId xmlns:a16="http://schemas.microsoft.com/office/drawing/2014/main" id="{A80B50E0-36B1-1188-7BB6-8E657E23FA33}"/>
              </a:ext>
            </a:extLst>
          </p:cNvPr>
          <p:cNvSpPr/>
          <p:nvPr/>
        </p:nvSpPr>
        <p:spPr>
          <a:xfrm>
            <a:off x="791576" y="4742279"/>
            <a:ext cx="4907043" cy="320040"/>
          </a:xfrm>
          <a:prstGeom prst="rect">
            <a:avLst/>
          </a:prstGeom>
          <a:noFill/>
          <a:ln/>
        </p:spPr>
        <p:txBody>
          <a:bodyPr wrap="square" lIns="0" tIns="0" rIns="0" bIns="0" rtlCol="0" anchor="ctr"/>
          <a:lstStyle/>
          <a:p>
            <a:r>
              <a:rPr lang="en-US" sz="1540" b="1" dirty="0">
                <a:solidFill>
                  <a:srgbClr val="027A7A"/>
                </a:solidFill>
                <a:latin typeface="Calibri" pitchFamily="34" charset="0"/>
                <a:ea typeface="Calibri" pitchFamily="34" charset="-122"/>
                <a:cs typeface="Calibri" pitchFamily="34" charset="-120"/>
              </a:rPr>
              <a:t>OUTPUT  ▸  stage2_attribute_config.json</a:t>
            </a:r>
            <a:endParaRPr lang="en-US" sz="1540" dirty="0"/>
          </a:p>
        </p:txBody>
      </p:sp>
      <p:sp>
        <p:nvSpPr>
          <p:cNvPr id="141" name="Shape 22">
            <a:extLst>
              <a:ext uri="{FF2B5EF4-FFF2-40B4-BE49-F238E27FC236}">
                <a16:creationId xmlns:a16="http://schemas.microsoft.com/office/drawing/2014/main" id="{6784E79F-F04B-93DA-A766-21D38A4CD55F}"/>
              </a:ext>
            </a:extLst>
          </p:cNvPr>
          <p:cNvSpPr/>
          <p:nvPr/>
        </p:nvSpPr>
        <p:spPr>
          <a:xfrm>
            <a:off x="791576" y="5080605"/>
            <a:ext cx="4907043" cy="0"/>
          </a:xfrm>
          <a:prstGeom prst="line">
            <a:avLst/>
          </a:prstGeom>
          <a:noFill/>
          <a:ln w="6350">
            <a:solidFill>
              <a:srgbClr val="C8D8E8"/>
            </a:solidFill>
            <a:prstDash val="solid"/>
          </a:ln>
        </p:spPr>
        <p:txBody>
          <a:bodyPr/>
          <a:lstStyle/>
          <a:p>
            <a:endParaRPr lang="en-US" sz="1369"/>
          </a:p>
        </p:txBody>
      </p:sp>
      <p:sp>
        <p:nvSpPr>
          <p:cNvPr id="142" name="Text 23">
            <a:extLst>
              <a:ext uri="{FF2B5EF4-FFF2-40B4-BE49-F238E27FC236}">
                <a16:creationId xmlns:a16="http://schemas.microsoft.com/office/drawing/2014/main" id="{7EABBA38-C162-354F-4663-FF8EBC47018B}"/>
              </a:ext>
            </a:extLst>
          </p:cNvPr>
          <p:cNvSpPr/>
          <p:nvPr/>
        </p:nvSpPr>
        <p:spPr>
          <a:xfrm>
            <a:off x="791576" y="5126325"/>
            <a:ext cx="4907043" cy="347472"/>
          </a:xfrm>
          <a:prstGeom prst="rect">
            <a:avLst/>
          </a:prstGeom>
          <a:noFill/>
          <a:ln/>
        </p:spPr>
        <p:txBody>
          <a:bodyPr wrap="square" lIns="0" tIns="0" rIns="0" bIns="0" rtlCol="0" anchor="t"/>
          <a:lstStyle/>
          <a:p>
            <a:pPr marL="342912" indent="-342912">
              <a:buSzPct val="100000"/>
              <a:buChar char="•"/>
            </a:pPr>
            <a:r>
              <a:rPr lang="en-US" sz="1350" dirty="0">
                <a:solidFill>
                  <a:srgbClr val="3A5068"/>
                </a:solidFill>
                <a:latin typeface="Calibri" pitchFamily="34" charset="0"/>
                <a:ea typeface="Calibri" pitchFamily="34" charset="-122"/>
                <a:cs typeface="Calibri" pitchFamily="34" charset="-120"/>
              </a:rPr>
              <a:t>Per-tower capacity scores and technology profiles  </a:t>
            </a:r>
          </a:p>
          <a:p>
            <a:pPr marL="342912" indent="-342912">
              <a:buSzPct val="100000"/>
              <a:buChar char="•"/>
            </a:pPr>
            <a:r>
              <a:rPr lang="en-US" sz="1350" dirty="0">
                <a:solidFill>
                  <a:srgbClr val="3A5068"/>
                </a:solidFill>
                <a:latin typeface="Calibri" pitchFamily="34" charset="0"/>
                <a:ea typeface="Calibri" pitchFamily="34" charset="-122"/>
                <a:cs typeface="Calibri" pitchFamily="34" charset="-120"/>
              </a:rPr>
              <a:t>5G downgrade risk flag affected user fraction  ·</a:t>
            </a:r>
          </a:p>
          <a:p>
            <a:pPr marL="342912" indent="-342912">
              <a:buSzPct val="100000"/>
              <a:buChar char="•"/>
            </a:pPr>
            <a:r>
              <a:rPr lang="en-US" sz="1350" dirty="0">
                <a:solidFill>
                  <a:srgbClr val="3A5068"/>
                </a:solidFill>
                <a:latin typeface="Calibri" pitchFamily="34" charset="0"/>
                <a:ea typeface="Calibri" pitchFamily="34" charset="-122"/>
                <a:cs typeface="Calibri" pitchFamily="34" charset="-120"/>
              </a:rPr>
              <a:t>Overall capacity verdict</a:t>
            </a:r>
            <a:endParaRPr lang="en-US" sz="1350" dirty="0"/>
          </a:p>
        </p:txBody>
      </p:sp>
      <p:sp>
        <p:nvSpPr>
          <p:cNvPr id="152" name="TextBox 151">
            <a:extLst>
              <a:ext uri="{FF2B5EF4-FFF2-40B4-BE49-F238E27FC236}">
                <a16:creationId xmlns:a16="http://schemas.microsoft.com/office/drawing/2014/main" id="{5E66E4A1-B8D5-8D80-3F75-D83A5002604C}"/>
              </a:ext>
            </a:extLst>
          </p:cNvPr>
          <p:cNvSpPr txBox="1"/>
          <p:nvPr/>
        </p:nvSpPr>
        <p:spPr>
          <a:xfrm>
            <a:off x="6576658" y="2678978"/>
            <a:ext cx="5119404" cy="2582758"/>
          </a:xfrm>
          <a:prstGeom prst="rect">
            <a:avLst/>
          </a:prstGeom>
          <a:noFill/>
        </p:spPr>
        <p:txBody>
          <a:bodyPr wrap="square">
            <a:spAutoFit/>
          </a:bodyPr>
          <a:lstStyle/>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Reads pre-computed capacity scores and raw hardware specs for the target tower and all backups</a:t>
            </a:r>
            <a:endParaRPr lang="en-US" sz="1350" dirty="0"/>
          </a:p>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Classifies each tower's technology profile: how many 4G and 5G cells it has, which frequency bands are active</a:t>
            </a:r>
            <a:endParaRPr lang="en-US" sz="1350" dirty="0"/>
          </a:p>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Assesses 5G downgrade risk: if the target tower has 5G cells but its backups do not, users currently on 5G would be forced onto 4G after the shutdown</a:t>
            </a:r>
            <a:endParaRPr lang="en-US" sz="1350" dirty="0"/>
          </a:p>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Estimates what fraction of users would experience this downgrade, and how significant the service impact would be</a:t>
            </a:r>
            <a:endParaRPr lang="en-US" sz="1350" dirty="0"/>
          </a:p>
          <a:p>
            <a:pPr marL="342912" indent="-342912">
              <a:spcAft>
                <a:spcPts val="400"/>
              </a:spcAft>
              <a:buSzPct val="100000"/>
              <a:buChar char="•"/>
            </a:pPr>
            <a:r>
              <a:rPr lang="en-US" sz="1350" dirty="0">
                <a:solidFill>
                  <a:srgbClr val="3A5068"/>
                </a:solidFill>
                <a:latin typeface="Calibri" pitchFamily="34" charset="0"/>
                <a:ea typeface="Calibri" pitchFamily="34" charset="-122"/>
                <a:cs typeface="Calibri" pitchFamily="34" charset="-120"/>
              </a:rPr>
              <a:t>Produces an overall capacity verdict for the backup network: adequate, constrained, or insufficient</a:t>
            </a:r>
            <a:endParaRPr lang="en-US" sz="1350" dirty="0"/>
          </a:p>
        </p:txBody>
      </p:sp>
    </p:spTree>
    <p:extLst>
      <p:ext uri="{BB962C8B-B14F-4D97-AF65-F5344CB8AC3E}">
        <p14:creationId xmlns:p14="http://schemas.microsoft.com/office/powerpoint/2010/main" val="21457237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1045CEA-1A14-BA28-097F-FA3434AF9159}"/>
              </a:ext>
            </a:extLst>
          </p:cNvPr>
          <p:cNvSpPr/>
          <p:nvPr/>
        </p:nvSpPr>
        <p:spPr>
          <a:xfrm>
            <a:off x="228602" y="228601"/>
            <a:ext cx="12344401" cy="438061"/>
          </a:xfrm>
          <a:prstGeom prst="rect">
            <a:avLst/>
          </a:prstGeom>
          <a:solidFill>
            <a:srgbClr val="111827"/>
          </a:solidFill>
          <a:ln/>
        </p:spPr>
        <p:txBody>
          <a:bodyPr/>
          <a:lstStyle/>
          <a:p>
            <a:endParaRPr lang="en-US" sz="2184"/>
          </a:p>
        </p:txBody>
      </p:sp>
      <p:sp>
        <p:nvSpPr>
          <p:cNvPr id="3" name="Text 1">
            <a:extLst>
              <a:ext uri="{FF2B5EF4-FFF2-40B4-BE49-F238E27FC236}">
                <a16:creationId xmlns:a16="http://schemas.microsoft.com/office/drawing/2014/main" id="{59356B2C-D211-6435-F09D-BA22C2896248}"/>
              </a:ext>
            </a:extLst>
          </p:cNvPr>
          <p:cNvSpPr/>
          <p:nvPr/>
        </p:nvSpPr>
        <p:spPr>
          <a:xfrm>
            <a:off x="700440" y="279249"/>
            <a:ext cx="5977728" cy="324641"/>
          </a:xfrm>
          <a:prstGeom prst="rect">
            <a:avLst/>
          </a:prstGeom>
          <a:noFill/>
          <a:ln/>
        </p:spPr>
        <p:txBody>
          <a:bodyPr wrap="square" lIns="0" tIns="0" rIns="0" bIns="0" rtlCol="0" anchor="t">
            <a:spAutoFit/>
          </a:bodyPr>
          <a:lstStyle/>
          <a:p>
            <a:pPr>
              <a:lnSpc>
                <a:spcPts val="2672"/>
              </a:lnSpc>
            </a:pPr>
            <a:r>
              <a:rPr lang="en-US" sz="1945" b="1" dirty="0">
                <a:solidFill>
                  <a:srgbClr val="F3F4F6"/>
                </a:solidFill>
                <a:latin typeface="Montserrat" pitchFamily="34" charset="0"/>
                <a:ea typeface="Montserrat" pitchFamily="34" charset="-122"/>
                <a:cs typeface="Montserrat" pitchFamily="34" charset="-120"/>
              </a:rPr>
              <a:t>The detailed input and output  </a:t>
            </a:r>
            <a:endParaRPr lang="en-US" sz="1945" dirty="0"/>
          </a:p>
        </p:txBody>
      </p:sp>
      <p:graphicFrame>
        <p:nvGraphicFramePr>
          <p:cNvPr id="5" name="Table 4">
            <a:extLst>
              <a:ext uri="{FF2B5EF4-FFF2-40B4-BE49-F238E27FC236}">
                <a16:creationId xmlns:a16="http://schemas.microsoft.com/office/drawing/2014/main" id="{64031888-A2A1-C066-0DA6-85D12DA7AFE9}"/>
              </a:ext>
            </a:extLst>
          </p:cNvPr>
          <p:cNvGraphicFramePr>
            <a:graphicFrameLocks noGrp="1"/>
          </p:cNvGraphicFramePr>
          <p:nvPr>
            <p:extLst>
              <p:ext uri="{D42A27DB-BD31-4B8C-83A1-F6EECF244321}">
                <p14:modId xmlns:p14="http://schemas.microsoft.com/office/powerpoint/2010/main" val="4196717674"/>
              </p:ext>
            </p:extLst>
          </p:nvPr>
        </p:nvGraphicFramePr>
        <p:xfrm>
          <a:off x="387097" y="717308"/>
          <a:ext cx="12057888" cy="6294950"/>
        </p:xfrm>
        <a:graphic>
          <a:graphicData uri="http://schemas.openxmlformats.org/drawingml/2006/table">
            <a:tbl>
              <a:tblPr firstRow="1" bandRow="1">
                <a:tableStyleId>{5C22544A-7EE6-4342-B048-85BDC9FD1C3A}</a:tableStyleId>
              </a:tblPr>
              <a:tblGrid>
                <a:gridCol w="2791968">
                  <a:extLst>
                    <a:ext uri="{9D8B030D-6E8A-4147-A177-3AD203B41FA5}">
                      <a16:colId xmlns:a16="http://schemas.microsoft.com/office/drawing/2014/main" val="2411470907"/>
                    </a:ext>
                  </a:extLst>
                </a:gridCol>
                <a:gridCol w="5291328">
                  <a:extLst>
                    <a:ext uri="{9D8B030D-6E8A-4147-A177-3AD203B41FA5}">
                      <a16:colId xmlns:a16="http://schemas.microsoft.com/office/drawing/2014/main" val="3665265856"/>
                    </a:ext>
                  </a:extLst>
                </a:gridCol>
                <a:gridCol w="3974592">
                  <a:extLst>
                    <a:ext uri="{9D8B030D-6E8A-4147-A177-3AD203B41FA5}">
                      <a16:colId xmlns:a16="http://schemas.microsoft.com/office/drawing/2014/main" val="1120313658"/>
                    </a:ext>
                  </a:extLst>
                </a:gridCol>
              </a:tblGrid>
              <a:tr h="452222">
                <a:tc>
                  <a:txBody>
                    <a:bodyPr/>
                    <a:lstStyle/>
                    <a:p>
                      <a:r>
                        <a:rPr lang="en-US" sz="1400" dirty="0"/>
                        <a:t>Step/agent</a:t>
                      </a:r>
                    </a:p>
                  </a:txBody>
                  <a:tcPr/>
                </a:tc>
                <a:tc>
                  <a:txBody>
                    <a:bodyPr/>
                    <a:lstStyle/>
                    <a:p>
                      <a:r>
                        <a:rPr lang="en-US" sz="1400" dirty="0"/>
                        <a:t>input</a:t>
                      </a:r>
                    </a:p>
                  </a:txBody>
                  <a:tcPr/>
                </a:tc>
                <a:tc>
                  <a:txBody>
                    <a:bodyPr/>
                    <a:lstStyle/>
                    <a:p>
                      <a:r>
                        <a:rPr lang="en-US" sz="1400" dirty="0"/>
                        <a:t>output</a:t>
                      </a:r>
                    </a:p>
                  </a:txBody>
                  <a:tcPr/>
                </a:tc>
                <a:extLst>
                  <a:ext uri="{0D108BD9-81ED-4DB2-BD59-A6C34878D82A}">
                    <a16:rowId xmlns:a16="http://schemas.microsoft.com/office/drawing/2014/main" val="1648683842"/>
                  </a:ext>
                </a:extLst>
              </a:tr>
              <a:tr h="978494">
                <a:tc>
                  <a:txBody>
                    <a:bodyPr/>
                    <a:lstStyle/>
                    <a:p>
                      <a:pPr marL="0" marR="0" lvl="0" indent="0" algn="l" defTabSz="925830" rtl="0" eaLnBrk="1" fontAlgn="auto" latinLnBrk="0" hangingPunct="1">
                        <a:lnSpc>
                          <a:spcPct val="100000"/>
                        </a:lnSpc>
                        <a:spcBef>
                          <a:spcPts val="0"/>
                        </a:spcBef>
                        <a:spcAft>
                          <a:spcPts val="0"/>
                        </a:spcAft>
                        <a:buClrTx/>
                        <a:buSzTx/>
                        <a:buFontTx/>
                        <a:buNone/>
                        <a:tabLst/>
                        <a:defRPr/>
                      </a:pPr>
                      <a:r>
                        <a:rPr lang="en-US" sz="2100" kern="1200" dirty="0">
                          <a:ln w="0"/>
                          <a:solidFill>
                            <a:schemeClr val="tx1"/>
                          </a:solidFill>
                          <a:effectLst>
                            <a:outerShdw blurRad="38100" dist="19050" dir="2700000" algn="tl" rotWithShape="0">
                              <a:schemeClr val="dk1">
                                <a:alpha val="40000"/>
                              </a:schemeClr>
                            </a:outerShdw>
                          </a:effectLst>
                          <a:latin typeface="+mn-lt"/>
                          <a:ea typeface="+mn-ea"/>
                          <a:cs typeface="+mn-cs"/>
                        </a:rPr>
                        <a:t>Pre-process</a:t>
                      </a:r>
                    </a:p>
                  </a:txBody>
                  <a:tcPr/>
                </a:tc>
                <a:tc>
                  <a:txBody>
                    <a:bodyPr/>
                    <a:lstStyle/>
                    <a:p>
                      <a:r>
                        <a:rPr lang="en-US" sz="1500" dirty="0"/>
                        <a:t>Raw Rhea data (include RSRP, throughput, SINR, RSRQ), attribute </a:t>
                      </a:r>
                    </a:p>
                  </a:txBody>
                  <a:tcPr/>
                </a:tc>
                <a:tc>
                  <a:txBody>
                    <a:bodyPr/>
                    <a:lstStyle/>
                    <a:p>
                      <a:r>
                        <a:rPr lang="en-US" sz="1300" b="0" i="0" kern="1200" dirty="0">
                          <a:solidFill>
                            <a:schemeClr val="dk1"/>
                          </a:solidFill>
                          <a:effectLst/>
                          <a:latin typeface="+mn-lt"/>
                          <a:ea typeface="+mn-ea"/>
                          <a:cs typeface="+mn-cs"/>
                        </a:rPr>
                        <a:t>RSRP heatmaps, SINR map, dominance map, numerical truth: </a:t>
                      </a:r>
                      <a:r>
                        <a:rPr lang="en-US" sz="1300" dirty="0"/>
                        <a:t>RSRP percentiles, dominance fractions, capacity scores, load redistribution(load factors, overload risks, coverage hole fraction, SINR regime fractions)</a:t>
                      </a:r>
                    </a:p>
                  </a:txBody>
                  <a:tcPr/>
                </a:tc>
                <a:extLst>
                  <a:ext uri="{0D108BD9-81ED-4DB2-BD59-A6C34878D82A}">
                    <a16:rowId xmlns:a16="http://schemas.microsoft.com/office/drawing/2014/main" val="3266110628"/>
                  </a:ext>
                </a:extLst>
              </a:tr>
              <a:tr h="1318747">
                <a:tc>
                  <a:txBody>
                    <a:bodyPr/>
                    <a:lstStyle/>
                    <a:p>
                      <a:pPr marL="0" marR="0" lvl="0" indent="0" algn="l" defTabSz="925830" rtl="0" eaLnBrk="1" fontAlgn="auto" latinLnBrk="0" hangingPunct="1">
                        <a:lnSpc>
                          <a:spcPct val="100000"/>
                        </a:lnSpc>
                        <a:spcBef>
                          <a:spcPts val="0"/>
                        </a:spcBef>
                        <a:spcAft>
                          <a:spcPts val="0"/>
                        </a:spcAft>
                        <a:buClrTx/>
                        <a:buSzTx/>
                        <a:buFontTx/>
                        <a:buNone/>
                        <a:tabLst/>
                        <a:defRPr/>
                      </a:pPr>
                      <a:r>
                        <a:rPr lang="en-US" sz="2100" dirty="0">
                          <a:ln w="0"/>
                          <a:solidFill>
                            <a:schemeClr val="tx1"/>
                          </a:solidFill>
                          <a:effectLst>
                            <a:outerShdw blurRad="38100" dist="19050" dir="2700000" algn="tl" rotWithShape="0">
                              <a:schemeClr val="dk1">
                                <a:alpha val="40000"/>
                              </a:schemeClr>
                            </a:outerShdw>
                          </a:effectLst>
                        </a:rPr>
                        <a:t>Coverage &amp; load agent</a:t>
                      </a:r>
                      <a:endParaRPr lang="en-US" sz="2100" dirty="0"/>
                    </a:p>
                  </a:txBody>
                  <a:tcPr/>
                </a:tc>
                <a:tc>
                  <a:txBody>
                    <a:bodyPr/>
                    <a:lstStyle/>
                    <a:p>
                      <a:r>
                        <a:rPr lang="en-US" sz="1500" dirty="0"/>
                        <a:t>Coverage summary, RSRP heatmap + dominance map (images), load redistribution, constrains &amp; rules</a:t>
                      </a:r>
                    </a:p>
                  </a:txBody>
                  <a:tcPr/>
                </a:tc>
                <a:tc>
                  <a:txBody>
                    <a:bodyPr/>
                    <a:lstStyle/>
                    <a:p>
                      <a:r>
                        <a:rPr lang="en-US" sz="1300" dirty="0"/>
                        <a:t>Per-backup roles (</a:t>
                      </a:r>
                      <a:r>
                        <a:rPr lang="en-US" sz="1300" dirty="0" err="1"/>
                        <a:t>dominant_anchor</a:t>
                      </a:r>
                      <a:r>
                        <a:rPr lang="en-US" sz="1300" dirty="0"/>
                        <a:t> / </a:t>
                      </a:r>
                      <a:r>
                        <a:rPr lang="en-US" sz="1300" dirty="0" err="1"/>
                        <a:t>strong_supporting</a:t>
                      </a:r>
                      <a:r>
                        <a:rPr lang="en-US" sz="1300" dirty="0"/>
                        <a:t> / etc.)</a:t>
                      </a:r>
                    </a:p>
                    <a:p>
                      <a:r>
                        <a:rPr lang="en-US" sz="1300" dirty="0"/>
                        <a:t>Per-backup overload risks</a:t>
                      </a:r>
                    </a:p>
                    <a:p>
                      <a:r>
                        <a:rPr lang="en-US" sz="1300" dirty="0"/>
                        <a:t>Load redistribution verdict (underloaded / balanced / overloaded)</a:t>
                      </a:r>
                    </a:p>
                    <a:p>
                      <a:r>
                        <a:rPr lang="en-US" sz="1300" dirty="0"/>
                        <a:t>Coverage hole assessment</a:t>
                      </a:r>
                    </a:p>
                  </a:txBody>
                  <a:tcPr/>
                </a:tc>
                <a:extLst>
                  <a:ext uri="{0D108BD9-81ED-4DB2-BD59-A6C34878D82A}">
                    <a16:rowId xmlns:a16="http://schemas.microsoft.com/office/drawing/2014/main" val="1774335735"/>
                  </a:ext>
                </a:extLst>
              </a:tr>
              <a:tr h="901972">
                <a:tc>
                  <a:txBody>
                    <a:bodyPr/>
                    <a:lstStyle/>
                    <a:p>
                      <a:pPr marL="0" marR="0" lvl="0" indent="0" algn="l" defTabSz="925830" rtl="0" eaLnBrk="1" fontAlgn="auto" latinLnBrk="0" hangingPunct="1">
                        <a:lnSpc>
                          <a:spcPct val="100000"/>
                        </a:lnSpc>
                        <a:spcBef>
                          <a:spcPts val="0"/>
                        </a:spcBef>
                        <a:spcAft>
                          <a:spcPts val="0"/>
                        </a:spcAft>
                        <a:buClrTx/>
                        <a:buSzTx/>
                        <a:buFontTx/>
                        <a:buNone/>
                        <a:tabLst/>
                        <a:defRPr/>
                      </a:pPr>
                      <a:r>
                        <a:rPr lang="en-US" sz="2100" dirty="0">
                          <a:ln w="0"/>
                          <a:solidFill>
                            <a:schemeClr val="tx1"/>
                          </a:solidFill>
                          <a:effectLst>
                            <a:outerShdw blurRad="38100" dist="19050" dir="2700000" algn="tl" rotWithShape="0">
                              <a:schemeClr val="dk1">
                                <a:alpha val="40000"/>
                              </a:schemeClr>
                            </a:outerShdw>
                          </a:effectLst>
                        </a:rPr>
                        <a:t>Attribute analysis agent</a:t>
                      </a:r>
                      <a:endParaRPr lang="en-US" sz="2100" dirty="0"/>
                    </a:p>
                  </a:txBody>
                  <a:tcPr/>
                </a:tc>
                <a:tc>
                  <a:txBody>
                    <a:bodyPr/>
                    <a:lstStyle/>
                    <a:p>
                      <a:r>
                        <a:rPr lang="en-US" sz="1400" dirty="0"/>
                        <a:t>Attribute, constrains &amp; rules</a:t>
                      </a:r>
                    </a:p>
                  </a:txBody>
                  <a:tcPr/>
                </a:tc>
                <a:tc>
                  <a:txBody>
                    <a:bodyPr/>
                    <a:lstStyle/>
                    <a:p>
                      <a:r>
                        <a:rPr lang="en-US" sz="1300" b="0" i="0" kern="1200" dirty="0">
                          <a:solidFill>
                            <a:schemeClr val="dk1"/>
                          </a:solidFill>
                          <a:effectLst/>
                          <a:latin typeface="+mn-lt"/>
                          <a:ea typeface="+mn-ea"/>
                          <a:cs typeface="+mn-cs"/>
                        </a:rPr>
                        <a:t>Tower type (micro, macro, </a:t>
                      </a:r>
                      <a:r>
                        <a:rPr lang="en-US" sz="1300" b="0" i="0" kern="1200" dirty="0" err="1">
                          <a:solidFill>
                            <a:schemeClr val="dk1"/>
                          </a:solidFill>
                          <a:effectLst/>
                          <a:latin typeface="+mn-lt"/>
                          <a:ea typeface="+mn-ea"/>
                          <a:cs typeface="+mn-cs"/>
                        </a:rPr>
                        <a:t>tall_macro</a:t>
                      </a:r>
                      <a:r>
                        <a:rPr lang="en-US" sz="1300" b="0" i="0" kern="1200" dirty="0">
                          <a:solidFill>
                            <a:schemeClr val="dk1"/>
                          </a:solidFill>
                          <a:effectLst/>
                          <a:latin typeface="+mn-lt"/>
                          <a:ea typeface="+mn-ea"/>
                          <a:cs typeface="+mn-cs"/>
                        </a:rPr>
                        <a:t> based on height thresholds)</a:t>
                      </a:r>
                    </a:p>
                    <a:p>
                      <a:r>
                        <a:rPr lang="en-US" sz="1300" b="0" i="0" kern="1200" dirty="0">
                          <a:solidFill>
                            <a:schemeClr val="dk1"/>
                          </a:solidFill>
                          <a:effectLst/>
                          <a:latin typeface="+mn-lt"/>
                          <a:ea typeface="+mn-ea"/>
                          <a:cs typeface="+mn-cs"/>
                        </a:rPr>
                        <a:t>Technology profile (4G only, 4G+5G NSA, 5G NR)</a:t>
                      </a:r>
                    </a:p>
                    <a:p>
                      <a:r>
                        <a:rPr lang="en-US" sz="1300" b="0" i="0" kern="1200" dirty="0">
                          <a:solidFill>
                            <a:schemeClr val="dk1"/>
                          </a:solidFill>
                          <a:effectLst/>
                          <a:latin typeface="+mn-lt"/>
                          <a:ea typeface="+mn-ea"/>
                          <a:cs typeface="+mn-cs"/>
                        </a:rPr>
                        <a:t>5G downgrade risk</a:t>
                      </a:r>
                      <a:endParaRPr lang="en-US" sz="1300" dirty="0"/>
                    </a:p>
                  </a:txBody>
                  <a:tcPr/>
                </a:tc>
                <a:extLst>
                  <a:ext uri="{0D108BD9-81ED-4DB2-BD59-A6C34878D82A}">
                    <a16:rowId xmlns:a16="http://schemas.microsoft.com/office/drawing/2014/main" val="3079292108"/>
                  </a:ext>
                </a:extLst>
              </a:tr>
              <a:tr h="561703">
                <a:tc>
                  <a:txBody>
                    <a:bodyPr/>
                    <a:lstStyle/>
                    <a:p>
                      <a:pPr marL="0" marR="0" lvl="0" indent="0" algn="l" defTabSz="925830" rtl="0" eaLnBrk="1" fontAlgn="auto" latinLnBrk="0" hangingPunct="1">
                        <a:lnSpc>
                          <a:spcPct val="100000"/>
                        </a:lnSpc>
                        <a:spcBef>
                          <a:spcPts val="0"/>
                        </a:spcBef>
                        <a:spcAft>
                          <a:spcPts val="0"/>
                        </a:spcAft>
                        <a:buClrTx/>
                        <a:buSzTx/>
                        <a:buFontTx/>
                        <a:buNone/>
                        <a:tabLst/>
                        <a:defRPr/>
                      </a:pPr>
                      <a:r>
                        <a:rPr lang="en-US" sz="2100" dirty="0">
                          <a:ln w="0"/>
                          <a:solidFill>
                            <a:schemeClr val="tx1"/>
                          </a:solidFill>
                          <a:effectLst>
                            <a:outerShdw blurRad="38100" dist="19050" dir="2700000" algn="tl" rotWithShape="0">
                              <a:schemeClr val="dk1">
                                <a:alpha val="40000"/>
                              </a:schemeClr>
                            </a:outerShdw>
                          </a:effectLst>
                        </a:rPr>
                        <a:t>Geo-correlation agent</a:t>
                      </a:r>
                      <a:endParaRPr lang="en-US" sz="2100" dirty="0"/>
                    </a:p>
                  </a:txBody>
                  <a:tcPr/>
                </a:tc>
                <a:tc>
                  <a:txBody>
                    <a:bodyPr/>
                    <a:lstStyle/>
                    <a:p>
                      <a:pPr marL="0" marR="0" indent="0" algn="l" defTabSz="925830" rtl="0" eaLnBrk="1" fontAlgn="auto" latinLnBrk="0" hangingPunct="1">
                        <a:lnSpc>
                          <a:spcPct val="100000"/>
                        </a:lnSpc>
                        <a:spcBef>
                          <a:spcPts val="0"/>
                        </a:spcBef>
                        <a:spcAft>
                          <a:spcPts val="0"/>
                        </a:spcAft>
                        <a:buClrTx/>
                        <a:buSzTx/>
                        <a:buFontTx/>
                        <a:buNone/>
                        <a:tabLst/>
                        <a:defRPr/>
                      </a:pPr>
                      <a:r>
                        <a:rPr lang="en-US" sz="1500" b="0" i="0" kern="1200" dirty="0">
                          <a:solidFill>
                            <a:schemeClr val="dk1"/>
                          </a:solidFill>
                          <a:effectLst/>
                          <a:latin typeface="+mn-lt"/>
                          <a:ea typeface="+mn-ea"/>
                          <a:cs typeface="+mn-cs"/>
                        </a:rPr>
                        <a:t>RSRP heatmaps, SINR map, dominance map, real map, </a:t>
                      </a:r>
                      <a:r>
                        <a:rPr lang="en-US" sz="1500" b="0" i="0" kern="1200" dirty="0" err="1">
                          <a:solidFill>
                            <a:schemeClr val="dk1"/>
                          </a:solidFill>
                          <a:effectLst/>
                          <a:latin typeface="+mn-lt"/>
                          <a:ea typeface="+mn-ea"/>
                          <a:cs typeface="+mn-cs"/>
                        </a:rPr>
                        <a:t>load_redistribution_verdict</a:t>
                      </a:r>
                      <a:r>
                        <a:rPr lang="en-US" sz="1500" b="0" i="0" kern="1200" dirty="0">
                          <a:solidFill>
                            <a:schemeClr val="dk1"/>
                          </a:solidFill>
                          <a:effectLst/>
                          <a:latin typeface="+mn-lt"/>
                          <a:ea typeface="+mn-ea"/>
                          <a:cs typeface="+mn-cs"/>
                        </a:rPr>
                        <a:t>, </a:t>
                      </a:r>
                      <a:r>
                        <a:rPr lang="en-US" sz="1500" b="0" i="0" kern="1200" dirty="0" err="1">
                          <a:solidFill>
                            <a:schemeClr val="dk1"/>
                          </a:solidFill>
                          <a:effectLst/>
                          <a:latin typeface="+mn-lt"/>
                          <a:ea typeface="+mn-ea"/>
                          <a:cs typeface="+mn-cs"/>
                        </a:rPr>
                        <a:t>per_backup_overload_risks</a:t>
                      </a:r>
                      <a:endParaRPr lang="en-US" sz="1500" dirty="0"/>
                    </a:p>
                  </a:txBody>
                  <a:tcPr/>
                </a:tc>
                <a:tc>
                  <a:txBody>
                    <a:bodyPr/>
                    <a:lstStyle/>
                    <a:p>
                      <a:r>
                        <a:rPr lang="en-US" sz="1300" dirty="0"/>
                        <a:t>2–5 impact zones, each with: signal condition, SINR regime, land use, critical infra flag, severity</a:t>
                      </a:r>
                    </a:p>
                  </a:txBody>
                  <a:tcPr/>
                </a:tc>
                <a:extLst>
                  <a:ext uri="{0D108BD9-81ED-4DB2-BD59-A6C34878D82A}">
                    <a16:rowId xmlns:a16="http://schemas.microsoft.com/office/drawing/2014/main" val="1019162217"/>
                  </a:ext>
                </a:extLst>
              </a:tr>
              <a:tr h="487680">
                <a:tc>
                  <a:txBody>
                    <a:bodyPr/>
                    <a:lstStyle/>
                    <a:p>
                      <a:pPr marL="0" marR="0" lvl="0" indent="0" algn="l" defTabSz="925830" rtl="0" eaLnBrk="1" fontAlgn="auto" latinLnBrk="0" hangingPunct="1">
                        <a:lnSpc>
                          <a:spcPct val="100000"/>
                        </a:lnSpc>
                        <a:spcBef>
                          <a:spcPts val="0"/>
                        </a:spcBef>
                        <a:spcAft>
                          <a:spcPts val="0"/>
                        </a:spcAft>
                        <a:buClrTx/>
                        <a:buSzTx/>
                        <a:buFontTx/>
                        <a:buNone/>
                        <a:tabLst/>
                        <a:defRPr/>
                      </a:pPr>
                      <a:r>
                        <a:rPr lang="en-US" sz="2100" dirty="0">
                          <a:ln w="0"/>
                          <a:solidFill>
                            <a:schemeClr val="tx1"/>
                          </a:solidFill>
                          <a:effectLst>
                            <a:outerShdw blurRad="38100" dist="19050" dir="2700000" algn="tl" rotWithShape="0">
                              <a:schemeClr val="dk1">
                                <a:alpha val="40000"/>
                              </a:schemeClr>
                            </a:outerShdw>
                          </a:effectLst>
                        </a:rPr>
                        <a:t>Final assessment agent</a:t>
                      </a:r>
                      <a:endParaRPr lang="en-US" sz="2100" dirty="0"/>
                    </a:p>
                  </a:txBody>
                  <a:tcPr/>
                </a:tc>
                <a:tc>
                  <a:txBody>
                    <a:bodyPr/>
                    <a:lstStyle/>
                    <a:p>
                      <a:r>
                        <a:rPr lang="en-US" sz="1500" dirty="0"/>
                        <a:t>Output from the previous steps, constrains &amp; rules</a:t>
                      </a:r>
                    </a:p>
                  </a:txBody>
                  <a:tcPr/>
                </a:tc>
                <a:tc>
                  <a:txBody>
                    <a:bodyPr/>
                    <a:lstStyle/>
                    <a:p>
                      <a:r>
                        <a:rPr lang="en-US" sz="1300" dirty="0"/>
                        <a:t>Final user impact level (1–4)C1–C5 constraint results Final conclusion narrative</a:t>
                      </a:r>
                    </a:p>
                  </a:txBody>
                  <a:tcPr/>
                </a:tc>
                <a:extLst>
                  <a:ext uri="{0D108BD9-81ED-4DB2-BD59-A6C34878D82A}">
                    <a16:rowId xmlns:a16="http://schemas.microsoft.com/office/drawing/2014/main" val="1136164925"/>
                  </a:ext>
                </a:extLst>
              </a:tr>
              <a:tr h="454166">
                <a:tc>
                  <a:txBody>
                    <a:bodyPr/>
                    <a:lstStyle/>
                    <a:p>
                      <a:pPr marL="0" marR="0" lvl="0" indent="0" algn="l" defTabSz="925830" rtl="0" eaLnBrk="1" fontAlgn="auto" latinLnBrk="0" hangingPunct="1">
                        <a:lnSpc>
                          <a:spcPct val="100000"/>
                        </a:lnSpc>
                        <a:spcBef>
                          <a:spcPts val="0"/>
                        </a:spcBef>
                        <a:spcAft>
                          <a:spcPts val="0"/>
                        </a:spcAft>
                        <a:buClrTx/>
                        <a:buSzTx/>
                        <a:buFontTx/>
                        <a:buNone/>
                        <a:tabLst/>
                        <a:defRPr/>
                      </a:pPr>
                      <a:r>
                        <a:rPr lang="en-US" sz="2100" kern="1200" dirty="0">
                          <a:ln w="0"/>
                          <a:solidFill>
                            <a:schemeClr val="tx1"/>
                          </a:solidFill>
                          <a:effectLst>
                            <a:outerShdw blurRad="38100" dist="19050" dir="2700000" algn="tl" rotWithShape="0">
                              <a:schemeClr val="dk1">
                                <a:alpha val="40000"/>
                              </a:schemeClr>
                            </a:outerShdw>
                          </a:effectLst>
                          <a:latin typeface="+mn-lt"/>
                          <a:ea typeface="+mn-ea"/>
                          <a:cs typeface="+mn-cs"/>
                        </a:rPr>
                        <a:t>Numerical verification</a:t>
                      </a:r>
                    </a:p>
                  </a:txBody>
                  <a:tcPr/>
                </a:tc>
                <a:tc>
                  <a:txBody>
                    <a:bodyPr/>
                    <a:lstStyle/>
                    <a:p>
                      <a:r>
                        <a:rPr lang="en-US" sz="1400" dirty="0"/>
                        <a:t>13 numerical items check </a:t>
                      </a:r>
                    </a:p>
                  </a:txBody>
                  <a:tcPr/>
                </a:tc>
                <a:tc>
                  <a:txBody>
                    <a:bodyPr/>
                    <a:lstStyle/>
                    <a:p>
                      <a:r>
                        <a:rPr lang="en-US" sz="1400" dirty="0"/>
                        <a:t>PASS/FAIL</a:t>
                      </a:r>
                    </a:p>
                  </a:txBody>
                  <a:tcPr/>
                </a:tc>
                <a:extLst>
                  <a:ext uri="{0D108BD9-81ED-4DB2-BD59-A6C34878D82A}">
                    <a16:rowId xmlns:a16="http://schemas.microsoft.com/office/drawing/2014/main" val="3142418438"/>
                  </a:ext>
                </a:extLst>
              </a:tr>
              <a:tr h="454166">
                <a:tc>
                  <a:txBody>
                    <a:bodyPr/>
                    <a:lstStyle/>
                    <a:p>
                      <a:pPr marL="0" marR="0" lvl="0" indent="0" algn="l" defTabSz="925830" rtl="0" eaLnBrk="1" fontAlgn="auto" latinLnBrk="0" hangingPunct="1">
                        <a:lnSpc>
                          <a:spcPct val="100000"/>
                        </a:lnSpc>
                        <a:spcBef>
                          <a:spcPts val="0"/>
                        </a:spcBef>
                        <a:spcAft>
                          <a:spcPts val="0"/>
                        </a:spcAft>
                        <a:buClrTx/>
                        <a:buSzTx/>
                        <a:buFontTx/>
                        <a:buNone/>
                        <a:tabLst/>
                        <a:defRPr/>
                      </a:pPr>
                      <a:r>
                        <a:rPr lang="en-US" sz="2100" kern="1200" dirty="0">
                          <a:ln w="0"/>
                          <a:solidFill>
                            <a:schemeClr val="tx1"/>
                          </a:solidFill>
                          <a:effectLst>
                            <a:outerShdw blurRad="38100" dist="19050" dir="2700000" algn="tl" rotWithShape="0">
                              <a:schemeClr val="dk1">
                                <a:alpha val="40000"/>
                              </a:schemeClr>
                            </a:outerShdw>
                          </a:effectLst>
                          <a:latin typeface="+mn-lt"/>
                          <a:ea typeface="+mn-ea"/>
                          <a:cs typeface="+mn-cs"/>
                        </a:rPr>
                        <a:t>Reasoning verification</a:t>
                      </a:r>
                    </a:p>
                  </a:txBody>
                  <a:tcPr/>
                </a:tc>
                <a:tc>
                  <a:txBody>
                    <a:bodyPr/>
                    <a:lstStyle/>
                    <a:p>
                      <a:r>
                        <a:rPr lang="en-US" sz="1400" dirty="0"/>
                        <a:t>6 reasoning items check </a:t>
                      </a:r>
                    </a:p>
                  </a:txBody>
                  <a:tcPr/>
                </a:tc>
                <a:tc>
                  <a:txBody>
                    <a:bodyPr/>
                    <a:lstStyle/>
                    <a:p>
                      <a:r>
                        <a:rPr lang="en-US" sz="1400" dirty="0"/>
                        <a:t>PASS/FAIL</a:t>
                      </a:r>
                    </a:p>
                  </a:txBody>
                  <a:tcPr/>
                </a:tc>
                <a:extLst>
                  <a:ext uri="{0D108BD9-81ED-4DB2-BD59-A6C34878D82A}">
                    <a16:rowId xmlns:a16="http://schemas.microsoft.com/office/drawing/2014/main" val="368148055"/>
                  </a:ext>
                </a:extLst>
              </a:tr>
              <a:tr h="685800">
                <a:tc>
                  <a:txBody>
                    <a:bodyPr/>
                    <a:lstStyle/>
                    <a:p>
                      <a:pPr marL="0" marR="0" lvl="0" indent="0" algn="l" defTabSz="925830" rtl="0" eaLnBrk="1" fontAlgn="auto" latinLnBrk="0" hangingPunct="1">
                        <a:lnSpc>
                          <a:spcPct val="100000"/>
                        </a:lnSpc>
                        <a:spcBef>
                          <a:spcPts val="0"/>
                        </a:spcBef>
                        <a:spcAft>
                          <a:spcPts val="0"/>
                        </a:spcAft>
                        <a:buClrTx/>
                        <a:buSzTx/>
                        <a:buFontTx/>
                        <a:buNone/>
                        <a:tabLst/>
                        <a:defRPr/>
                      </a:pPr>
                      <a:r>
                        <a:rPr lang="en-US" sz="2100" kern="1200" dirty="0">
                          <a:ln w="0"/>
                          <a:solidFill>
                            <a:schemeClr val="tx1"/>
                          </a:solidFill>
                          <a:effectLst>
                            <a:outerShdw blurRad="38100" dist="19050" dir="2700000" algn="tl" rotWithShape="0">
                              <a:schemeClr val="dk1">
                                <a:alpha val="40000"/>
                              </a:schemeClr>
                            </a:outerShdw>
                          </a:effectLst>
                          <a:latin typeface="+mn-lt"/>
                          <a:ea typeface="+mn-ea"/>
                          <a:cs typeface="+mn-cs"/>
                        </a:rPr>
                        <a:t>Reflector</a:t>
                      </a:r>
                    </a:p>
                  </a:txBody>
                  <a:tcPr/>
                </a:tc>
                <a:tc>
                  <a:txBody>
                    <a:bodyPr/>
                    <a:lstStyle/>
                    <a:p>
                      <a:r>
                        <a:rPr lang="en-US" sz="1400" dirty="0"/>
                        <a:t>Previous step output</a:t>
                      </a:r>
                    </a:p>
                  </a:txBody>
                  <a:tcPr/>
                </a:tc>
                <a:tc>
                  <a:txBody>
                    <a:bodyPr/>
                    <a:lstStyle/>
                    <a:p>
                      <a:r>
                        <a:rPr lang="en-US" sz="1300" dirty="0"/>
                        <a:t>Updated rules about where the pipeline's reasoning was uncertain or wrong, so future runs handle similar edge cases better.</a:t>
                      </a:r>
                    </a:p>
                  </a:txBody>
                  <a:tcPr/>
                </a:tc>
                <a:extLst>
                  <a:ext uri="{0D108BD9-81ED-4DB2-BD59-A6C34878D82A}">
                    <a16:rowId xmlns:a16="http://schemas.microsoft.com/office/drawing/2014/main" val="3118531995"/>
                  </a:ext>
                </a:extLst>
              </a:tr>
            </a:tbl>
          </a:graphicData>
        </a:graphic>
      </p:graphicFrame>
    </p:spTree>
    <p:extLst>
      <p:ext uri="{BB962C8B-B14F-4D97-AF65-F5344CB8AC3E}">
        <p14:creationId xmlns:p14="http://schemas.microsoft.com/office/powerpoint/2010/main" val="40346419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B5879-A5B7-2B18-E583-9F0A5B5AF3E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1B7B0BD-1922-877B-F0AA-932720F33A9A}"/>
              </a:ext>
            </a:extLst>
          </p:cNvPr>
          <p:cNvSpPr/>
          <p:nvPr/>
        </p:nvSpPr>
        <p:spPr>
          <a:xfrm>
            <a:off x="228602" y="222190"/>
            <a:ext cx="12344401" cy="1040946"/>
          </a:xfrm>
          <a:prstGeom prst="rect">
            <a:avLst/>
          </a:prstGeom>
          <a:solidFill>
            <a:srgbClr val="111827"/>
          </a:solidFill>
          <a:ln/>
        </p:spPr>
        <p:txBody>
          <a:bodyPr/>
          <a:lstStyle/>
          <a:p>
            <a:endParaRPr lang="en-US" sz="2184"/>
          </a:p>
        </p:txBody>
      </p:sp>
      <p:sp>
        <p:nvSpPr>
          <p:cNvPr id="3" name="Text 1">
            <a:extLst>
              <a:ext uri="{FF2B5EF4-FFF2-40B4-BE49-F238E27FC236}">
                <a16:creationId xmlns:a16="http://schemas.microsoft.com/office/drawing/2014/main" id="{9B134512-F970-A726-ECBD-941D46ABC513}"/>
              </a:ext>
            </a:extLst>
          </p:cNvPr>
          <p:cNvSpPr/>
          <p:nvPr/>
        </p:nvSpPr>
        <p:spPr>
          <a:xfrm>
            <a:off x="569978" y="580342"/>
            <a:ext cx="3887230" cy="300082"/>
          </a:xfrm>
          <a:prstGeom prst="rect">
            <a:avLst/>
          </a:prstGeom>
          <a:noFill/>
          <a:ln/>
        </p:spPr>
        <p:txBody>
          <a:bodyPr wrap="square" lIns="0" tIns="0" rIns="0" bIns="0" rtlCol="0" anchor="t">
            <a:spAutoFit/>
          </a:bodyPr>
          <a:lstStyle/>
          <a:p>
            <a:pPr defTabSz="925865">
              <a:defRPr/>
            </a:pPr>
            <a:r>
              <a:rPr lang="en-US" sz="1950" b="1" dirty="0">
                <a:ln w="0"/>
                <a:solidFill>
                  <a:schemeClr val="bg1"/>
                </a:solidFill>
                <a:effectLst>
                  <a:outerShdw blurRad="38100" dist="19050" dir="2700000" algn="tl" rotWithShape="0">
                    <a:schemeClr val="dk1">
                      <a:alpha val="40000"/>
                    </a:schemeClr>
                  </a:outerShdw>
                </a:effectLst>
              </a:rPr>
              <a:t>Constrains and rules (initial)</a:t>
            </a:r>
            <a:endParaRPr lang="en-US" sz="1950" b="1" dirty="0">
              <a:solidFill>
                <a:schemeClr val="bg1"/>
              </a:solidFill>
            </a:endParaRPr>
          </a:p>
        </p:txBody>
      </p:sp>
      <p:sp>
        <p:nvSpPr>
          <p:cNvPr id="7" name="TextBox 6">
            <a:extLst>
              <a:ext uri="{FF2B5EF4-FFF2-40B4-BE49-F238E27FC236}">
                <a16:creationId xmlns:a16="http://schemas.microsoft.com/office/drawing/2014/main" id="{CA5FC5D1-70E0-4EEB-11A1-640435C08195}"/>
              </a:ext>
            </a:extLst>
          </p:cNvPr>
          <p:cNvSpPr txBox="1"/>
          <p:nvPr/>
        </p:nvSpPr>
        <p:spPr>
          <a:xfrm>
            <a:off x="569977" y="1621289"/>
            <a:ext cx="11643360" cy="4095608"/>
          </a:xfrm>
          <a:prstGeom prst="rect">
            <a:avLst/>
          </a:prstGeom>
          <a:noFill/>
        </p:spPr>
        <p:txBody>
          <a:bodyPr wrap="square">
            <a:spAutoFit/>
          </a:bodyPr>
          <a:lstStyle/>
          <a:p>
            <a:pPr>
              <a:buNone/>
            </a:pPr>
            <a:r>
              <a:rPr lang="en-US" sz="1369" b="1" dirty="0"/>
              <a:t>Level 1 — Minimal:</a:t>
            </a:r>
            <a:r>
              <a:rPr lang="en-US" sz="1369" dirty="0"/>
              <a:t> The network handles the shutdown well — few holes, no critical sites, backups are strong and not overloaded — so most users feel nothing.</a:t>
            </a:r>
          </a:p>
          <a:p>
            <a:pPr>
              <a:buNone/>
            </a:pPr>
            <a:r>
              <a:rPr lang="en-US" sz="1369" b="1" dirty="0"/>
              <a:t>Level 2 — Noticeable:</a:t>
            </a:r>
            <a:r>
              <a:rPr lang="en-US" sz="1369" dirty="0"/>
              <a:t> Something is imperfect — either coverage holes affect a moderate area, backup signal quality is only partial, or load is building — so some users experience degraded service.</a:t>
            </a:r>
          </a:p>
          <a:p>
            <a:pPr>
              <a:buNone/>
            </a:pPr>
            <a:r>
              <a:rPr lang="en-US" sz="1369" b="1" dirty="0"/>
              <a:t>Level 3 — Significant:</a:t>
            </a:r>
            <a:r>
              <a:rPr lang="en-US" sz="1369" dirty="0"/>
              <a:t> At least one serious problem exists — either a large portion of the area loses coverage, a hospital or highway is affected, or backups are at high risk of congestion — making the impact impossible to ignore.</a:t>
            </a:r>
          </a:p>
          <a:p>
            <a:pPr>
              <a:buNone/>
            </a:pPr>
            <a:r>
              <a:rPr lang="en-US" sz="1369" b="1" dirty="0"/>
              <a:t>Level 4 — Severe:</a:t>
            </a:r>
            <a:r>
              <a:rPr lang="en-US" sz="1369" dirty="0"/>
              <a:t> Multiple serious problems occur together — large holes, critical infrastructure affected, and backups already overwhelmed — causing widespread failure across the area.</a:t>
            </a:r>
          </a:p>
          <a:p>
            <a:pPr>
              <a:buNone/>
            </a:pPr>
            <a:endParaRPr lang="en-US" sz="1369" dirty="0"/>
          </a:p>
          <a:p>
            <a:r>
              <a:rPr lang="en-US" sz="1369" b="1" dirty="0"/>
              <a:t>C1:</a:t>
            </a:r>
            <a:r>
              <a:rPr lang="en-US" sz="1369" dirty="0"/>
              <a:t> If the network has good redundancy (few holes and no overloaded backups), it caps the final level at 2 because a well-covered network cannot credibly produce a severe outcome.</a:t>
            </a:r>
          </a:p>
          <a:p>
            <a:r>
              <a:rPr lang="en-US" sz="1369" b="1" dirty="0"/>
              <a:t>C2:</a:t>
            </a:r>
            <a:r>
              <a:rPr lang="en-US" sz="1369" dirty="0"/>
              <a:t> If any zone contains critical infrastructure like a hospital or major highway, it floors the final level at 3 because the consequences there are too serious to be softened by good conditions elsewhere.</a:t>
            </a:r>
          </a:p>
          <a:p>
            <a:r>
              <a:rPr lang="en-US" sz="1369" b="1" dirty="0"/>
              <a:t>C3:</a:t>
            </a:r>
            <a:r>
              <a:rPr lang="en-US" sz="1369" dirty="0"/>
              <a:t> If most of the target area is interference-limited (backups nearly as strong as the target), it reduces the level by 1 because the majority of users will experience a smooth handover with minimal impact.</a:t>
            </a:r>
          </a:p>
          <a:p>
            <a:r>
              <a:rPr lang="en-US" sz="1369" b="1" dirty="0"/>
              <a:t>C4:</a:t>
            </a:r>
            <a:r>
              <a:rPr lang="en-US" sz="1369" dirty="0"/>
              <a:t> If the backup network is already overloaded before the shutdown, it increases the level by 1 because absorbing extra traffic on top of an already-stressed network makes every outcome worse.</a:t>
            </a:r>
          </a:p>
          <a:p>
            <a:r>
              <a:rPr lang="en-US" sz="1369" b="1" dirty="0"/>
              <a:t>C5:</a:t>
            </a:r>
            <a:r>
              <a:rPr lang="en-US" sz="1369" dirty="0"/>
              <a:t> If more than 20% of users will be forced from 5G down to 4G, it adds a 5G downgrade flag to the report without changing the level, because this specific consequence needs to be explicitly visible to the engineer.</a:t>
            </a:r>
          </a:p>
          <a:p>
            <a:pPr>
              <a:buNone/>
            </a:pPr>
            <a:endParaRPr lang="en-US" sz="1369" dirty="0"/>
          </a:p>
        </p:txBody>
      </p:sp>
    </p:spTree>
    <p:extLst>
      <p:ext uri="{BB962C8B-B14F-4D97-AF65-F5344CB8AC3E}">
        <p14:creationId xmlns:p14="http://schemas.microsoft.com/office/powerpoint/2010/main" val="25509924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12FCE9B8-A17C-C68A-6DF7-F82E7B16B69F}"/>
              </a:ext>
            </a:extLst>
          </p:cNvPr>
          <p:cNvSpPr/>
          <p:nvPr/>
        </p:nvSpPr>
        <p:spPr>
          <a:xfrm>
            <a:off x="228602" y="222190"/>
            <a:ext cx="12344401" cy="1040946"/>
          </a:xfrm>
          <a:prstGeom prst="rect">
            <a:avLst/>
          </a:prstGeom>
          <a:solidFill>
            <a:srgbClr val="111827"/>
          </a:solidFill>
          <a:ln/>
        </p:spPr>
        <p:txBody>
          <a:bodyPr/>
          <a:lstStyle/>
          <a:p>
            <a:endParaRPr lang="en-US" sz="2184"/>
          </a:p>
        </p:txBody>
      </p:sp>
      <p:sp>
        <p:nvSpPr>
          <p:cNvPr id="3" name="Text 1">
            <a:extLst>
              <a:ext uri="{FF2B5EF4-FFF2-40B4-BE49-F238E27FC236}">
                <a16:creationId xmlns:a16="http://schemas.microsoft.com/office/drawing/2014/main" id="{84123078-2EF2-F152-9187-1F1CEB81AAC5}"/>
              </a:ext>
            </a:extLst>
          </p:cNvPr>
          <p:cNvSpPr/>
          <p:nvPr/>
        </p:nvSpPr>
        <p:spPr>
          <a:xfrm>
            <a:off x="569978" y="580342"/>
            <a:ext cx="3887230" cy="300082"/>
          </a:xfrm>
          <a:prstGeom prst="rect">
            <a:avLst/>
          </a:prstGeom>
          <a:noFill/>
          <a:ln/>
        </p:spPr>
        <p:txBody>
          <a:bodyPr wrap="square" lIns="0" tIns="0" rIns="0" bIns="0" rtlCol="0" anchor="t">
            <a:spAutoFit/>
          </a:bodyPr>
          <a:lstStyle/>
          <a:p>
            <a:pPr defTabSz="925865">
              <a:defRPr/>
            </a:pPr>
            <a:r>
              <a:rPr lang="en-US" sz="1950" b="1" dirty="0">
                <a:ln w="0"/>
                <a:solidFill>
                  <a:schemeClr val="bg1"/>
                </a:solidFill>
                <a:effectLst>
                  <a:outerShdw blurRad="38100" dist="19050" dir="2700000" algn="tl" rotWithShape="0">
                    <a:schemeClr val="dk1">
                      <a:alpha val="40000"/>
                    </a:schemeClr>
                  </a:outerShdw>
                </a:effectLst>
              </a:rPr>
              <a:t>Verification rules</a:t>
            </a:r>
            <a:endParaRPr lang="en-US" sz="1950" b="1" dirty="0">
              <a:solidFill>
                <a:schemeClr val="bg1"/>
              </a:solidFill>
            </a:endParaRPr>
          </a:p>
        </p:txBody>
      </p:sp>
      <p:sp>
        <p:nvSpPr>
          <p:cNvPr id="6" name="TextBox 5">
            <a:extLst>
              <a:ext uri="{FF2B5EF4-FFF2-40B4-BE49-F238E27FC236}">
                <a16:creationId xmlns:a16="http://schemas.microsoft.com/office/drawing/2014/main" id="{72518E72-8FC0-F1EE-7916-733495D9A1A6}"/>
              </a:ext>
            </a:extLst>
          </p:cNvPr>
          <p:cNvSpPr txBox="1"/>
          <p:nvPr/>
        </p:nvSpPr>
        <p:spPr>
          <a:xfrm>
            <a:off x="569979" y="1444350"/>
            <a:ext cx="11533632" cy="4517006"/>
          </a:xfrm>
          <a:prstGeom prst="rect">
            <a:avLst/>
          </a:prstGeom>
          <a:noFill/>
        </p:spPr>
        <p:txBody>
          <a:bodyPr wrap="square">
            <a:spAutoFit/>
          </a:bodyPr>
          <a:lstStyle/>
          <a:p>
            <a:pPr>
              <a:buNone/>
            </a:pPr>
            <a:r>
              <a:rPr lang="en-US" sz="1369" b="1" dirty="0"/>
              <a:t>V1:</a:t>
            </a:r>
            <a:r>
              <a:rPr lang="en-US" sz="1369" dirty="0"/>
              <a:t> Target USID's RSRP p50 cited by Stage 1 matches preprocessing (±2 dBm).</a:t>
            </a:r>
          </a:p>
          <a:p>
            <a:pPr>
              <a:buNone/>
            </a:pPr>
            <a:r>
              <a:rPr lang="en-US" sz="1369" b="1" dirty="0"/>
              <a:t>V2:</a:t>
            </a:r>
            <a:r>
              <a:rPr lang="en-US" sz="1369" dirty="0"/>
              <a:t> Coverage hole fraction cited by Stage 1 matches preprocessing (±0.01).</a:t>
            </a:r>
          </a:p>
          <a:p>
            <a:pPr>
              <a:buNone/>
            </a:pPr>
            <a:r>
              <a:rPr lang="en-US" sz="1369" b="1" dirty="0"/>
              <a:t>V3:</a:t>
            </a:r>
            <a:r>
              <a:rPr lang="en-US" sz="1369" dirty="0"/>
              <a:t> Per-backup RSRP values cited by Stage 1 match preprocessing (±2 dBm).</a:t>
            </a:r>
          </a:p>
          <a:p>
            <a:pPr>
              <a:buNone/>
            </a:pPr>
            <a:r>
              <a:rPr lang="en-US" sz="1369" b="1" dirty="0"/>
              <a:t>V4:</a:t>
            </a:r>
            <a:r>
              <a:rPr lang="en-US" sz="1369" dirty="0"/>
              <a:t> Per-backup load factors cited by Stage 1 match preprocessing (±0.05).</a:t>
            </a:r>
          </a:p>
          <a:p>
            <a:pPr>
              <a:buNone/>
            </a:pPr>
            <a:r>
              <a:rPr lang="en-US" sz="1369" b="1" dirty="0"/>
              <a:t>V5:</a:t>
            </a:r>
            <a:r>
              <a:rPr lang="en-US" sz="1369" dirty="0"/>
              <a:t> Per-backup absorption fractions cited by Stage 1 match preprocessing (±0.05).</a:t>
            </a:r>
          </a:p>
          <a:p>
            <a:pPr>
              <a:buNone/>
            </a:pPr>
            <a:r>
              <a:rPr lang="en-US" sz="1369" b="1" dirty="0"/>
              <a:t>V6:</a:t>
            </a:r>
            <a:r>
              <a:rPr lang="en-US" sz="1369" dirty="0"/>
              <a:t> Capacity score cited by Stage 1 matches preprocessing formula (±0.5).</a:t>
            </a:r>
          </a:p>
          <a:p>
            <a:pPr>
              <a:buNone/>
            </a:pPr>
            <a:r>
              <a:rPr lang="en-US" sz="1369" b="1" dirty="0"/>
              <a:t>V7:</a:t>
            </a:r>
            <a:r>
              <a:rPr lang="en-US" sz="1369" dirty="0"/>
              <a:t> Capacity score cited by Stage 2 matches preprocessing formula (±0.5).</a:t>
            </a:r>
          </a:p>
          <a:p>
            <a:pPr>
              <a:buNone/>
            </a:pPr>
            <a:r>
              <a:rPr lang="en-US" sz="1369" b="1" dirty="0"/>
              <a:t>V8:</a:t>
            </a:r>
            <a:r>
              <a:rPr lang="en-US" sz="1369" dirty="0"/>
              <a:t> NSA 5G affected fraction cited by Stage 2 matches preprocessing (±0.01).</a:t>
            </a:r>
          </a:p>
          <a:p>
            <a:pPr>
              <a:buNone/>
            </a:pPr>
            <a:r>
              <a:rPr lang="en-US" sz="1369" b="1" dirty="0"/>
              <a:t>V9:</a:t>
            </a:r>
            <a:r>
              <a:rPr lang="en-US" sz="1369" dirty="0"/>
              <a:t> SINR fractions cited by Stage 3 match preprocessing (±0.05).</a:t>
            </a:r>
          </a:p>
          <a:p>
            <a:pPr>
              <a:buNone/>
            </a:pPr>
            <a:r>
              <a:rPr lang="en-US" sz="1369" b="1" dirty="0"/>
              <a:t>V10:</a:t>
            </a:r>
            <a:r>
              <a:rPr lang="en-US" sz="1369" dirty="0"/>
              <a:t> All stages read the same preprocessing file version (sha256 hash match).</a:t>
            </a:r>
          </a:p>
          <a:p>
            <a:pPr>
              <a:buNone/>
            </a:pPr>
            <a:r>
              <a:rPr lang="en-US" sz="1369" b="1" dirty="0"/>
              <a:t>V11:</a:t>
            </a:r>
            <a:r>
              <a:rPr lang="en-US" sz="1369" dirty="0"/>
              <a:t> C1 was applied correctly — level capped at 2 if and only if both conditions met.</a:t>
            </a:r>
          </a:p>
          <a:p>
            <a:pPr>
              <a:buNone/>
            </a:pPr>
            <a:r>
              <a:rPr lang="en-US" sz="1369" b="1" dirty="0"/>
              <a:t>V12:</a:t>
            </a:r>
            <a:r>
              <a:rPr lang="en-US" sz="1369" dirty="0"/>
              <a:t> C2 was applied correctly — level floored at 3 if any critical infrastructure zone exists.</a:t>
            </a:r>
          </a:p>
          <a:p>
            <a:pPr>
              <a:buNone/>
            </a:pPr>
            <a:r>
              <a:rPr lang="en-US" sz="1369" b="1" dirty="0"/>
              <a:t>V13:</a:t>
            </a:r>
            <a:r>
              <a:rPr lang="en-US" sz="1369" dirty="0"/>
              <a:t> C5 was applied correctly — 5G downgrade flagged if and only if both conditions met.</a:t>
            </a:r>
          </a:p>
          <a:p>
            <a:pPr>
              <a:buNone/>
            </a:pPr>
            <a:endParaRPr lang="en-US" sz="1369" dirty="0"/>
          </a:p>
          <a:p>
            <a:r>
              <a:rPr lang="en-US" sz="1369" b="1" dirty="0"/>
              <a:t>V14:</a:t>
            </a:r>
            <a:r>
              <a:rPr lang="en-US" sz="1369" dirty="0"/>
              <a:t> Each zone's </a:t>
            </a:r>
            <a:r>
              <a:rPr lang="en-US" sz="1369" dirty="0" err="1"/>
              <a:t>impact_severity</a:t>
            </a:r>
            <a:r>
              <a:rPr lang="en-US" sz="1369" dirty="0"/>
              <a:t> correctly follows the rule table given its signal, land use, SINR regime, and load.</a:t>
            </a:r>
          </a:p>
          <a:p>
            <a:r>
              <a:rPr lang="en-US" sz="1369" b="1" dirty="0"/>
              <a:t>V15:</a:t>
            </a:r>
            <a:r>
              <a:rPr lang="en-US" sz="1369" dirty="0"/>
              <a:t> Final level is consistent with all zone severities and constraints applied in the correct order.</a:t>
            </a:r>
          </a:p>
          <a:p>
            <a:r>
              <a:rPr lang="en-US" sz="1369" b="1" dirty="0"/>
              <a:t>V16:</a:t>
            </a:r>
            <a:r>
              <a:rPr lang="en-US" sz="1369" dirty="0"/>
              <a:t> Stage 1's role assignments are justified by the dominance fractions and RSRP values it cited.</a:t>
            </a:r>
          </a:p>
          <a:p>
            <a:r>
              <a:rPr lang="en-US" sz="1369" b="1" dirty="0"/>
              <a:t>V17:</a:t>
            </a:r>
            <a:r>
              <a:rPr lang="en-US" sz="1369" dirty="0"/>
              <a:t> Every Stage 3 zone cites specific image and map evidence.</a:t>
            </a:r>
          </a:p>
          <a:p>
            <a:r>
              <a:rPr lang="en-US" sz="1369" b="1" dirty="0"/>
              <a:t>V18:</a:t>
            </a:r>
            <a:r>
              <a:rPr lang="en-US" sz="1369" dirty="0"/>
              <a:t> Stage 4's written conclusion matches its numeric level and constraint results.</a:t>
            </a:r>
          </a:p>
          <a:p>
            <a:r>
              <a:rPr lang="en-US" sz="1369" b="1" dirty="0"/>
              <a:t>V19:</a:t>
            </a:r>
            <a:r>
              <a:rPr lang="en-US" sz="1369" dirty="0"/>
              <a:t> The full chain from Stage 3 zones through constraints to Stage 4's final level is coherent end-to-end.</a:t>
            </a:r>
          </a:p>
          <a:p>
            <a:pPr>
              <a:buNone/>
            </a:pPr>
            <a:endParaRPr lang="en-US" sz="1369" dirty="0"/>
          </a:p>
        </p:txBody>
      </p:sp>
    </p:spTree>
    <p:extLst>
      <p:ext uri="{BB962C8B-B14F-4D97-AF65-F5344CB8AC3E}">
        <p14:creationId xmlns:p14="http://schemas.microsoft.com/office/powerpoint/2010/main" val="21739078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872F7-4E62-E4E4-F4A9-FD81AAC6FF1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76A2319-C073-7BF9-F24A-8E202AF8EBC4}"/>
              </a:ext>
            </a:extLst>
          </p:cNvPr>
          <p:cNvSpPr/>
          <p:nvPr/>
        </p:nvSpPr>
        <p:spPr>
          <a:xfrm>
            <a:off x="228602" y="222190"/>
            <a:ext cx="12344401" cy="1040946"/>
          </a:xfrm>
          <a:prstGeom prst="rect">
            <a:avLst/>
          </a:prstGeom>
          <a:solidFill>
            <a:srgbClr val="111827"/>
          </a:solidFill>
          <a:ln/>
        </p:spPr>
        <p:txBody>
          <a:bodyPr/>
          <a:lstStyle/>
          <a:p>
            <a:endParaRPr lang="en-US" sz="2184"/>
          </a:p>
        </p:txBody>
      </p:sp>
      <p:sp>
        <p:nvSpPr>
          <p:cNvPr id="3" name="Text 1">
            <a:extLst>
              <a:ext uri="{FF2B5EF4-FFF2-40B4-BE49-F238E27FC236}">
                <a16:creationId xmlns:a16="http://schemas.microsoft.com/office/drawing/2014/main" id="{0514F4C5-22A4-3402-5359-E46B3CF5729A}"/>
              </a:ext>
            </a:extLst>
          </p:cNvPr>
          <p:cNvSpPr/>
          <p:nvPr/>
        </p:nvSpPr>
        <p:spPr>
          <a:xfrm>
            <a:off x="569978" y="580342"/>
            <a:ext cx="3887230" cy="300082"/>
          </a:xfrm>
          <a:prstGeom prst="rect">
            <a:avLst/>
          </a:prstGeom>
          <a:noFill/>
          <a:ln/>
        </p:spPr>
        <p:txBody>
          <a:bodyPr wrap="square" lIns="0" tIns="0" rIns="0" bIns="0" rtlCol="0" anchor="t">
            <a:spAutoFit/>
          </a:bodyPr>
          <a:lstStyle/>
          <a:p>
            <a:pPr defTabSz="925865">
              <a:defRPr/>
            </a:pPr>
            <a:r>
              <a:rPr lang="en-US" sz="1950" b="1" dirty="0">
                <a:solidFill>
                  <a:schemeClr val="bg1"/>
                </a:solidFill>
              </a:rPr>
              <a:t>Updated rules (possible examples)</a:t>
            </a:r>
          </a:p>
        </p:txBody>
      </p:sp>
      <p:sp>
        <p:nvSpPr>
          <p:cNvPr id="5" name="TextBox 4">
            <a:extLst>
              <a:ext uri="{FF2B5EF4-FFF2-40B4-BE49-F238E27FC236}">
                <a16:creationId xmlns:a16="http://schemas.microsoft.com/office/drawing/2014/main" id="{7B66DA9B-C29C-467B-2D41-3F99CC379362}"/>
              </a:ext>
            </a:extLst>
          </p:cNvPr>
          <p:cNvSpPr txBox="1"/>
          <p:nvPr/>
        </p:nvSpPr>
        <p:spPr>
          <a:xfrm>
            <a:off x="569979" y="1621290"/>
            <a:ext cx="11021567" cy="1777923"/>
          </a:xfrm>
          <a:prstGeom prst="rect">
            <a:avLst/>
          </a:prstGeom>
          <a:noFill/>
        </p:spPr>
        <p:txBody>
          <a:bodyPr wrap="square">
            <a:spAutoFit/>
          </a:bodyPr>
          <a:lstStyle/>
          <a:p>
            <a:pPr>
              <a:buNone/>
            </a:pPr>
            <a:endParaRPr lang="en-US" sz="1369" b="1" dirty="0"/>
          </a:p>
          <a:p>
            <a:pPr>
              <a:buNone/>
            </a:pPr>
            <a:endParaRPr lang="en-US" sz="1369" b="1" dirty="0"/>
          </a:p>
          <a:p>
            <a:pPr>
              <a:buNone/>
            </a:pPr>
            <a:r>
              <a:rPr lang="en-US" sz="1369" b="1" dirty="0"/>
              <a:t>Constraint interaction pattern:</a:t>
            </a:r>
            <a:r>
              <a:rPr lang="en-US" sz="1369" dirty="0"/>
              <a:t> When C2 and C4 both fire simultaneously, apply C2 floor first, then check if C4 increment changes the result — never sum them independently.</a:t>
            </a:r>
          </a:p>
          <a:p>
            <a:pPr>
              <a:buNone/>
            </a:pPr>
            <a:r>
              <a:rPr lang="en-US" sz="1369" b="1" dirty="0"/>
              <a:t>C1/C2 mutual exclusion:</a:t>
            </a:r>
            <a:r>
              <a:rPr lang="en-US" sz="1369" dirty="0"/>
              <a:t> When both C1 and C2 conditions are technically met, C2 always takes priority — C1 can never override a critical infrastructure floor.</a:t>
            </a:r>
          </a:p>
          <a:p>
            <a:pPr>
              <a:buNone/>
            </a:pPr>
            <a:r>
              <a:rPr lang="en-US" sz="1369" b="1" dirty="0"/>
              <a:t>Ground truth mismatch lesson:</a:t>
            </a:r>
            <a:r>
              <a:rPr lang="en-US" sz="1369" dirty="0"/>
              <a:t> When a run's prediction was wrong against ground truth, records which constraints fired and which were missed so future runs apply them more carefully in similar network conditions.</a:t>
            </a:r>
          </a:p>
        </p:txBody>
      </p:sp>
    </p:spTree>
    <p:extLst>
      <p:ext uri="{BB962C8B-B14F-4D97-AF65-F5344CB8AC3E}">
        <p14:creationId xmlns:p14="http://schemas.microsoft.com/office/powerpoint/2010/main" val="5837245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784335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CC722-4A03-DD24-B004-552BEF84D63C}"/>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61075A9C-DE49-2EA4-6B9B-4B9901AA8575}"/>
              </a:ext>
            </a:extLst>
          </p:cNvPr>
          <p:cNvSpPr/>
          <p:nvPr/>
        </p:nvSpPr>
        <p:spPr>
          <a:xfrm>
            <a:off x="228602" y="222190"/>
            <a:ext cx="12344401" cy="1040946"/>
          </a:xfrm>
          <a:prstGeom prst="rect">
            <a:avLst/>
          </a:prstGeom>
          <a:solidFill>
            <a:srgbClr val="111827"/>
          </a:solidFill>
          <a:ln/>
        </p:spPr>
        <p:txBody>
          <a:bodyPr/>
          <a:lstStyle/>
          <a:p>
            <a:endParaRPr lang="en-US" sz="2184"/>
          </a:p>
        </p:txBody>
      </p:sp>
      <p:sp>
        <p:nvSpPr>
          <p:cNvPr id="4" name="Text 1">
            <a:extLst>
              <a:ext uri="{FF2B5EF4-FFF2-40B4-BE49-F238E27FC236}">
                <a16:creationId xmlns:a16="http://schemas.microsoft.com/office/drawing/2014/main" id="{EA4E66BC-C3AD-5E60-7A94-B53C011E9D23}"/>
              </a:ext>
            </a:extLst>
          </p:cNvPr>
          <p:cNvSpPr/>
          <p:nvPr/>
        </p:nvSpPr>
        <p:spPr>
          <a:xfrm>
            <a:off x="834421" y="580345"/>
            <a:ext cx="3622787" cy="324641"/>
          </a:xfrm>
          <a:prstGeom prst="rect">
            <a:avLst/>
          </a:prstGeom>
          <a:noFill/>
          <a:ln/>
        </p:spPr>
        <p:txBody>
          <a:bodyPr wrap="none" lIns="0" tIns="0" rIns="0" bIns="0" rtlCol="0" anchor="t">
            <a:spAutoFit/>
          </a:bodyPr>
          <a:lstStyle/>
          <a:p>
            <a:pPr>
              <a:lnSpc>
                <a:spcPts val="2672"/>
              </a:lnSpc>
            </a:pPr>
            <a:r>
              <a:rPr lang="en-US" sz="1945" b="1" dirty="0">
                <a:solidFill>
                  <a:srgbClr val="F3F4F6"/>
                </a:solidFill>
                <a:latin typeface="Montserrat" pitchFamily="34" charset="0"/>
                <a:ea typeface="Montserrat" pitchFamily="34" charset="-122"/>
                <a:cs typeface="Montserrat" pitchFamily="34" charset="-120"/>
              </a:rPr>
              <a:t>Preprocess output example</a:t>
            </a:r>
            <a:endParaRPr lang="en-US" sz="1945" dirty="0"/>
          </a:p>
        </p:txBody>
      </p:sp>
      <p:pic>
        <p:nvPicPr>
          <p:cNvPr id="2" name="Picture 1">
            <a:extLst>
              <a:ext uri="{FF2B5EF4-FFF2-40B4-BE49-F238E27FC236}">
                <a16:creationId xmlns:a16="http://schemas.microsoft.com/office/drawing/2014/main" id="{F518165C-A35C-CF6C-B8F3-CEA01CFFE76B}"/>
              </a:ext>
            </a:extLst>
          </p:cNvPr>
          <p:cNvPicPr>
            <a:picLocks noChangeAspect="1"/>
          </p:cNvPicPr>
          <p:nvPr/>
        </p:nvPicPr>
        <p:blipFill>
          <a:blip r:embed="rId3"/>
          <a:stretch>
            <a:fillRect/>
          </a:stretch>
        </p:blipFill>
        <p:spPr>
          <a:xfrm>
            <a:off x="515260" y="3267658"/>
            <a:ext cx="1557381" cy="1390735"/>
          </a:xfrm>
          <a:prstGeom prst="rect">
            <a:avLst/>
          </a:prstGeom>
        </p:spPr>
      </p:pic>
      <p:pic>
        <p:nvPicPr>
          <p:cNvPr id="5" name="Picture 4">
            <a:extLst>
              <a:ext uri="{FF2B5EF4-FFF2-40B4-BE49-F238E27FC236}">
                <a16:creationId xmlns:a16="http://schemas.microsoft.com/office/drawing/2014/main" id="{B0692390-B73E-A0FB-ABF4-9CAD2F89D1C6}"/>
              </a:ext>
            </a:extLst>
          </p:cNvPr>
          <p:cNvPicPr>
            <a:picLocks noChangeAspect="1"/>
          </p:cNvPicPr>
          <p:nvPr/>
        </p:nvPicPr>
        <p:blipFill>
          <a:blip r:embed="rId4"/>
          <a:srcRect l="797"/>
          <a:stretch>
            <a:fillRect/>
          </a:stretch>
        </p:blipFill>
        <p:spPr>
          <a:xfrm>
            <a:off x="2406259" y="1653419"/>
            <a:ext cx="1748145" cy="1390735"/>
          </a:xfrm>
          <a:prstGeom prst="rect">
            <a:avLst/>
          </a:prstGeom>
        </p:spPr>
      </p:pic>
      <p:pic>
        <p:nvPicPr>
          <p:cNvPr id="6" name="Picture 5">
            <a:extLst>
              <a:ext uri="{FF2B5EF4-FFF2-40B4-BE49-F238E27FC236}">
                <a16:creationId xmlns:a16="http://schemas.microsoft.com/office/drawing/2014/main" id="{6217E12D-DE19-8626-B8D7-192240904A50}"/>
              </a:ext>
            </a:extLst>
          </p:cNvPr>
          <p:cNvPicPr>
            <a:picLocks noChangeAspect="1"/>
          </p:cNvPicPr>
          <p:nvPr/>
        </p:nvPicPr>
        <p:blipFill>
          <a:blip r:embed="rId5"/>
          <a:stretch>
            <a:fillRect/>
          </a:stretch>
        </p:blipFill>
        <p:spPr>
          <a:xfrm>
            <a:off x="515262" y="1603848"/>
            <a:ext cx="1890994" cy="1489874"/>
          </a:xfrm>
          <a:prstGeom prst="rect">
            <a:avLst/>
          </a:prstGeom>
        </p:spPr>
      </p:pic>
      <p:pic>
        <p:nvPicPr>
          <p:cNvPr id="7" name="Picture 6">
            <a:extLst>
              <a:ext uri="{FF2B5EF4-FFF2-40B4-BE49-F238E27FC236}">
                <a16:creationId xmlns:a16="http://schemas.microsoft.com/office/drawing/2014/main" id="{379EA1C2-88CA-9A5B-1F30-8BC9DEB9B3B2}"/>
              </a:ext>
            </a:extLst>
          </p:cNvPr>
          <p:cNvPicPr>
            <a:picLocks noChangeAspect="1"/>
          </p:cNvPicPr>
          <p:nvPr/>
        </p:nvPicPr>
        <p:blipFill>
          <a:blip r:embed="rId6"/>
          <a:stretch>
            <a:fillRect/>
          </a:stretch>
        </p:blipFill>
        <p:spPr>
          <a:xfrm>
            <a:off x="515262" y="4961946"/>
            <a:ext cx="1727608" cy="1385654"/>
          </a:xfrm>
          <a:prstGeom prst="rect">
            <a:avLst/>
          </a:prstGeom>
        </p:spPr>
      </p:pic>
      <p:pic>
        <p:nvPicPr>
          <p:cNvPr id="8" name="Picture 7">
            <a:extLst>
              <a:ext uri="{FF2B5EF4-FFF2-40B4-BE49-F238E27FC236}">
                <a16:creationId xmlns:a16="http://schemas.microsoft.com/office/drawing/2014/main" id="{9989CE61-20AC-20D2-25D0-9098033A280F}"/>
              </a:ext>
            </a:extLst>
          </p:cNvPr>
          <p:cNvPicPr>
            <a:picLocks noChangeAspect="1"/>
          </p:cNvPicPr>
          <p:nvPr/>
        </p:nvPicPr>
        <p:blipFill>
          <a:blip r:embed="rId7"/>
          <a:stretch>
            <a:fillRect/>
          </a:stretch>
        </p:blipFill>
        <p:spPr>
          <a:xfrm>
            <a:off x="2155650" y="3298206"/>
            <a:ext cx="1557381" cy="1385654"/>
          </a:xfrm>
          <a:prstGeom prst="rect">
            <a:avLst/>
          </a:prstGeom>
        </p:spPr>
      </p:pic>
      <p:sp>
        <p:nvSpPr>
          <p:cNvPr id="9" name="TextBox 8">
            <a:extLst>
              <a:ext uri="{FF2B5EF4-FFF2-40B4-BE49-F238E27FC236}">
                <a16:creationId xmlns:a16="http://schemas.microsoft.com/office/drawing/2014/main" id="{5935D2DE-7CC3-3487-29FF-FA55AD29D04C}"/>
              </a:ext>
            </a:extLst>
          </p:cNvPr>
          <p:cNvSpPr txBox="1"/>
          <p:nvPr/>
        </p:nvSpPr>
        <p:spPr>
          <a:xfrm>
            <a:off x="4133865" y="1367166"/>
            <a:ext cx="8347464" cy="5839932"/>
          </a:xfrm>
          <a:prstGeom prst="rect">
            <a:avLst/>
          </a:prstGeom>
          <a:noFill/>
        </p:spPr>
        <p:txBody>
          <a:bodyPr wrap="square" rtlCol="0">
            <a:spAutoFit/>
          </a:bodyPr>
          <a:lstStyle/>
          <a:p>
            <a:r>
              <a:rPr lang="en-US" sz="1499" dirty="0"/>
              <a:t>Numerical facts:</a:t>
            </a:r>
          </a:p>
          <a:p>
            <a:endParaRPr lang="en-US" sz="1499" dirty="0"/>
          </a:p>
          <a:p>
            <a:r>
              <a:rPr lang="en-US" sz="1499" dirty="0"/>
              <a:t>Coverage summary per USID: </a:t>
            </a:r>
          </a:p>
          <a:p>
            <a:r>
              <a:rPr lang="en-US" sz="1499" dirty="0"/>
              <a:t>Each tower's RSRP statistics (mean, p10, p50, p90) — how strong its signal is across its coverage area</a:t>
            </a:r>
          </a:p>
          <a:p>
            <a:r>
              <a:rPr lang="en-US" sz="1499" dirty="0"/>
              <a:t>Dominant vs backup pixel counts — how much area it "owns" vs where it just assists</a:t>
            </a:r>
          </a:p>
          <a:p>
            <a:r>
              <a:rPr lang="en-US" sz="1499" dirty="0"/>
              <a:t>Inferred role (edge-limited, localized-supporting) — how important it is to the network</a:t>
            </a:r>
          </a:p>
          <a:p>
            <a:endParaRPr lang="en-US" sz="1499" dirty="0"/>
          </a:p>
          <a:p>
            <a:r>
              <a:rPr lang="en-US" sz="1499" dirty="0"/>
              <a:t>Capacity summary per USID:</a:t>
            </a:r>
          </a:p>
          <a:p>
            <a:pPr defTabSz="914434" eaLnBrk="0" fontAlgn="base" hangingPunct="0">
              <a:spcBef>
                <a:spcPct val="0"/>
              </a:spcBef>
              <a:spcAft>
                <a:spcPct val="0"/>
              </a:spcAft>
            </a:pPr>
            <a:r>
              <a:rPr lang="en-US" altLang="en-US" sz="1499" dirty="0"/>
              <a:t>Tower height and type (micro / macro / </a:t>
            </a:r>
            <a:r>
              <a:rPr lang="en-US" altLang="en-US" sz="1499" dirty="0" err="1"/>
              <a:t>tall_macro</a:t>
            </a:r>
            <a:r>
              <a:rPr lang="en-US" altLang="en-US" sz="1499" dirty="0"/>
              <a:t>) </a:t>
            </a:r>
          </a:p>
          <a:p>
            <a:pPr defTabSz="914434" eaLnBrk="0" fontAlgn="base" hangingPunct="0">
              <a:spcBef>
                <a:spcPct val="0"/>
              </a:spcBef>
              <a:spcAft>
                <a:spcPct val="0"/>
              </a:spcAft>
            </a:pPr>
            <a:r>
              <a:rPr lang="en-US" altLang="en-US" sz="1499" dirty="0"/>
              <a:t>4G/5G cell counts and technology profile </a:t>
            </a:r>
          </a:p>
          <a:p>
            <a:pPr defTabSz="914434" eaLnBrk="0" fontAlgn="base" hangingPunct="0">
              <a:spcBef>
                <a:spcPct val="0"/>
              </a:spcBef>
              <a:spcAft>
                <a:spcPct val="0"/>
              </a:spcAft>
            </a:pPr>
            <a:r>
              <a:rPr lang="en-US" altLang="en-US" sz="1499" dirty="0"/>
              <a:t>Pre-computed capacity score — Python calculated this so agents never recompute it</a:t>
            </a:r>
          </a:p>
          <a:p>
            <a:endParaRPr lang="en-US" sz="1499" dirty="0"/>
          </a:p>
          <a:p>
            <a:r>
              <a:rPr lang="en-US" sz="1499" dirty="0"/>
              <a:t>Overlap info:</a:t>
            </a:r>
          </a:p>
          <a:p>
            <a:pPr defTabSz="914434" eaLnBrk="0" fontAlgn="base" hangingPunct="0">
              <a:spcBef>
                <a:spcPct val="0"/>
              </a:spcBef>
              <a:spcAft>
                <a:spcPct val="0"/>
              </a:spcAft>
            </a:pPr>
            <a:r>
              <a:rPr lang="en-US" altLang="en-US" sz="1499" dirty="0"/>
              <a:t>Overlap fraction — how much of USID_00's area each neighbor already covers </a:t>
            </a:r>
          </a:p>
          <a:p>
            <a:pPr defTabSz="914434" eaLnBrk="0" fontAlgn="base" hangingPunct="0">
              <a:spcBef>
                <a:spcPct val="0"/>
              </a:spcBef>
              <a:spcAft>
                <a:spcPct val="0"/>
              </a:spcAft>
            </a:pPr>
            <a:r>
              <a:rPr lang="en-US" altLang="en-US" sz="1499" dirty="0"/>
              <a:t>Is neighbor flag — identifies the 5 direct handover candidates</a:t>
            </a:r>
          </a:p>
          <a:p>
            <a:endParaRPr lang="en-US" sz="1499" dirty="0"/>
          </a:p>
          <a:p>
            <a:r>
              <a:rPr lang="en-US" sz="1499" dirty="0"/>
              <a:t>Load redistribution:</a:t>
            </a:r>
          </a:p>
          <a:p>
            <a:pPr defTabSz="914434" eaLnBrk="0" fontAlgn="base" hangingPunct="0">
              <a:spcBef>
                <a:spcPct val="0"/>
              </a:spcBef>
              <a:spcAft>
                <a:spcPct val="0"/>
              </a:spcAft>
            </a:pPr>
            <a:r>
              <a:rPr lang="en-US" altLang="en-US" sz="1499" dirty="0"/>
              <a:t>Coverage hole fraction — pixels with no viable backup (11.5% here) </a:t>
            </a:r>
          </a:p>
          <a:p>
            <a:pPr defTabSz="914434" eaLnBrk="0" fontAlgn="base" hangingPunct="0">
              <a:spcBef>
                <a:spcPct val="0"/>
              </a:spcBef>
              <a:spcAft>
                <a:spcPct val="0"/>
              </a:spcAft>
            </a:pPr>
            <a:r>
              <a:rPr lang="en-US" altLang="en-US" sz="1499" dirty="0"/>
              <a:t>SINR regime of target's dominant area — </a:t>
            </a:r>
            <a:r>
              <a:rPr lang="en-US" altLang="en-US" sz="1499" dirty="0" err="1"/>
              <a:t>mostly_mild</a:t>
            </a:r>
            <a:r>
              <a:rPr lang="en-US" altLang="en-US" sz="1499" dirty="0"/>
              <a:t> means low interference </a:t>
            </a:r>
          </a:p>
          <a:p>
            <a:pPr defTabSz="914434" eaLnBrk="0" fontAlgn="base" hangingPunct="0">
              <a:spcBef>
                <a:spcPct val="0"/>
              </a:spcBef>
              <a:spcAft>
                <a:spcPct val="0"/>
              </a:spcAft>
            </a:pPr>
            <a:r>
              <a:rPr lang="en-US" altLang="en-US" sz="1499" dirty="0"/>
              <a:t>Per-backup breakdown — for each of the 5 neighbors: </a:t>
            </a:r>
          </a:p>
          <a:p>
            <a:pPr lvl="1" defTabSz="914434" eaLnBrk="0" fontAlgn="base" hangingPunct="0">
              <a:spcBef>
                <a:spcPct val="0"/>
              </a:spcBef>
              <a:spcAft>
                <a:spcPct val="0"/>
              </a:spcAft>
            </a:pPr>
            <a:r>
              <a:rPr lang="en-US" altLang="en-US" sz="1499" dirty="0"/>
              <a:t>How many pixels it absorbs and what fraction that represents </a:t>
            </a:r>
          </a:p>
          <a:p>
            <a:pPr lvl="1" defTabSz="914434" eaLnBrk="0" fontAlgn="base" hangingPunct="0">
              <a:spcBef>
                <a:spcPct val="0"/>
              </a:spcBef>
              <a:spcAft>
                <a:spcPct val="0"/>
              </a:spcAft>
            </a:pPr>
            <a:r>
              <a:rPr lang="en-US" altLang="en-US" sz="1499" dirty="0"/>
              <a:t>Signal quality in those absorbed pixels (RSRP p50, handover quality) </a:t>
            </a:r>
          </a:p>
          <a:p>
            <a:pPr lvl="1" defTabSz="914434" eaLnBrk="0" fontAlgn="base" hangingPunct="0">
              <a:spcBef>
                <a:spcPct val="0"/>
              </a:spcBef>
              <a:spcAft>
                <a:spcPct val="0"/>
              </a:spcAft>
            </a:pPr>
            <a:r>
              <a:rPr lang="en-US" altLang="en-US" sz="1499" dirty="0"/>
              <a:t>Post-outage load factor and overload risk — will it be overwhelmed? </a:t>
            </a:r>
          </a:p>
          <a:p>
            <a:pPr lvl="1" defTabSz="914434" eaLnBrk="0" fontAlgn="base" hangingPunct="0">
              <a:spcBef>
                <a:spcPct val="0"/>
              </a:spcBef>
              <a:spcAft>
                <a:spcPct val="0"/>
              </a:spcAft>
            </a:pPr>
            <a:r>
              <a:rPr lang="en-US" altLang="en-US" sz="1499" dirty="0"/>
              <a:t>Hard/easy gap fractions — how smoothly users can hand over</a:t>
            </a:r>
          </a:p>
          <a:p>
            <a:endParaRPr lang="en-US" sz="1369" dirty="0"/>
          </a:p>
        </p:txBody>
      </p:sp>
      <p:pic>
        <p:nvPicPr>
          <p:cNvPr id="10" name="Picture 9">
            <a:extLst>
              <a:ext uri="{FF2B5EF4-FFF2-40B4-BE49-F238E27FC236}">
                <a16:creationId xmlns:a16="http://schemas.microsoft.com/office/drawing/2014/main" id="{ECE1E519-0C05-8A7A-145F-D1D51FCC7125}"/>
              </a:ext>
            </a:extLst>
          </p:cNvPr>
          <p:cNvPicPr>
            <a:picLocks noChangeAspect="1"/>
          </p:cNvPicPr>
          <p:nvPr/>
        </p:nvPicPr>
        <p:blipFill>
          <a:blip r:embed="rId8"/>
          <a:stretch>
            <a:fillRect/>
          </a:stretch>
        </p:blipFill>
        <p:spPr>
          <a:xfrm>
            <a:off x="2242871" y="5035552"/>
            <a:ext cx="1724426" cy="1385654"/>
          </a:xfrm>
          <a:prstGeom prst="rect">
            <a:avLst/>
          </a:prstGeom>
        </p:spPr>
      </p:pic>
      <p:sp>
        <p:nvSpPr>
          <p:cNvPr id="14" name="Rectangle 4">
            <a:extLst>
              <a:ext uri="{FF2B5EF4-FFF2-40B4-BE49-F238E27FC236}">
                <a16:creationId xmlns:a16="http://schemas.microsoft.com/office/drawing/2014/main" id="{DAD85936-D58C-8BF3-5FE0-D029BC5A4C83}"/>
              </a:ext>
            </a:extLst>
          </p:cNvPr>
          <p:cNvSpPr>
            <a:spLocks noChangeArrowheads="1"/>
          </p:cNvSpPr>
          <p:nvPr/>
        </p:nvSpPr>
        <p:spPr bwMode="auto">
          <a:xfrm>
            <a:off x="228602" y="-94564"/>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34" eaLnBrk="0" fontAlgn="base" hangingPunct="0">
              <a:spcBef>
                <a:spcPct val="0"/>
              </a:spcBef>
              <a:spcAft>
                <a:spcPct val="0"/>
              </a:spcAft>
            </a:pPr>
            <a:endParaRPr lang="en-US" altLang="en-US" sz="1800" dirty="0">
              <a:latin typeface="Arial" panose="020B0604020202020204" pitchFamily="34" charset="0"/>
            </a:endParaRPr>
          </a:p>
          <a:p>
            <a:pPr defTabSz="914434" eaLnBrk="0" fontAlgn="base" hangingPunct="0">
              <a:spcBef>
                <a:spcPct val="0"/>
              </a:spcBef>
              <a:spcAft>
                <a:spcPct val="0"/>
              </a:spcAft>
            </a:pPr>
            <a:endParaRPr lang="en-US" altLang="en-US" sz="1800" dirty="0">
              <a:latin typeface="Arial" panose="020B0604020202020204" pitchFamily="34" charset="0"/>
            </a:endParaRPr>
          </a:p>
        </p:txBody>
      </p:sp>
    </p:spTree>
    <p:extLst>
      <p:ext uri="{BB962C8B-B14F-4D97-AF65-F5344CB8AC3E}">
        <p14:creationId xmlns:p14="http://schemas.microsoft.com/office/powerpoint/2010/main" val="39622637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377A6-C711-3B2B-EB13-F1FD57431F7F}"/>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3F5BAD57-BBD5-D518-A306-F0DD75F34E99}"/>
              </a:ext>
            </a:extLst>
          </p:cNvPr>
          <p:cNvSpPr/>
          <p:nvPr/>
        </p:nvSpPr>
        <p:spPr>
          <a:xfrm>
            <a:off x="849090" y="991963"/>
            <a:ext cx="11103394" cy="1040946"/>
          </a:xfrm>
          <a:prstGeom prst="rect">
            <a:avLst/>
          </a:prstGeom>
          <a:solidFill>
            <a:srgbClr val="111827"/>
          </a:solidFill>
          <a:ln/>
        </p:spPr>
        <p:txBody>
          <a:bodyPr/>
          <a:lstStyle/>
          <a:p>
            <a:endParaRPr lang="en-US" sz="2184"/>
          </a:p>
        </p:txBody>
      </p:sp>
      <p:sp>
        <p:nvSpPr>
          <p:cNvPr id="4" name="Text 1">
            <a:extLst>
              <a:ext uri="{FF2B5EF4-FFF2-40B4-BE49-F238E27FC236}">
                <a16:creationId xmlns:a16="http://schemas.microsoft.com/office/drawing/2014/main" id="{BB3CABB0-6DAE-8CDB-54E4-038C1CE22757}"/>
              </a:ext>
            </a:extLst>
          </p:cNvPr>
          <p:cNvSpPr/>
          <p:nvPr/>
        </p:nvSpPr>
        <p:spPr>
          <a:xfrm>
            <a:off x="1369561" y="1338948"/>
            <a:ext cx="3518592" cy="324641"/>
          </a:xfrm>
          <a:prstGeom prst="rect">
            <a:avLst/>
          </a:prstGeom>
          <a:noFill/>
          <a:ln/>
        </p:spPr>
        <p:txBody>
          <a:bodyPr wrap="none" lIns="0" tIns="0" rIns="0" bIns="0" rtlCol="0" anchor="t">
            <a:spAutoFit/>
          </a:bodyPr>
          <a:lstStyle/>
          <a:p>
            <a:pPr>
              <a:lnSpc>
                <a:spcPts val="2672"/>
              </a:lnSpc>
            </a:pPr>
            <a:r>
              <a:rPr lang="en-US" sz="1945" b="1">
                <a:solidFill>
                  <a:srgbClr val="F3F4F6"/>
                </a:solidFill>
                <a:latin typeface="Montserrat" pitchFamily="34" charset="0"/>
                <a:ea typeface="Montserrat" pitchFamily="34" charset="-122"/>
                <a:cs typeface="Montserrat" pitchFamily="34" charset="-120"/>
              </a:rPr>
              <a:t>Stage0: Local Pre-process  </a:t>
            </a:r>
            <a:endParaRPr lang="en-US" sz="1945"/>
          </a:p>
        </p:txBody>
      </p:sp>
      <p:sp>
        <p:nvSpPr>
          <p:cNvPr id="13" name="TextBox 12">
            <a:extLst>
              <a:ext uri="{FF2B5EF4-FFF2-40B4-BE49-F238E27FC236}">
                <a16:creationId xmlns:a16="http://schemas.microsoft.com/office/drawing/2014/main" id="{19B622FB-963C-89FC-292A-E5FBA2419168}"/>
              </a:ext>
            </a:extLst>
          </p:cNvPr>
          <p:cNvSpPr txBox="1"/>
          <p:nvPr/>
        </p:nvSpPr>
        <p:spPr>
          <a:xfrm>
            <a:off x="1112561" y="2189706"/>
            <a:ext cx="3980298" cy="652679"/>
          </a:xfrm>
          <a:prstGeom prst="rect">
            <a:avLst/>
          </a:prstGeom>
          <a:noFill/>
        </p:spPr>
        <p:txBody>
          <a:bodyPr wrap="square" rtlCol="0">
            <a:spAutoFit/>
          </a:bodyPr>
          <a:lstStyle/>
          <a:p>
            <a:r>
              <a:rPr lang="en-US" sz="2184"/>
              <a:t>Input data:</a:t>
            </a:r>
          </a:p>
          <a:p>
            <a:r>
              <a:rPr lang="en-US" sz="1457"/>
              <a:t>Rhea data </a:t>
            </a:r>
            <a:r>
              <a:rPr lang="en-US" sz="1457" err="1"/>
              <a:t>json</a:t>
            </a:r>
            <a:r>
              <a:rPr lang="en-US" sz="1457"/>
              <a:t> file, Attribute, real map</a:t>
            </a:r>
          </a:p>
        </p:txBody>
      </p:sp>
      <p:sp>
        <p:nvSpPr>
          <p:cNvPr id="15" name="TextBox 14">
            <a:extLst>
              <a:ext uri="{FF2B5EF4-FFF2-40B4-BE49-F238E27FC236}">
                <a16:creationId xmlns:a16="http://schemas.microsoft.com/office/drawing/2014/main" id="{40369E9A-E2E4-8077-2CC6-401D12EF57A8}"/>
              </a:ext>
            </a:extLst>
          </p:cNvPr>
          <p:cNvSpPr txBox="1"/>
          <p:nvPr/>
        </p:nvSpPr>
        <p:spPr>
          <a:xfrm>
            <a:off x="1206656" y="3035957"/>
            <a:ext cx="10538850" cy="2334613"/>
          </a:xfrm>
          <a:prstGeom prst="rect">
            <a:avLst/>
          </a:prstGeom>
          <a:noFill/>
        </p:spPr>
        <p:txBody>
          <a:bodyPr wrap="square" rtlCol="0">
            <a:spAutoFit/>
          </a:bodyPr>
          <a:lstStyle/>
          <a:p>
            <a:r>
              <a:rPr lang="en-US" sz="1457"/>
              <a:t>Output:</a:t>
            </a:r>
          </a:p>
          <a:p>
            <a:pPr marL="277597" indent="-277597">
              <a:buAutoNum type="arabicPeriod"/>
            </a:pPr>
            <a:r>
              <a:rPr lang="en-US" sz="1457" err="1"/>
              <a:t>Rsrp</a:t>
            </a:r>
            <a:r>
              <a:rPr lang="en-US" sz="1457"/>
              <a:t> pictures (only draw the target USID and its neighbors)</a:t>
            </a:r>
          </a:p>
          <a:p>
            <a:pPr marL="277597" indent="-277597">
              <a:buAutoNum type="arabicPeriod"/>
            </a:pPr>
            <a:r>
              <a:rPr lang="en-US" sz="1457"/>
              <a:t>Dominant pictures: draw all USID’s dominance area in one picture without color difference, and draw the colored dominance area picture for the target USID and its neighbors.</a:t>
            </a:r>
          </a:p>
          <a:p>
            <a:pPr marL="277597" indent="-277597">
              <a:buAutoNum type="arabicPeriod"/>
            </a:pPr>
            <a:r>
              <a:rPr lang="en-US" sz="1457"/>
              <a:t>Json file that include information that is not inside the RSRP pictures:</a:t>
            </a:r>
          </a:p>
          <a:p>
            <a:pPr marL="832789" lvl="1" indent="-277597">
              <a:buAutoNum type="arabicPeriod"/>
            </a:pPr>
            <a:r>
              <a:rPr lang="en-US" sz="1457" err="1"/>
              <a:t>coverage_summary</a:t>
            </a:r>
            <a:r>
              <a:rPr lang="en-US" sz="1457"/>
              <a:t> </a:t>
            </a:r>
            <a:r>
              <a:rPr lang="en-US" sz="1457" err="1"/>
              <a:t>per_usid</a:t>
            </a:r>
            <a:endParaRPr lang="en-US" sz="1457"/>
          </a:p>
          <a:p>
            <a:pPr marL="832789" lvl="1" indent="-277597">
              <a:buAutoNum type="arabicPeriod"/>
            </a:pPr>
            <a:r>
              <a:rPr lang="en-US" sz="1457"/>
              <a:t>Capacity score (calculate from the attribute, can be adjust), frequency count, tower height..</a:t>
            </a:r>
          </a:p>
          <a:p>
            <a:pPr marL="832789" lvl="1" indent="-277597">
              <a:buAutoNum type="arabicPeriod"/>
            </a:pPr>
            <a:r>
              <a:rPr lang="en-US" sz="1457"/>
              <a:t>Overlap info</a:t>
            </a:r>
          </a:p>
          <a:p>
            <a:pPr marL="832789" lvl="1" indent="-277597">
              <a:buAutoNum type="arabicPeriod"/>
            </a:pPr>
            <a:r>
              <a:rPr lang="en-US" sz="1457"/>
              <a:t>Load redistribution: estimate the load for the neighbors after the target USID is shut down. And if there is a large </a:t>
            </a:r>
            <a:r>
              <a:rPr lang="en-US" sz="1457" err="1"/>
              <a:t>rsrp</a:t>
            </a:r>
            <a:r>
              <a:rPr lang="en-US" sz="1457"/>
              <a:t> gap between the target USID and the backup USID</a:t>
            </a:r>
          </a:p>
        </p:txBody>
      </p:sp>
    </p:spTree>
    <p:extLst>
      <p:ext uri="{BB962C8B-B14F-4D97-AF65-F5344CB8AC3E}">
        <p14:creationId xmlns:p14="http://schemas.microsoft.com/office/powerpoint/2010/main" val="31208902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7A03C-A497-9600-E06F-B59636E43EE1}"/>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BDF5509F-AD01-82FB-8FAE-B987185BCE85}"/>
              </a:ext>
            </a:extLst>
          </p:cNvPr>
          <p:cNvSpPr/>
          <p:nvPr/>
        </p:nvSpPr>
        <p:spPr>
          <a:xfrm>
            <a:off x="849090" y="991963"/>
            <a:ext cx="11103394" cy="1040946"/>
          </a:xfrm>
          <a:prstGeom prst="rect">
            <a:avLst/>
          </a:prstGeom>
          <a:solidFill>
            <a:srgbClr val="111827"/>
          </a:solidFill>
          <a:ln/>
        </p:spPr>
        <p:txBody>
          <a:bodyPr/>
          <a:lstStyle/>
          <a:p>
            <a:endParaRPr lang="en-US" sz="2184"/>
          </a:p>
        </p:txBody>
      </p:sp>
      <p:sp>
        <p:nvSpPr>
          <p:cNvPr id="4" name="Text 1">
            <a:extLst>
              <a:ext uri="{FF2B5EF4-FFF2-40B4-BE49-F238E27FC236}">
                <a16:creationId xmlns:a16="http://schemas.microsoft.com/office/drawing/2014/main" id="{117B40DF-ACD7-2EEA-7C85-455320A722DA}"/>
              </a:ext>
            </a:extLst>
          </p:cNvPr>
          <p:cNvSpPr/>
          <p:nvPr/>
        </p:nvSpPr>
        <p:spPr>
          <a:xfrm>
            <a:off x="1369561" y="1338948"/>
            <a:ext cx="6504986" cy="324641"/>
          </a:xfrm>
          <a:prstGeom prst="rect">
            <a:avLst/>
          </a:prstGeom>
          <a:noFill/>
          <a:ln/>
        </p:spPr>
        <p:txBody>
          <a:bodyPr wrap="none" lIns="0" tIns="0" rIns="0" bIns="0" rtlCol="0" anchor="t">
            <a:spAutoFit/>
          </a:bodyPr>
          <a:lstStyle/>
          <a:p>
            <a:pPr>
              <a:lnSpc>
                <a:spcPts val="2672"/>
              </a:lnSpc>
            </a:pPr>
            <a:r>
              <a:rPr lang="en-US" sz="1945" b="1">
                <a:solidFill>
                  <a:srgbClr val="F3F4F6"/>
                </a:solidFill>
                <a:latin typeface="Montserrat" pitchFamily="34" charset="0"/>
                <a:ea typeface="Montserrat" pitchFamily="34" charset="-122"/>
                <a:cs typeface="Montserrat" pitchFamily="34" charset="-120"/>
              </a:rPr>
              <a:t>Stage1: Coverage and Load redistribution analysis</a:t>
            </a:r>
            <a:endParaRPr lang="en-US" sz="1945"/>
          </a:p>
        </p:txBody>
      </p:sp>
      <p:sp>
        <p:nvSpPr>
          <p:cNvPr id="13" name="TextBox 12">
            <a:extLst>
              <a:ext uri="{FF2B5EF4-FFF2-40B4-BE49-F238E27FC236}">
                <a16:creationId xmlns:a16="http://schemas.microsoft.com/office/drawing/2014/main" id="{5B9D2A88-FA8B-B43F-77A7-BA04B49938A7}"/>
              </a:ext>
            </a:extLst>
          </p:cNvPr>
          <p:cNvSpPr txBox="1"/>
          <p:nvPr/>
        </p:nvSpPr>
        <p:spPr>
          <a:xfrm>
            <a:off x="1112561" y="2007801"/>
            <a:ext cx="9588470" cy="1250792"/>
          </a:xfrm>
          <a:prstGeom prst="rect">
            <a:avLst/>
          </a:prstGeom>
          <a:noFill/>
        </p:spPr>
        <p:txBody>
          <a:bodyPr wrap="square" rtlCol="0">
            <a:spAutoFit/>
          </a:bodyPr>
          <a:lstStyle/>
          <a:p>
            <a:r>
              <a:rPr lang="en-US" sz="1457" b="1"/>
              <a:t>Input data:</a:t>
            </a:r>
          </a:p>
          <a:p>
            <a:r>
              <a:rPr lang="en-US" sz="1214" err="1"/>
              <a:t>coverage_summary.per_usid</a:t>
            </a:r>
            <a:r>
              <a:rPr lang="en-US" sz="1214"/>
              <a:t>     → role, fractions, RSRP stats</a:t>
            </a:r>
          </a:p>
          <a:p>
            <a:r>
              <a:rPr lang="en-US" sz="1214" err="1"/>
              <a:t>load_redistribution</a:t>
            </a:r>
            <a:r>
              <a:rPr lang="en-US" sz="1214"/>
              <a:t>           → </a:t>
            </a:r>
            <a:r>
              <a:rPr lang="en-US" sz="1214" err="1"/>
              <a:t>per_backup</a:t>
            </a:r>
            <a:r>
              <a:rPr lang="en-US" sz="1214"/>
              <a:t> absorption, handover, load, regime</a:t>
            </a:r>
          </a:p>
          <a:p>
            <a:r>
              <a:rPr lang="en-US" sz="1214" err="1"/>
              <a:t>overlap_info</a:t>
            </a:r>
            <a:r>
              <a:rPr lang="en-US" sz="1214"/>
              <a:t>                  → which USIDs are neighbors</a:t>
            </a:r>
          </a:p>
          <a:p>
            <a:r>
              <a:rPr lang="en-US" sz="1214" err="1"/>
              <a:t>rsrp_USID_XX.png</a:t>
            </a:r>
            <a:r>
              <a:rPr lang="en-US" sz="1214"/>
              <a:t>              → spatial pattern of each USID</a:t>
            </a:r>
          </a:p>
          <a:p>
            <a:r>
              <a:rPr lang="en-US" sz="1214" err="1"/>
              <a:t>sinr_map.png</a:t>
            </a:r>
            <a:r>
              <a:rPr lang="en-US" sz="1214"/>
              <a:t>                  → SINR environment</a:t>
            </a:r>
          </a:p>
        </p:txBody>
      </p:sp>
      <p:sp>
        <p:nvSpPr>
          <p:cNvPr id="15" name="TextBox 14">
            <a:extLst>
              <a:ext uri="{FF2B5EF4-FFF2-40B4-BE49-F238E27FC236}">
                <a16:creationId xmlns:a16="http://schemas.microsoft.com/office/drawing/2014/main" id="{7ADA0127-08A6-9ACF-78BF-2FA1D77A7C51}"/>
              </a:ext>
            </a:extLst>
          </p:cNvPr>
          <p:cNvSpPr txBox="1"/>
          <p:nvPr/>
        </p:nvSpPr>
        <p:spPr>
          <a:xfrm>
            <a:off x="1112561" y="3138544"/>
            <a:ext cx="10538850" cy="3063467"/>
          </a:xfrm>
          <a:prstGeom prst="rect">
            <a:avLst/>
          </a:prstGeom>
          <a:noFill/>
        </p:spPr>
        <p:txBody>
          <a:bodyPr wrap="square" rtlCol="0">
            <a:spAutoFit/>
          </a:bodyPr>
          <a:lstStyle/>
          <a:p>
            <a:r>
              <a:rPr lang="en-US" sz="1457" b="1"/>
              <a:t>Output:</a:t>
            </a:r>
          </a:p>
          <a:p>
            <a:pPr lvl="0" eaLnBrk="0" fontAlgn="base" hangingPunct="0">
              <a:spcBef>
                <a:spcPct val="0"/>
              </a:spcBef>
              <a:spcAft>
                <a:spcPct val="0"/>
              </a:spcAft>
            </a:pPr>
            <a:r>
              <a:rPr lang="en-US" altLang="en-US" sz="1214" b="1">
                <a:latin typeface="Arial Unicode MS" panose="020B0604020202020204" pitchFamily="34" charset="-128"/>
              </a:rPr>
              <a:t>role</a:t>
            </a:r>
            <a:r>
              <a:rPr lang="en-US" altLang="en-US" sz="1214"/>
              <a:t> Read directly from </a:t>
            </a:r>
            <a:r>
              <a:rPr lang="en-US" altLang="en-US" sz="1214" err="1">
                <a:latin typeface="Arial Unicode MS" panose="020B0604020202020204" pitchFamily="34" charset="-128"/>
              </a:rPr>
              <a:t>coverage_summary.per_usid</a:t>
            </a:r>
            <a:r>
              <a:rPr lang="en-US" altLang="en-US" sz="1214">
                <a:latin typeface="Arial Unicode MS" panose="020B0604020202020204" pitchFamily="34" charset="-128"/>
              </a:rPr>
              <a:t>[</a:t>
            </a:r>
            <a:r>
              <a:rPr lang="en-US" altLang="en-US" sz="1214" err="1">
                <a:latin typeface="Arial Unicode MS" panose="020B0604020202020204" pitchFamily="34" charset="-128"/>
              </a:rPr>
              <a:t>usid</a:t>
            </a:r>
            <a:r>
              <a:rPr lang="en-US" altLang="en-US" sz="1214">
                <a:latin typeface="Arial Unicode MS" panose="020B0604020202020204" pitchFamily="34" charset="-128"/>
              </a:rPr>
              <a:t>].</a:t>
            </a:r>
            <a:r>
              <a:rPr lang="en-US" altLang="en-US" sz="1214" err="1">
                <a:latin typeface="Arial Unicode MS" panose="020B0604020202020204" pitchFamily="34" charset="-128"/>
              </a:rPr>
              <a:t>inferred_role</a:t>
            </a:r>
            <a:r>
              <a:rPr lang="en-US" altLang="en-US" sz="1214"/>
              <a:t> — not re-determined by the agent. Agent must cite it exactly.</a:t>
            </a:r>
            <a:endParaRPr lang="en-US" altLang="en-US" sz="1214">
              <a:latin typeface="Arial" panose="020B0604020202020204" pitchFamily="34" charset="0"/>
            </a:endParaRPr>
          </a:p>
          <a:p>
            <a:pPr lvl="0" eaLnBrk="0" fontAlgn="base" hangingPunct="0">
              <a:spcBef>
                <a:spcPct val="0"/>
              </a:spcBef>
              <a:spcAft>
                <a:spcPct val="0"/>
              </a:spcAft>
            </a:pPr>
            <a:r>
              <a:rPr lang="en-US" altLang="en-US" sz="1214" b="1" err="1">
                <a:latin typeface="Arial Unicode MS" panose="020B0604020202020204" pitchFamily="34" charset="-128"/>
              </a:rPr>
              <a:t>role_confidence</a:t>
            </a:r>
            <a:r>
              <a:rPr lang="en-US" altLang="en-US" sz="1214"/>
              <a:t> Agent determines based on rules in </a:t>
            </a:r>
            <a:r>
              <a:rPr lang="en-US" altLang="en-US" sz="1214" err="1"/>
              <a:t>SKILL.md</a:t>
            </a:r>
            <a:r>
              <a:rPr lang="en-US" altLang="en-US" sz="1214"/>
              <a:t>:</a:t>
            </a:r>
            <a:endParaRPr lang="en-US" altLang="en-US" sz="1214">
              <a:latin typeface="Arial" panose="020B0604020202020204" pitchFamily="34" charset="0"/>
            </a:endParaRPr>
          </a:p>
          <a:p>
            <a:pPr lvl="0" eaLnBrk="0" fontAlgn="base" hangingPunct="0">
              <a:spcBef>
                <a:spcPct val="0"/>
              </a:spcBef>
              <a:spcAft>
                <a:spcPct val="0"/>
              </a:spcAft>
            </a:pPr>
            <a:r>
              <a:rPr lang="en-US" altLang="en-US" sz="1093" i="1">
                <a:solidFill>
                  <a:srgbClr val="14181F"/>
                </a:solidFill>
                <a:latin typeface="Arial Unicode MS" panose="020B0604020202020204" pitchFamily="34" charset="-128"/>
                <a:ea typeface="var(--font-mono)"/>
              </a:rPr>
              <a:t>high: </a:t>
            </a:r>
            <a:r>
              <a:rPr lang="en-US" altLang="en-US" sz="1093" i="1" err="1">
                <a:solidFill>
                  <a:srgbClr val="14181F"/>
                </a:solidFill>
                <a:latin typeface="Arial Unicode MS" panose="020B0604020202020204" pitchFamily="34" charset="-128"/>
                <a:ea typeface="var(--font-mono)"/>
              </a:rPr>
              <a:t>dom_frac</a:t>
            </a:r>
            <a:r>
              <a:rPr lang="en-US" altLang="en-US" sz="1093" i="1">
                <a:solidFill>
                  <a:srgbClr val="14181F"/>
                </a:solidFill>
                <a:latin typeface="Arial Unicode MS" panose="020B0604020202020204" pitchFamily="34" charset="-128"/>
                <a:ea typeface="var(--font-mono)"/>
              </a:rPr>
              <a:t> ≥ 0.15 AND rsrp_p50 ≥ -90 dBm low: </a:t>
            </a:r>
            <a:r>
              <a:rPr lang="en-US" altLang="en-US" sz="1093" i="1" err="1">
                <a:solidFill>
                  <a:srgbClr val="14181F"/>
                </a:solidFill>
                <a:latin typeface="Arial Unicode MS" panose="020B0604020202020204" pitchFamily="34" charset="-128"/>
                <a:ea typeface="var(--font-mono)"/>
              </a:rPr>
              <a:t>dom_frac</a:t>
            </a:r>
            <a:r>
              <a:rPr lang="en-US" altLang="en-US" sz="1093" i="1">
                <a:solidFill>
                  <a:srgbClr val="14181F"/>
                </a:solidFill>
                <a:latin typeface="Arial Unicode MS" panose="020B0604020202020204" pitchFamily="34" charset="-128"/>
                <a:ea typeface="var(--font-mono)"/>
              </a:rPr>
              <a:t> &lt; 0.05 OR rsrp_p50 &lt; -100 dBm medium: everything else</a:t>
            </a:r>
          </a:p>
          <a:p>
            <a:pPr eaLnBrk="0" fontAlgn="base" hangingPunct="0">
              <a:spcBef>
                <a:spcPct val="0"/>
              </a:spcBef>
              <a:spcAft>
                <a:spcPct val="0"/>
              </a:spcAft>
            </a:pPr>
            <a:r>
              <a:rPr lang="en-US" sz="1214" b="1"/>
              <a:t>dominant_pixel_fraction: </a:t>
            </a:r>
            <a:r>
              <a:rPr lang="en-US" altLang="en-US" sz="1214"/>
              <a:t>Read directly from </a:t>
            </a:r>
            <a:r>
              <a:rPr lang="en-US" altLang="en-US" sz="1214" err="1">
                <a:latin typeface="Arial Unicode MS" panose="020B0604020202020204" pitchFamily="34" charset="-128"/>
              </a:rPr>
              <a:t>coverage_summary.per_used</a:t>
            </a:r>
            <a:endParaRPr lang="en-US" altLang="en-US" sz="1214">
              <a:latin typeface="Arial Unicode MS" panose="020B0604020202020204" pitchFamily="34" charset="-128"/>
            </a:endParaRPr>
          </a:p>
          <a:p>
            <a:pPr eaLnBrk="0" fontAlgn="base" hangingPunct="0">
              <a:spcBef>
                <a:spcPct val="0"/>
              </a:spcBef>
              <a:spcAft>
                <a:spcPct val="0"/>
              </a:spcAft>
            </a:pPr>
            <a:r>
              <a:rPr lang="en-US" sz="1214" b="1"/>
              <a:t>rsrp_p50_dbm : </a:t>
            </a:r>
            <a:r>
              <a:rPr lang="en-US" altLang="en-US" sz="1214"/>
              <a:t>Read directly from </a:t>
            </a:r>
            <a:r>
              <a:rPr lang="en-US" altLang="en-US" sz="1214" err="1">
                <a:latin typeface="Arial Unicode MS" panose="020B0604020202020204" pitchFamily="34" charset="-128"/>
              </a:rPr>
              <a:t>coverage_summary.per_used</a:t>
            </a:r>
            <a:endParaRPr lang="en-US" altLang="en-US" sz="1214" b="1" i="1">
              <a:latin typeface="Arial" panose="020B0604020202020204" pitchFamily="34" charset="0"/>
            </a:endParaRPr>
          </a:p>
          <a:p>
            <a:r>
              <a:rPr lang="en-US" sz="1214" b="1" err="1"/>
              <a:t>rsrp_spatial_pattern</a:t>
            </a:r>
            <a:r>
              <a:rPr lang="en-US" sz="1214"/>
              <a:t> Agent-generated from RSRP image — compass direction description of where signal is strong vs weak. This is the one field that cannot be pre-computed locally — it requires reading the image.</a:t>
            </a:r>
          </a:p>
          <a:p>
            <a:r>
              <a:rPr lang="en-US" sz="1214"/>
              <a:t>Example: </a:t>
            </a:r>
            <a:r>
              <a:rPr lang="en-US" sz="972"/>
              <a:t>"USID_31 dominance (yellow boundary) is clearly to the S/SW, well below USID_00's territory (red-dashed entirely above USID_31's dominance). Only the very southern tip of USID_00's dominance overlaps with USID_31 coverage. In that narrow southern overlap zone, signal is Excellent (blue, p50_in_zone=-57.54 dBm). USID_31 contributes minimally to coverage of USID_00's area (7.7% absorption)."</a:t>
            </a:r>
            <a:endParaRPr lang="en-US" sz="1214"/>
          </a:p>
          <a:p>
            <a:r>
              <a:rPr lang="en-US" sz="1214" b="1" err="1"/>
              <a:t>dominant_area_impact_regime</a:t>
            </a:r>
            <a:r>
              <a:rPr lang="en-US" sz="1214"/>
              <a:t> Read directly from </a:t>
            </a:r>
            <a:r>
              <a:rPr lang="en-US" sz="1214" err="1"/>
              <a:t>load_redistribution.dominant_area_impact_regime</a:t>
            </a:r>
            <a:r>
              <a:rPr lang="en-US" sz="1214"/>
              <a:t> in preprocessing.</a:t>
            </a:r>
          </a:p>
          <a:p>
            <a:r>
              <a:rPr lang="en-US" sz="1214" b="1" err="1"/>
              <a:t>coverage_hole_fraction</a:t>
            </a:r>
            <a:r>
              <a:rPr lang="en-US" sz="1214"/>
              <a:t> Read directly from </a:t>
            </a:r>
            <a:r>
              <a:rPr lang="en-US" sz="1214" err="1"/>
              <a:t>load_redistribution.coverage_hole_fraction</a:t>
            </a:r>
            <a:r>
              <a:rPr lang="en-US" sz="1214"/>
              <a:t>.</a:t>
            </a:r>
          </a:p>
          <a:p>
            <a:r>
              <a:rPr lang="en-US" sz="1214" b="1" err="1"/>
              <a:t>load_redistribution_verdict</a:t>
            </a:r>
            <a:r>
              <a:rPr lang="en-US" sz="1214"/>
              <a:t> Agent determines from all per-backup data combined</a:t>
            </a:r>
          </a:p>
          <a:p>
            <a:endParaRPr lang="en-US" sz="1214"/>
          </a:p>
          <a:p>
            <a:endParaRPr lang="en-US" sz="1457"/>
          </a:p>
        </p:txBody>
      </p:sp>
      <p:sp>
        <p:nvSpPr>
          <p:cNvPr id="5" name="TextBox 4">
            <a:extLst>
              <a:ext uri="{FF2B5EF4-FFF2-40B4-BE49-F238E27FC236}">
                <a16:creationId xmlns:a16="http://schemas.microsoft.com/office/drawing/2014/main" id="{B0B2DAC2-E3AF-6742-B82B-C7CCBCD43105}"/>
              </a:ext>
            </a:extLst>
          </p:cNvPr>
          <p:cNvSpPr txBox="1"/>
          <p:nvPr/>
        </p:nvSpPr>
        <p:spPr>
          <a:xfrm>
            <a:off x="1112562" y="5746619"/>
            <a:ext cx="8732191" cy="690702"/>
          </a:xfrm>
          <a:prstGeom prst="rect">
            <a:avLst/>
          </a:prstGeom>
          <a:noFill/>
        </p:spPr>
        <p:txBody>
          <a:bodyPr wrap="square" rtlCol="0">
            <a:spAutoFit/>
          </a:bodyPr>
          <a:lstStyle/>
          <a:p>
            <a:r>
              <a:rPr lang="en-US" sz="972"/>
              <a:t>OVERLOADED: </a:t>
            </a:r>
            <a:r>
              <a:rPr lang="en-US" sz="972" err="1"/>
              <a:t>coverage_hole_fraction</a:t>
            </a:r>
            <a:r>
              <a:rPr lang="en-US" sz="972"/>
              <a:t> &gt; 0.20 OR any </a:t>
            </a:r>
            <a:r>
              <a:rPr lang="en-US" sz="972" err="1"/>
              <a:t>overload_risk</a:t>
            </a:r>
            <a:r>
              <a:rPr lang="en-US" sz="972"/>
              <a:t> = "high”  OR sum(</a:t>
            </a:r>
            <a:r>
              <a:rPr lang="en-US" sz="972" err="1"/>
              <a:t>absorption_fractions</a:t>
            </a:r>
            <a:r>
              <a:rPr lang="en-US" sz="972"/>
              <a:t>) &lt; 0.60 OR majority </a:t>
            </a:r>
            <a:r>
              <a:rPr lang="en-US" sz="972" err="1"/>
              <a:t>handover_quality</a:t>
            </a:r>
            <a:r>
              <a:rPr lang="en-US" sz="972"/>
              <a:t> = "poor"</a:t>
            </a:r>
          </a:p>
          <a:p>
            <a:r>
              <a:rPr lang="en-US" sz="972"/>
              <a:t>STRAINED:   </a:t>
            </a:r>
            <a:r>
              <a:rPr lang="en-US" sz="972" err="1"/>
              <a:t>coverage_hole_fraction</a:t>
            </a:r>
            <a:r>
              <a:rPr lang="en-US" sz="972"/>
              <a:t> 0.05-0.20 OR any </a:t>
            </a:r>
            <a:r>
              <a:rPr lang="en-US" sz="972" err="1"/>
              <a:t>overload_risk</a:t>
            </a:r>
            <a:r>
              <a:rPr lang="en-US" sz="972"/>
              <a:t> = "medium” OR majority </a:t>
            </a:r>
            <a:r>
              <a:rPr lang="en-US" sz="972" err="1"/>
              <a:t>handover_quality</a:t>
            </a:r>
            <a:r>
              <a:rPr lang="en-US" sz="972"/>
              <a:t> = "partial"</a:t>
            </a:r>
          </a:p>
          <a:p>
            <a:r>
              <a:rPr lang="en-US" sz="972"/>
              <a:t>ADEQUATE:   </a:t>
            </a:r>
            <a:r>
              <a:rPr lang="en-US" sz="972" err="1"/>
              <a:t>coverage_hole_fraction</a:t>
            </a:r>
            <a:r>
              <a:rPr lang="en-US" sz="972"/>
              <a:t> &lt; 0.05 AND all </a:t>
            </a:r>
            <a:r>
              <a:rPr lang="en-US" sz="972" err="1"/>
              <a:t>overload_risk</a:t>
            </a:r>
            <a:r>
              <a:rPr lang="en-US" sz="972"/>
              <a:t> = "low” AND majority </a:t>
            </a:r>
            <a:r>
              <a:rPr lang="en-US" sz="972" err="1"/>
              <a:t>handover_quality</a:t>
            </a:r>
            <a:r>
              <a:rPr lang="en-US" sz="972"/>
              <a:t> = "good"</a:t>
            </a:r>
          </a:p>
          <a:p>
            <a:endParaRPr lang="en-US" sz="972"/>
          </a:p>
        </p:txBody>
      </p:sp>
      <p:sp>
        <p:nvSpPr>
          <p:cNvPr id="7" name="TextBox 6">
            <a:extLst>
              <a:ext uri="{FF2B5EF4-FFF2-40B4-BE49-F238E27FC236}">
                <a16:creationId xmlns:a16="http://schemas.microsoft.com/office/drawing/2014/main" id="{DA3452AC-4F4A-B6B3-0D2C-FF3124FC2191}"/>
              </a:ext>
            </a:extLst>
          </p:cNvPr>
          <p:cNvSpPr txBox="1"/>
          <p:nvPr/>
        </p:nvSpPr>
        <p:spPr>
          <a:xfrm>
            <a:off x="1131376" y="6221808"/>
            <a:ext cx="5551714" cy="316177"/>
          </a:xfrm>
          <a:prstGeom prst="rect">
            <a:avLst/>
          </a:prstGeom>
          <a:noFill/>
        </p:spPr>
        <p:txBody>
          <a:bodyPr wrap="square">
            <a:spAutoFit/>
          </a:bodyPr>
          <a:lstStyle/>
          <a:p>
            <a:pPr>
              <a:lnSpc>
                <a:spcPts val="1914"/>
              </a:lnSpc>
            </a:pPr>
            <a:r>
              <a:rPr lang="en-US" sz="1214" b="1"/>
              <a:t>key_findings_for_stage3</a:t>
            </a:r>
          </a:p>
        </p:txBody>
      </p:sp>
      <p:sp>
        <p:nvSpPr>
          <p:cNvPr id="9" name="TextBox 8">
            <a:extLst>
              <a:ext uri="{FF2B5EF4-FFF2-40B4-BE49-F238E27FC236}">
                <a16:creationId xmlns:a16="http://schemas.microsoft.com/office/drawing/2014/main" id="{E18E3C86-91EF-0ED4-3C08-DD490B8ADDB6}"/>
              </a:ext>
            </a:extLst>
          </p:cNvPr>
          <p:cNvSpPr txBox="1"/>
          <p:nvPr/>
        </p:nvSpPr>
        <p:spPr>
          <a:xfrm>
            <a:off x="2738080" y="6158348"/>
            <a:ext cx="10411818" cy="1030731"/>
          </a:xfrm>
          <a:prstGeom prst="rect">
            <a:avLst/>
          </a:prstGeom>
          <a:noFill/>
        </p:spPr>
        <p:txBody>
          <a:bodyPr wrap="square">
            <a:spAutoFit/>
          </a:bodyPr>
          <a:lstStyle/>
          <a:p>
            <a:pPr>
              <a:lnSpc>
                <a:spcPts val="1914"/>
              </a:lnSpc>
            </a:pPr>
            <a:r>
              <a:rPr lang="en-US" sz="729"/>
              <a:t>"USID_00 RSRP is uniformly Excellent (p50=-57.0 dBm, 100% above -80 dBm) within its compact dominance boundary — no signal-weak zones exist inside the yellow contour.",</a:t>
            </a:r>
          </a:p>
          <a:p>
            <a:pPr>
              <a:lnSpc>
                <a:spcPts val="1914"/>
              </a:lnSpc>
            </a:pPr>
            <a:r>
              <a:rPr lang="en-US" sz="729"/>
              <a:t>"Coverage holes (11.54%) are confined to the southern fringe of the dominance area, visible as the gap between USID_00's southern boundary and the northern limit of USID_41/USID_37 coverage.",</a:t>
            </a:r>
          </a:p>
          <a:p>
            <a:pPr>
              <a:lnSpc>
                <a:spcPts val="1914"/>
              </a:lnSpc>
            </a:pPr>
            <a:r>
              <a:rPr lang="en-US" sz="729"/>
              <a:t>"USID_27 provides the strongest backup presence, covering the NW-to-central portion of USID_00's area with Excellent (blue) signal in its zone.",</a:t>
            </a:r>
          </a:p>
          <a:p>
            <a:pPr>
              <a:lnSpc>
                <a:spcPts val="1914"/>
              </a:lnSpc>
            </a:pPr>
            <a:r>
              <a:rPr lang="en-US" sz="729"/>
              <a:t>"USID_31 is spatially far to the S and contributes minimal coverage to USID_00's territory — its reach stops well short of the northern half of USID_00's dominance area."</a:t>
            </a:r>
          </a:p>
        </p:txBody>
      </p:sp>
    </p:spTree>
    <p:extLst>
      <p:ext uri="{BB962C8B-B14F-4D97-AF65-F5344CB8AC3E}">
        <p14:creationId xmlns:p14="http://schemas.microsoft.com/office/powerpoint/2010/main" val="13392155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B14B1-BFA8-3AD7-5758-76D92FE859CD}"/>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D83CC537-15CC-062E-C3A7-F01C35D5A1D6}"/>
              </a:ext>
            </a:extLst>
          </p:cNvPr>
          <p:cNvSpPr/>
          <p:nvPr/>
        </p:nvSpPr>
        <p:spPr>
          <a:xfrm>
            <a:off x="849088" y="991963"/>
            <a:ext cx="11103429" cy="1040946"/>
          </a:xfrm>
          <a:prstGeom prst="rect">
            <a:avLst/>
          </a:prstGeom>
          <a:solidFill>
            <a:srgbClr val="111827"/>
          </a:solidFill>
          <a:ln/>
        </p:spPr>
        <p:txBody>
          <a:bodyPr/>
          <a:lstStyle/>
          <a:p>
            <a:endParaRPr lang="en-US" sz="2184"/>
          </a:p>
        </p:txBody>
      </p:sp>
      <p:sp>
        <p:nvSpPr>
          <p:cNvPr id="4" name="Text 1">
            <a:extLst>
              <a:ext uri="{FF2B5EF4-FFF2-40B4-BE49-F238E27FC236}">
                <a16:creationId xmlns:a16="http://schemas.microsoft.com/office/drawing/2014/main" id="{0FFF0CE4-8D5D-BEEA-51CC-5E82BB191394}"/>
              </a:ext>
            </a:extLst>
          </p:cNvPr>
          <p:cNvSpPr/>
          <p:nvPr/>
        </p:nvSpPr>
        <p:spPr>
          <a:xfrm>
            <a:off x="1369563" y="1338948"/>
            <a:ext cx="4666342" cy="324641"/>
          </a:xfrm>
          <a:prstGeom prst="rect">
            <a:avLst/>
          </a:prstGeom>
          <a:noFill/>
          <a:ln/>
        </p:spPr>
        <p:txBody>
          <a:bodyPr wrap="none" lIns="0" tIns="0" rIns="0" bIns="0" rtlCol="0" anchor="t">
            <a:spAutoFit/>
          </a:bodyPr>
          <a:lstStyle/>
          <a:p>
            <a:pPr>
              <a:lnSpc>
                <a:spcPts val="2672"/>
              </a:lnSpc>
            </a:pPr>
            <a:r>
              <a:rPr lang="en-US" sz="1945" b="1">
                <a:solidFill>
                  <a:srgbClr val="F3F4F6"/>
                </a:solidFill>
                <a:latin typeface="Montserrat" pitchFamily="34" charset="0"/>
                <a:ea typeface="Montserrat" pitchFamily="34" charset="-122"/>
                <a:cs typeface="Montserrat" pitchFamily="34" charset="-120"/>
              </a:rPr>
              <a:t>Stage 2: USID ATTRIBUTE ANALYSIS</a:t>
            </a:r>
            <a:endParaRPr lang="en-US" sz="1945"/>
          </a:p>
        </p:txBody>
      </p:sp>
      <p:sp>
        <p:nvSpPr>
          <p:cNvPr id="7" name="TextBox 6">
            <a:extLst>
              <a:ext uri="{FF2B5EF4-FFF2-40B4-BE49-F238E27FC236}">
                <a16:creationId xmlns:a16="http://schemas.microsoft.com/office/drawing/2014/main" id="{CF158B58-59E9-938A-01B4-F16596CCF8FF}"/>
              </a:ext>
            </a:extLst>
          </p:cNvPr>
          <p:cNvSpPr txBox="1"/>
          <p:nvPr/>
        </p:nvSpPr>
        <p:spPr>
          <a:xfrm>
            <a:off x="1545403" y="2403414"/>
            <a:ext cx="9390867" cy="4372031"/>
          </a:xfrm>
          <a:prstGeom prst="rect">
            <a:avLst/>
          </a:prstGeom>
          <a:noFill/>
        </p:spPr>
        <p:txBody>
          <a:bodyPr wrap="square" rtlCol="0">
            <a:spAutoFit/>
          </a:bodyPr>
          <a:lstStyle/>
          <a:p>
            <a:r>
              <a:rPr lang="en-US" sz="1457"/>
              <a:t>Input data:</a:t>
            </a:r>
          </a:p>
          <a:p>
            <a:r>
              <a:rPr lang="en-US" sz="1214" err="1"/>
              <a:t>capacity_summary</a:t>
            </a:r>
            <a:r>
              <a:rPr lang="en-US" sz="1214"/>
              <a:t> (from preprocess) → pre-computed scores, tower type, role, tech </a:t>
            </a:r>
          </a:p>
          <a:p>
            <a:r>
              <a:rPr lang="en-US" sz="1214" err="1"/>
              <a:t>usid_attributes.csv</a:t>
            </a:r>
            <a:r>
              <a:rPr lang="en-US" sz="1214"/>
              <a:t> → raw band/cell/height data</a:t>
            </a:r>
          </a:p>
          <a:p>
            <a:endParaRPr lang="en-US" sz="1457"/>
          </a:p>
          <a:p>
            <a:r>
              <a:rPr lang="en-US" sz="1457"/>
              <a:t>Output:</a:t>
            </a:r>
          </a:p>
          <a:p>
            <a:r>
              <a:rPr lang="en-US" sz="1214" b="1" err="1"/>
              <a:t>capacity_score</a:t>
            </a:r>
            <a:r>
              <a:rPr lang="en-US" sz="1214" b="1"/>
              <a:t> </a:t>
            </a:r>
            <a:r>
              <a:rPr lang="en-US" sz="1214"/>
              <a:t>Read directly from </a:t>
            </a:r>
            <a:r>
              <a:rPr lang="en-US" sz="1214" err="1"/>
              <a:t>capacity_summary</a:t>
            </a:r>
            <a:r>
              <a:rPr lang="en-US" sz="1214"/>
              <a:t> — not recomputed.</a:t>
            </a:r>
          </a:p>
          <a:p>
            <a:r>
              <a:rPr lang="en-US" sz="1214" b="1" err="1"/>
              <a:t>tower_type</a:t>
            </a:r>
            <a:r>
              <a:rPr lang="en-US" sz="1214" b="1"/>
              <a:t>, </a:t>
            </a:r>
            <a:r>
              <a:rPr lang="en-US" sz="1214" b="1" err="1"/>
              <a:t>technology_profile</a:t>
            </a:r>
            <a:r>
              <a:rPr lang="en-US" sz="1214" b="1"/>
              <a:t>, </a:t>
            </a:r>
            <a:r>
              <a:rPr lang="en-US" sz="1214" b="1" err="1"/>
              <a:t>operational_role</a:t>
            </a:r>
            <a:r>
              <a:rPr lang="en-US" sz="1214" b="1"/>
              <a:t> </a:t>
            </a:r>
            <a:r>
              <a:rPr lang="en-US" sz="1214"/>
              <a:t>Read directly from </a:t>
            </a:r>
            <a:r>
              <a:rPr lang="en-US" sz="1214" err="1"/>
              <a:t>capacity_summary</a:t>
            </a:r>
            <a:r>
              <a:rPr lang="en-US" sz="1214"/>
              <a:t> — not recomputed.</a:t>
            </a:r>
          </a:p>
          <a:p>
            <a:r>
              <a:rPr lang="en-US" sz="1214" b="1" err="1"/>
              <a:t>key_observations</a:t>
            </a:r>
            <a:r>
              <a:rPr lang="en-US" sz="1214" b="1"/>
              <a:t> </a:t>
            </a:r>
            <a:r>
              <a:rPr lang="en-US" sz="1214"/>
              <a:t>Agent-generated interpretation of the band/height configuration</a:t>
            </a:r>
          </a:p>
          <a:p>
            <a:r>
              <a:rPr lang="en-US" sz="1214"/>
              <a:t>example: </a:t>
            </a:r>
            <a:r>
              <a:rPr lang="en-US" sz="1093"/>
              <a:t>"5G-dominant profile with 6 5G cells and 4 4G cells across 4 bands (700, 1800, 2600, 3500 MHz) gives broad spectral coverage and strong NR capacity.",</a:t>
            </a:r>
          </a:p>
          <a:p>
            <a:r>
              <a:rPr lang="en-US" sz="1093"/>
              <a:t>"40m macro tower height provides good line-of-sight in suburban terrain but is not outstanding — within the standard macro range.",</a:t>
            </a:r>
          </a:p>
          <a:p>
            <a:r>
              <a:rPr lang="en-US" sz="1093"/>
              <a:t>"Capacity score 25.6 is among the highest in the network, reflecting the 5G-heavy cell mix weighted by the formula (4x1.0 + 6x2.0) x (1+0.15x4) = 25.60.",</a:t>
            </a:r>
          </a:p>
          <a:p>
            <a:r>
              <a:rPr lang="en-US" sz="1093"/>
              <a:t>"Mixed operational role reflects the combination of LTE coverage bands (700 MHz) and high-capacity NR bands (3500 MHz)."</a:t>
            </a:r>
            <a:endParaRPr lang="en-US" sz="1457"/>
          </a:p>
          <a:p>
            <a:r>
              <a:rPr lang="en-US" sz="1214" b="1"/>
              <a:t>5g down-grade risk.</a:t>
            </a:r>
          </a:p>
          <a:p>
            <a:pPr lvl="1"/>
            <a:r>
              <a:rPr lang="en-US" sz="1214"/>
              <a:t>If target has 5G_cells &gt; 0 AND primary backup has 5G_cells = 0: flag it</a:t>
            </a:r>
          </a:p>
          <a:p>
            <a:pPr lvl="1"/>
            <a:r>
              <a:rPr lang="en-US" sz="1214"/>
              <a:t>estimate </a:t>
            </a:r>
            <a:r>
              <a:rPr lang="en-US" sz="1214" err="1"/>
              <a:t>affected_fraction</a:t>
            </a:r>
            <a:r>
              <a:rPr lang="en-US" sz="1214"/>
              <a:t> = (target_5G / (target_4G + target_5G)) × </a:t>
            </a:r>
            <a:r>
              <a:rPr lang="en-US" sz="1214" err="1"/>
              <a:t>target_dominant_fraction</a:t>
            </a:r>
            <a:endParaRPr lang="en-US" sz="1214"/>
          </a:p>
          <a:p>
            <a:r>
              <a:rPr lang="en-US" sz="1214" b="1" err="1"/>
              <a:t>overall_capacity_verdict</a:t>
            </a:r>
            <a:endParaRPr lang="en-US" sz="1214" b="1"/>
          </a:p>
          <a:p>
            <a:r>
              <a:rPr lang="en-US" sz="972"/>
              <a:t>adequate:   all backup </a:t>
            </a:r>
            <a:r>
              <a:rPr lang="en-US" sz="972" err="1"/>
              <a:t>capacity_scores</a:t>
            </a:r>
            <a:r>
              <a:rPr lang="en-US" sz="972"/>
              <a:t> comfortably above load requirement</a:t>
            </a:r>
          </a:p>
          <a:p>
            <a:r>
              <a:rPr lang="en-US" sz="972"/>
              <a:t>constrained:  some backups have low capacity scores relative to absorbed load</a:t>
            </a:r>
          </a:p>
          <a:p>
            <a:r>
              <a:rPr lang="en-US" sz="972"/>
              <a:t>insufficient: capacity scores too low to handle redistribution</a:t>
            </a:r>
          </a:p>
          <a:p>
            <a:r>
              <a:rPr lang="en-US" sz="1214" b="1" err="1"/>
              <a:t>capacity_verdict_reasoning</a:t>
            </a:r>
            <a:endParaRPr lang="en-US" sz="1214" b="1"/>
          </a:p>
          <a:p>
            <a:r>
              <a:rPr lang="en-US" sz="972"/>
              <a:t>"Post-outage load factors are all below 0.015 — orders of magnitude below the 0.5 medium-risk threshold — confirming that the capacity of each backup remains virtually unperturbed by USID_00's shutdown.",</a:t>
            </a:r>
          </a:p>
          <a:p>
            <a:r>
              <a:rPr lang="en-US" sz="972"/>
              <a:t>"USID_41's lower score (15.6) is a minor concern in isolation, but its post-outage load factor of 0.012 shows trivial incremental load, so its capacity is not a binding constraint.",</a:t>
            </a:r>
          </a:p>
          <a:p>
            <a:r>
              <a:rPr lang="en-US" sz="972"/>
              <a:t>"5G continuity is ensured across the network — no backup USID drops to 4G-only, preserving NR service for all USID_00 users post-handover."</a:t>
            </a:r>
          </a:p>
        </p:txBody>
      </p:sp>
    </p:spTree>
    <p:extLst>
      <p:ext uri="{BB962C8B-B14F-4D97-AF65-F5344CB8AC3E}">
        <p14:creationId xmlns:p14="http://schemas.microsoft.com/office/powerpoint/2010/main" val="17779756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Shape 0"/>
          <p:cNvSpPr/>
          <p:nvPr/>
        </p:nvSpPr>
        <p:spPr>
          <a:xfrm>
            <a:off x="849090" y="991963"/>
            <a:ext cx="11103394" cy="1040946"/>
          </a:xfrm>
          <a:prstGeom prst="rect">
            <a:avLst/>
          </a:prstGeom>
          <a:solidFill>
            <a:srgbClr val="111827"/>
          </a:solidFill>
          <a:ln/>
        </p:spPr>
        <p:txBody>
          <a:bodyPr/>
          <a:lstStyle/>
          <a:p>
            <a:endParaRPr lang="en-US" sz="2184"/>
          </a:p>
        </p:txBody>
      </p:sp>
      <p:sp>
        <p:nvSpPr>
          <p:cNvPr id="4" name="Text 1"/>
          <p:cNvSpPr/>
          <p:nvPr/>
        </p:nvSpPr>
        <p:spPr>
          <a:xfrm>
            <a:off x="1369561" y="1338950"/>
            <a:ext cx="5245026" cy="671787"/>
          </a:xfrm>
          <a:prstGeom prst="rect">
            <a:avLst/>
          </a:prstGeom>
          <a:noFill/>
          <a:ln/>
        </p:spPr>
        <p:txBody>
          <a:bodyPr wrap="none" lIns="0" tIns="0" rIns="0" bIns="0" rtlCol="0" anchor="t">
            <a:spAutoFit/>
          </a:bodyPr>
          <a:lstStyle/>
          <a:p>
            <a:pPr>
              <a:lnSpc>
                <a:spcPts val="2672"/>
              </a:lnSpc>
            </a:pPr>
            <a:r>
              <a:rPr lang="en-US" sz="1945" b="1">
                <a:solidFill>
                  <a:srgbClr val="F3F4F6"/>
                </a:solidFill>
                <a:latin typeface="Montserrat" pitchFamily="34" charset="0"/>
                <a:ea typeface="Montserrat" pitchFamily="34" charset="-122"/>
                <a:cs typeface="Montserrat" pitchFamily="34" charset="-120"/>
              </a:rPr>
              <a:t>Stage 3: </a:t>
            </a:r>
            <a:r>
              <a:rPr lang="en-US" sz="1945" b="1">
                <a:solidFill>
                  <a:srgbClr val="F3F4F6"/>
                </a:solidFill>
                <a:latin typeface="Montserrat" pitchFamily="34" charset="0"/>
              </a:rPr>
              <a:t>Geographic correlation analysis</a:t>
            </a:r>
          </a:p>
          <a:p>
            <a:pPr>
              <a:lnSpc>
                <a:spcPts val="2672"/>
              </a:lnSpc>
            </a:pPr>
            <a:endParaRPr lang="en-US" sz="1945"/>
          </a:p>
        </p:txBody>
      </p:sp>
      <p:sp>
        <p:nvSpPr>
          <p:cNvPr id="21" name="TextBox 20">
            <a:extLst>
              <a:ext uri="{FF2B5EF4-FFF2-40B4-BE49-F238E27FC236}">
                <a16:creationId xmlns:a16="http://schemas.microsoft.com/office/drawing/2014/main" id="{CBA2428D-2B3D-98AD-8E0F-2468463F9389}"/>
              </a:ext>
            </a:extLst>
          </p:cNvPr>
          <p:cNvSpPr txBox="1"/>
          <p:nvPr/>
        </p:nvSpPr>
        <p:spPr>
          <a:xfrm>
            <a:off x="1084328" y="2281094"/>
            <a:ext cx="10774092" cy="6221960"/>
          </a:xfrm>
          <a:prstGeom prst="rect">
            <a:avLst/>
          </a:prstGeom>
          <a:noFill/>
        </p:spPr>
        <p:txBody>
          <a:bodyPr wrap="square" rtlCol="0">
            <a:spAutoFit/>
          </a:bodyPr>
          <a:lstStyle/>
          <a:p>
            <a:r>
              <a:rPr lang="en-US" sz="1457"/>
              <a:t>Input data:</a:t>
            </a:r>
          </a:p>
          <a:p>
            <a:r>
              <a:rPr lang="en-US" sz="1214" err="1"/>
              <a:t>load_redistribution</a:t>
            </a:r>
            <a:r>
              <a:rPr lang="en-US" sz="1214"/>
              <a:t>, </a:t>
            </a:r>
            <a:r>
              <a:rPr lang="en-US" sz="1214" err="1"/>
              <a:t>overlap_info</a:t>
            </a:r>
            <a:r>
              <a:rPr lang="en-US" sz="1214"/>
              <a:t>  → pre-computed and stored in pre-process </a:t>
            </a:r>
            <a:r>
              <a:rPr lang="en-US" sz="1214" err="1"/>
              <a:t>json</a:t>
            </a:r>
            <a:r>
              <a:rPr lang="en-US" sz="1214"/>
              <a:t> file</a:t>
            </a:r>
          </a:p>
          <a:p>
            <a:r>
              <a:rPr lang="en-US" sz="1214" err="1"/>
              <a:t>load_redistribution_verdict</a:t>
            </a:r>
            <a:r>
              <a:rPr lang="en-US" sz="1214"/>
              <a:t>, </a:t>
            </a:r>
            <a:r>
              <a:rPr lang="en-US" sz="1214" err="1"/>
              <a:t>per_backup_overload_risk</a:t>
            </a:r>
            <a:r>
              <a:rPr lang="en-US" sz="1214"/>
              <a:t>→ stored in stage 1 output file</a:t>
            </a:r>
          </a:p>
          <a:p>
            <a:r>
              <a:rPr lang="en-US" sz="1214"/>
              <a:t>All images</a:t>
            </a:r>
          </a:p>
          <a:p>
            <a:endParaRPr lang="en-US" sz="1457"/>
          </a:p>
          <a:p>
            <a:r>
              <a:rPr lang="en-US" sz="1457"/>
              <a:t>Output:</a:t>
            </a:r>
          </a:p>
          <a:p>
            <a:r>
              <a:rPr lang="en-US" sz="1214" b="1" err="1"/>
              <a:t>geographic_character</a:t>
            </a:r>
            <a:r>
              <a:rPr lang="en-US" sz="1214" b="1"/>
              <a:t>: </a:t>
            </a:r>
            <a:r>
              <a:rPr lang="en-US" sz="1214"/>
              <a:t>Agent determines from real map: urban/suburban/rural/mixed based on visible building density, road patterns, open space.</a:t>
            </a:r>
          </a:p>
          <a:p>
            <a:r>
              <a:rPr lang="en-US" sz="1214" b="1" err="1"/>
              <a:t>impact_zones</a:t>
            </a:r>
            <a:r>
              <a:rPr lang="en-US" sz="1214"/>
              <a:t> Each zone identified by agent from correlating RSRP image with real map. Every field in each zone:</a:t>
            </a:r>
          </a:p>
          <a:p>
            <a:pPr lvl="1"/>
            <a:r>
              <a:rPr lang="en-US" sz="1214" err="1"/>
              <a:t>signal_condition</a:t>
            </a:r>
            <a:r>
              <a:rPr lang="en-US" sz="1214"/>
              <a:t>: agent maps RSRP to strong/moderate/weak/</a:t>
            </a:r>
            <a:r>
              <a:rPr lang="en-US" sz="1214" err="1"/>
              <a:t>very_weak</a:t>
            </a:r>
            <a:r>
              <a:rPr lang="en-US" sz="1214"/>
              <a:t> using thresholds from REFERENCE THRESHOLDS</a:t>
            </a:r>
          </a:p>
          <a:p>
            <a:pPr lvl="1"/>
            <a:r>
              <a:rPr lang="en-US" sz="1214" err="1"/>
              <a:t>sinr_regime</a:t>
            </a:r>
            <a:r>
              <a:rPr lang="en-US" sz="1214"/>
              <a:t>: agent reads from SINR map which zone is </a:t>
            </a:r>
            <a:r>
              <a:rPr lang="en-US" sz="1214" err="1"/>
              <a:t>noise_limited</a:t>
            </a:r>
            <a:r>
              <a:rPr lang="en-US" sz="1214"/>
              <a:t>/</a:t>
            </a:r>
            <a:r>
              <a:rPr lang="en-US" sz="1214" err="1"/>
              <a:t>interference_limited</a:t>
            </a:r>
            <a:r>
              <a:rPr lang="en-US" sz="1214"/>
              <a:t> (check the environment noise and if the back up is strong)</a:t>
            </a:r>
          </a:p>
          <a:p>
            <a:pPr lvl="1"/>
            <a:r>
              <a:rPr lang="en-US" sz="1214" err="1"/>
              <a:t>land_use</a:t>
            </a:r>
            <a:r>
              <a:rPr lang="en-US" sz="1214"/>
              <a:t>: agent identifies from real map — hospital/commercial/residential/road/industrial/forest/water/uncertain</a:t>
            </a:r>
          </a:p>
          <a:p>
            <a:pPr lvl="1"/>
            <a:r>
              <a:rPr lang="en-US" sz="1214" err="1"/>
              <a:t>is_critical_infrastructure</a:t>
            </a:r>
            <a:r>
              <a:rPr lang="en-US" sz="1214"/>
              <a:t>: agent flags if </a:t>
            </a:r>
            <a:r>
              <a:rPr lang="en-US" sz="1214" err="1"/>
              <a:t>land_use</a:t>
            </a:r>
            <a:r>
              <a:rPr lang="en-US" sz="1214"/>
              <a:t> is hospital/emergency/transit hub</a:t>
            </a:r>
          </a:p>
          <a:p>
            <a:pPr lvl="1"/>
            <a:r>
              <a:rPr lang="en-US" sz="1214" err="1"/>
              <a:t>impact_severity</a:t>
            </a:r>
            <a:r>
              <a:rPr lang="en-US" sz="1214"/>
              <a:t>: agent combines signal + SINR + </a:t>
            </a:r>
            <a:r>
              <a:rPr lang="en-US" sz="1214" err="1"/>
              <a:t>land_use</a:t>
            </a:r>
            <a:r>
              <a:rPr lang="en-US" sz="1214"/>
              <a:t> + load:</a:t>
            </a:r>
          </a:p>
          <a:p>
            <a:r>
              <a:rPr lang="en-US" sz="1214" b="1" err="1"/>
              <a:t>coverage_hole_geographic_assessment</a:t>
            </a:r>
            <a:r>
              <a:rPr lang="en-US" sz="1214" b="1"/>
              <a:t>:</a:t>
            </a:r>
          </a:p>
          <a:p>
            <a:pPr lvl="1"/>
            <a:r>
              <a:rPr lang="en-US" sz="1214"/>
              <a:t>"</a:t>
            </a:r>
            <a:r>
              <a:rPr lang="en-US" sz="1214" err="1"/>
              <a:t>hole_fraction</a:t>
            </a:r>
            <a:r>
              <a:rPr lang="en-US" sz="1214"/>
              <a:t>": 0.1154,</a:t>
            </a:r>
          </a:p>
          <a:p>
            <a:pPr lvl="1"/>
            <a:r>
              <a:rPr lang="en-US" sz="1214"/>
              <a:t>"</a:t>
            </a:r>
            <a:r>
              <a:rPr lang="en-US" sz="1214" err="1"/>
              <a:t>hole_location_description</a:t>
            </a:r>
            <a:r>
              <a:rPr lang="en-US" sz="1214"/>
              <a:t>": "Grey pixels visible at the S/SW fringe of the USID_00 RSRP image, just outside and partially overlapping the southern edge of the yellow dominance boundary. These 3 pixels represent the southernmost portion of USID_00's dominant area where none of the five neighbor USIDs (USID_27 NW, USID_29 ESE, USID_41 S, USID_37 SE, USID_31 S) extend sufficient signal.",</a:t>
            </a:r>
          </a:p>
          <a:p>
            <a:pPr lvl="1"/>
            <a:r>
              <a:rPr lang="en-US" sz="1214"/>
              <a:t>"</a:t>
            </a:r>
            <a:r>
              <a:rPr lang="en-US" sz="1214" err="1"/>
              <a:t>land_use_in_hole_area</a:t>
            </a:r>
            <a:r>
              <a:rPr lang="en-US" sz="1214"/>
              <a:t>": "residential",</a:t>
            </a:r>
          </a:p>
          <a:p>
            <a:pPr lvl="1"/>
            <a:r>
              <a:rPr lang="en-US" sz="1214"/>
              <a:t>"</a:t>
            </a:r>
            <a:r>
              <a:rPr lang="en-US" sz="1214" err="1"/>
              <a:t>user_impact_of_holes</a:t>
            </a:r>
            <a:r>
              <a:rPr lang="en-US" sz="1214"/>
              <a:t>": "high”</a:t>
            </a:r>
          </a:p>
          <a:p>
            <a:r>
              <a:rPr lang="en-US" sz="1214" b="1"/>
              <a:t>key_findings_for_stage4</a:t>
            </a:r>
          </a:p>
          <a:p>
            <a:r>
              <a:rPr lang="en-US" sz="972"/>
              <a:t>"The 11.54% coverage hole (3 pixels) is located at the S/SW residential edge of USID_00's boundary — these residents will have no handover target during the 4-hour shutdown window, representing the primary user-facing impact.",</a:t>
            </a:r>
          </a:p>
          <a:p>
            <a:r>
              <a:rPr lang="en-US" sz="972"/>
              <a:t>"88.46% of USID_00's dominant area is covered by backup USIDs with strong signal (all in-zone RSRP &gt; -57 dBm), interference-limited SINR regime, and negligible load impact — impact is negligible for the vast majority of affected users.",</a:t>
            </a:r>
          </a:p>
          <a:p>
            <a:r>
              <a:rPr lang="en-US" sz="972"/>
              <a:t>"No critical infrastructure (hospital, major highway/expressway) was identified in or adjacent to USID_00's dominance area from the real map; there is no critical severity escalation driver.",</a:t>
            </a:r>
          </a:p>
          <a:p>
            <a:r>
              <a:rPr lang="en-US" sz="972"/>
              <a:t>"The suburban residential character throughout the target area means </a:t>
            </a:r>
            <a:r>
              <a:rPr lang="en-US" sz="972" err="1"/>
              <a:t>user_relevance</a:t>
            </a:r>
            <a:r>
              <a:rPr lang="en-US" sz="972"/>
              <a:t> is uniformly high — all residents in the 11.54% hole area will experience complete coverage loss, while the remaining 88.46% will experience a transparent handover.",</a:t>
            </a:r>
          </a:p>
          <a:p>
            <a:r>
              <a:rPr lang="en-US" sz="972"/>
              <a:t>"The predominantly interference-limited SINR regime (69.2% low SINR) within the target area means backup signals were already competitive pre-outage, confirming the </a:t>
            </a:r>
            <a:r>
              <a:rPr lang="en-US" sz="972" err="1"/>
              <a:t>mostly_mild</a:t>
            </a:r>
            <a:r>
              <a:rPr lang="en-US" sz="972"/>
              <a:t> impact character for covered zones."</a:t>
            </a:r>
          </a:p>
          <a:p>
            <a:pPr lvl="1"/>
            <a:endParaRPr lang="en-US" sz="1214" b="1"/>
          </a:p>
          <a:p>
            <a:endParaRPr lang="en-US" sz="1214" b="1"/>
          </a:p>
          <a:p>
            <a:endParaRPr lang="en-US" sz="1214"/>
          </a:p>
          <a:p>
            <a:endParaRPr lang="en-US" sz="1214"/>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04636-533C-D768-C640-EE994C774370}"/>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CABD566B-0902-21A3-0139-EFF8A35B3AB0}"/>
              </a:ext>
            </a:extLst>
          </p:cNvPr>
          <p:cNvSpPr/>
          <p:nvPr/>
        </p:nvSpPr>
        <p:spPr>
          <a:xfrm>
            <a:off x="849090" y="991963"/>
            <a:ext cx="11103394" cy="1040946"/>
          </a:xfrm>
          <a:prstGeom prst="rect">
            <a:avLst/>
          </a:prstGeom>
          <a:solidFill>
            <a:srgbClr val="111827"/>
          </a:solidFill>
          <a:ln/>
        </p:spPr>
        <p:txBody>
          <a:bodyPr/>
          <a:lstStyle/>
          <a:p>
            <a:endParaRPr lang="en-US" sz="2184"/>
          </a:p>
        </p:txBody>
      </p:sp>
      <p:sp>
        <p:nvSpPr>
          <p:cNvPr id="4" name="Text 1">
            <a:extLst>
              <a:ext uri="{FF2B5EF4-FFF2-40B4-BE49-F238E27FC236}">
                <a16:creationId xmlns:a16="http://schemas.microsoft.com/office/drawing/2014/main" id="{971BBFA5-2701-2456-4DDC-8FA841B86D2F}"/>
              </a:ext>
            </a:extLst>
          </p:cNvPr>
          <p:cNvSpPr/>
          <p:nvPr/>
        </p:nvSpPr>
        <p:spPr>
          <a:xfrm>
            <a:off x="1369561" y="1338947"/>
            <a:ext cx="5507918" cy="1018036"/>
          </a:xfrm>
          <a:prstGeom prst="rect">
            <a:avLst/>
          </a:prstGeom>
          <a:noFill/>
          <a:ln/>
        </p:spPr>
        <p:txBody>
          <a:bodyPr wrap="none" lIns="0" tIns="0" rIns="0" bIns="0" rtlCol="0" anchor="t">
            <a:spAutoFit/>
          </a:bodyPr>
          <a:lstStyle/>
          <a:p>
            <a:pPr>
              <a:lnSpc>
                <a:spcPts val="2672"/>
              </a:lnSpc>
            </a:pPr>
            <a:r>
              <a:rPr lang="en-US" sz="1945" b="1">
                <a:solidFill>
                  <a:srgbClr val="F3F4F6"/>
                </a:solidFill>
                <a:latin typeface="Montserrat" pitchFamily="34" charset="0"/>
                <a:ea typeface="Montserrat" pitchFamily="34" charset="-122"/>
                <a:cs typeface="Montserrat" pitchFamily="34" charset="-120"/>
              </a:rPr>
              <a:t>Stage 4: </a:t>
            </a:r>
            <a:r>
              <a:rPr lang="en-US" sz="1945" b="1">
                <a:solidFill>
                  <a:srgbClr val="F3F4F6"/>
                </a:solidFill>
                <a:latin typeface="Montserrat" pitchFamily="34" charset="0"/>
              </a:rPr>
              <a:t>FINAL INTEGRATED ASSESSMENT</a:t>
            </a:r>
          </a:p>
          <a:p>
            <a:pPr>
              <a:lnSpc>
                <a:spcPts val="2672"/>
              </a:lnSpc>
            </a:pPr>
            <a:endParaRPr lang="en-US" sz="1945" b="1">
              <a:solidFill>
                <a:srgbClr val="F3F4F6"/>
              </a:solidFill>
              <a:latin typeface="Montserrat" pitchFamily="34" charset="0"/>
            </a:endParaRPr>
          </a:p>
          <a:p>
            <a:pPr>
              <a:lnSpc>
                <a:spcPts val="2672"/>
              </a:lnSpc>
            </a:pPr>
            <a:endParaRPr lang="en-US" sz="1945"/>
          </a:p>
        </p:txBody>
      </p:sp>
      <p:sp>
        <p:nvSpPr>
          <p:cNvPr id="21" name="TextBox 20">
            <a:extLst>
              <a:ext uri="{FF2B5EF4-FFF2-40B4-BE49-F238E27FC236}">
                <a16:creationId xmlns:a16="http://schemas.microsoft.com/office/drawing/2014/main" id="{45042850-F447-36F3-8101-6D7EC0BAF185}"/>
              </a:ext>
            </a:extLst>
          </p:cNvPr>
          <p:cNvSpPr txBox="1"/>
          <p:nvPr/>
        </p:nvSpPr>
        <p:spPr>
          <a:xfrm>
            <a:off x="1084328" y="2281092"/>
            <a:ext cx="10774092" cy="3717171"/>
          </a:xfrm>
          <a:prstGeom prst="rect">
            <a:avLst/>
          </a:prstGeom>
          <a:noFill/>
        </p:spPr>
        <p:txBody>
          <a:bodyPr wrap="square" rtlCol="0">
            <a:spAutoFit/>
          </a:bodyPr>
          <a:lstStyle/>
          <a:p>
            <a:r>
              <a:rPr lang="en-US" sz="1457"/>
              <a:t>Input data:</a:t>
            </a:r>
          </a:p>
          <a:p>
            <a:r>
              <a:rPr lang="en-US" sz="1214"/>
              <a:t>stage1_coverage_load.json → full Stage 1 output </a:t>
            </a:r>
          </a:p>
          <a:p>
            <a:r>
              <a:rPr lang="en-US" sz="1214"/>
              <a:t>stage2_attribute_config.json → full Stage 2 output </a:t>
            </a:r>
          </a:p>
          <a:p>
            <a:r>
              <a:rPr lang="en-US" sz="1214"/>
              <a:t>stage3_geographic.json → full Stage 3 output </a:t>
            </a:r>
          </a:p>
          <a:p>
            <a:r>
              <a:rPr lang="en-US" sz="1214" err="1"/>
              <a:t>shutdown_start</a:t>
            </a:r>
            <a:r>
              <a:rPr lang="en-US" sz="1214"/>
              <a:t>, </a:t>
            </a:r>
            <a:r>
              <a:rPr lang="en-US" sz="1214" err="1"/>
              <a:t>shutdown_end</a:t>
            </a:r>
            <a:r>
              <a:rPr lang="en-US" sz="1214"/>
              <a:t> → from user input</a:t>
            </a:r>
          </a:p>
          <a:p>
            <a:r>
              <a:rPr lang="en-US" sz="1457"/>
              <a:t>Output:</a:t>
            </a:r>
          </a:p>
          <a:p>
            <a:r>
              <a:rPr lang="en-US" sz="1214" b="1" err="1"/>
              <a:t>user_impact_level</a:t>
            </a:r>
            <a:r>
              <a:rPr lang="en-US" sz="1214" b="1"/>
              <a:t> (1-4)</a:t>
            </a:r>
            <a:r>
              <a:rPr lang="en-US" sz="1214"/>
              <a:t> Agent determines from all stage inputs applying hard constraints:</a:t>
            </a:r>
          </a:p>
          <a:p>
            <a:r>
              <a:rPr lang="en-US" sz="1214"/>
              <a:t>Level 1 (Minimal): holes &lt; 5%, no critical infra, adequate backup, low load </a:t>
            </a:r>
          </a:p>
          <a:p>
            <a:r>
              <a:rPr lang="en-US" sz="1214"/>
              <a:t>Level 2 (Noticeable): holes 5-20% OR partial backup OR medium load </a:t>
            </a:r>
          </a:p>
          <a:p>
            <a:r>
              <a:rPr lang="en-US" sz="1214"/>
              <a:t>Level 3 (Significant): holes &gt; 20% OR critical infra OR high load </a:t>
            </a:r>
          </a:p>
          <a:p>
            <a:r>
              <a:rPr lang="en-US" sz="1214"/>
              <a:t>Level 4 (Severe): multiple: large holes + critical infra + overloaded backups</a:t>
            </a:r>
          </a:p>
          <a:p>
            <a:r>
              <a:rPr lang="en-US" sz="1214" b="1" err="1"/>
              <a:t>impact_breakdown</a:t>
            </a:r>
            <a:r>
              <a:rPr lang="en-US" sz="1214" b="1"/>
              <a:t> fields</a:t>
            </a:r>
            <a:r>
              <a:rPr lang="en-US" sz="1214"/>
              <a:t> Agent splits the overall impact into four risk dimensions:</a:t>
            </a:r>
          </a:p>
          <a:p>
            <a:r>
              <a:rPr lang="en-US" sz="1214" err="1"/>
              <a:t>radio_degradation_risk</a:t>
            </a:r>
            <a:r>
              <a:rPr lang="en-US" sz="1214"/>
              <a:t>: driven by coverage holes and RSRP quality drop</a:t>
            </a:r>
          </a:p>
          <a:p>
            <a:r>
              <a:rPr lang="en-US" sz="1214" err="1"/>
              <a:t>service_degradation_risk</a:t>
            </a:r>
            <a:r>
              <a:rPr lang="en-US" sz="1214"/>
              <a:t>: driven by throughput impact and SINR regime</a:t>
            </a:r>
          </a:p>
          <a:p>
            <a:r>
              <a:rPr lang="en-US" sz="1214" err="1"/>
              <a:t>user_facing_impact_risk</a:t>
            </a:r>
            <a:r>
              <a:rPr lang="en-US" sz="1214"/>
              <a:t>: driven by geographic land use relevance</a:t>
            </a:r>
          </a:p>
          <a:p>
            <a:r>
              <a:rPr lang="en-US" sz="1214" err="1"/>
              <a:t>load_redistribution_risk</a:t>
            </a:r>
            <a:r>
              <a:rPr lang="en-US" sz="1214"/>
              <a:t>: driven by overload risk of backups</a:t>
            </a:r>
          </a:p>
          <a:p>
            <a:r>
              <a:rPr lang="en-US" sz="1214"/>
              <a:t>5g_downgrade_risk: from Stage 2 flag</a:t>
            </a:r>
          </a:p>
          <a:p>
            <a:endParaRPr lang="en-US" sz="1214"/>
          </a:p>
          <a:p>
            <a:endParaRPr lang="en-US" sz="1214"/>
          </a:p>
        </p:txBody>
      </p:sp>
    </p:spTree>
    <p:extLst>
      <p:ext uri="{BB962C8B-B14F-4D97-AF65-F5344CB8AC3E}">
        <p14:creationId xmlns:p14="http://schemas.microsoft.com/office/powerpoint/2010/main" val="8113468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F4B00-C131-FC43-30C8-EAFC166F38E9}"/>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336AF259-3451-7D6F-CA0D-2A7DAE619656}"/>
              </a:ext>
            </a:extLst>
          </p:cNvPr>
          <p:cNvSpPr/>
          <p:nvPr/>
        </p:nvSpPr>
        <p:spPr>
          <a:xfrm>
            <a:off x="849090" y="991963"/>
            <a:ext cx="11103394" cy="1040946"/>
          </a:xfrm>
          <a:prstGeom prst="rect">
            <a:avLst/>
          </a:prstGeom>
          <a:solidFill>
            <a:srgbClr val="111827"/>
          </a:solidFill>
          <a:ln/>
        </p:spPr>
        <p:txBody>
          <a:bodyPr/>
          <a:lstStyle/>
          <a:p>
            <a:endParaRPr lang="en-US" sz="2184"/>
          </a:p>
        </p:txBody>
      </p:sp>
      <p:sp>
        <p:nvSpPr>
          <p:cNvPr id="4" name="Text 1">
            <a:extLst>
              <a:ext uri="{FF2B5EF4-FFF2-40B4-BE49-F238E27FC236}">
                <a16:creationId xmlns:a16="http://schemas.microsoft.com/office/drawing/2014/main" id="{35DFCFC8-B27A-F20B-78E9-A43337F9F80F}"/>
              </a:ext>
            </a:extLst>
          </p:cNvPr>
          <p:cNvSpPr/>
          <p:nvPr/>
        </p:nvSpPr>
        <p:spPr>
          <a:xfrm>
            <a:off x="1369560" y="1338947"/>
            <a:ext cx="5485476" cy="1018036"/>
          </a:xfrm>
          <a:prstGeom prst="rect">
            <a:avLst/>
          </a:prstGeom>
          <a:noFill/>
          <a:ln/>
        </p:spPr>
        <p:txBody>
          <a:bodyPr wrap="none" lIns="0" tIns="0" rIns="0" bIns="0" rtlCol="0" anchor="t">
            <a:spAutoFit/>
          </a:bodyPr>
          <a:lstStyle/>
          <a:p>
            <a:pPr>
              <a:lnSpc>
                <a:spcPts val="2672"/>
              </a:lnSpc>
            </a:pPr>
            <a:r>
              <a:rPr lang="en-US" sz="1945" b="1">
                <a:solidFill>
                  <a:srgbClr val="F3F4F6"/>
                </a:solidFill>
                <a:latin typeface="Montserrat" pitchFamily="34" charset="0"/>
                <a:ea typeface="Montserrat" pitchFamily="34" charset="-122"/>
                <a:cs typeface="Montserrat" pitchFamily="34" charset="-120"/>
              </a:rPr>
              <a:t>Stage 5: </a:t>
            </a:r>
            <a:r>
              <a:rPr lang="en-US" sz="1945" b="1">
                <a:solidFill>
                  <a:srgbClr val="F3F4F6"/>
                </a:solidFill>
                <a:latin typeface="Montserrat" pitchFamily="34" charset="0"/>
              </a:rPr>
              <a:t>FINAL INTEGRATED ASSESSMENT</a:t>
            </a:r>
          </a:p>
          <a:p>
            <a:pPr>
              <a:lnSpc>
                <a:spcPts val="2672"/>
              </a:lnSpc>
            </a:pPr>
            <a:endParaRPr lang="en-US" sz="1945" b="1">
              <a:solidFill>
                <a:srgbClr val="F3F4F6"/>
              </a:solidFill>
              <a:latin typeface="Montserrat" pitchFamily="34" charset="0"/>
            </a:endParaRPr>
          </a:p>
          <a:p>
            <a:pPr>
              <a:lnSpc>
                <a:spcPts val="2672"/>
              </a:lnSpc>
            </a:pPr>
            <a:endParaRPr lang="en-US" sz="1945"/>
          </a:p>
        </p:txBody>
      </p:sp>
      <p:sp>
        <p:nvSpPr>
          <p:cNvPr id="5" name="TextBox 4">
            <a:extLst>
              <a:ext uri="{FF2B5EF4-FFF2-40B4-BE49-F238E27FC236}">
                <a16:creationId xmlns:a16="http://schemas.microsoft.com/office/drawing/2014/main" id="{C98CA215-5588-6274-4BD9-0AC3BF461A1E}"/>
              </a:ext>
            </a:extLst>
          </p:cNvPr>
          <p:cNvSpPr txBox="1"/>
          <p:nvPr/>
        </p:nvSpPr>
        <p:spPr>
          <a:xfrm>
            <a:off x="1294657" y="3521364"/>
            <a:ext cx="9848629" cy="1960793"/>
          </a:xfrm>
          <a:prstGeom prst="rect">
            <a:avLst/>
          </a:prstGeom>
          <a:noFill/>
        </p:spPr>
        <p:txBody>
          <a:bodyPr wrap="square">
            <a:spAutoFit/>
          </a:bodyPr>
          <a:lstStyle/>
          <a:p>
            <a:pPr>
              <a:buNone/>
            </a:pPr>
            <a:r>
              <a:rPr lang="en-US" sz="1214" b="1"/>
              <a:t>Output:</a:t>
            </a:r>
          </a:p>
          <a:p>
            <a:pPr>
              <a:buNone/>
            </a:pPr>
            <a:endParaRPr lang="en-US" sz="1214" b="1"/>
          </a:p>
          <a:p>
            <a:pPr>
              <a:buNone/>
            </a:pPr>
            <a:r>
              <a:rPr lang="en-US" sz="1214" b="1"/>
              <a:t>V1-V4 (coverage role checks)</a:t>
            </a:r>
            <a:r>
              <a:rPr lang="en-US" sz="1214"/>
              <a:t> Deterministic comparisons against preprocessing ground truth with tolerance bands — e.g. V2 checks </a:t>
            </a:r>
            <a:r>
              <a:rPr lang="en-US" sz="1214">
                <a:latin typeface="Courier New" panose="02070309020205020404" pitchFamily="49" charset="0"/>
              </a:rPr>
              <a:t>|</a:t>
            </a:r>
            <a:r>
              <a:rPr lang="en-US" sz="1214" err="1">
                <a:latin typeface="Courier New" panose="02070309020205020404" pitchFamily="49" charset="0"/>
              </a:rPr>
              <a:t>cited_fraction</a:t>
            </a:r>
            <a:r>
              <a:rPr lang="en-US" sz="1214">
                <a:latin typeface="Courier New" panose="02070309020205020404" pitchFamily="49" charset="0"/>
              </a:rPr>
              <a:t> - </a:t>
            </a:r>
            <a:r>
              <a:rPr lang="en-US" sz="1214" err="1">
                <a:latin typeface="Courier New" panose="02070309020205020404" pitchFamily="49" charset="0"/>
              </a:rPr>
              <a:t>precomputed_fraction</a:t>
            </a:r>
            <a:r>
              <a:rPr lang="en-US" sz="1214">
                <a:latin typeface="Courier New" panose="02070309020205020404" pitchFamily="49" charset="0"/>
              </a:rPr>
              <a:t>| ≤ 0.01</a:t>
            </a:r>
            <a:r>
              <a:rPr lang="en-US" sz="1214"/>
              <a:t>.</a:t>
            </a:r>
          </a:p>
          <a:p>
            <a:pPr>
              <a:buNone/>
            </a:pPr>
            <a:r>
              <a:rPr lang="en-US" sz="1214" b="1"/>
              <a:t>V5-V8 (load redistribution checks)</a:t>
            </a:r>
            <a:r>
              <a:rPr lang="en-US" sz="1214"/>
              <a:t> V7 is the most important: checks that </a:t>
            </a:r>
            <a:r>
              <a:rPr lang="en-US" sz="1214" err="1">
                <a:latin typeface="Courier New" panose="02070309020205020404" pitchFamily="49" charset="0"/>
              </a:rPr>
              <a:t>overload_risk</a:t>
            </a:r>
            <a:r>
              <a:rPr lang="en-US" sz="1214"/>
              <a:t> labels exactly match the load factor thresholds defined in preprocessing. If agent cited "medium" but </a:t>
            </a:r>
            <a:r>
              <a:rPr lang="en-US" sz="1214" err="1"/>
              <a:t>load_factor</a:t>
            </a:r>
            <a:r>
              <a:rPr lang="en-US" sz="1214"/>
              <a:t>=0.82 (which should be "high"), V7 FAILs.</a:t>
            </a:r>
          </a:p>
          <a:p>
            <a:pPr>
              <a:buNone/>
            </a:pPr>
            <a:r>
              <a:rPr lang="en-US" sz="1214" b="1"/>
              <a:t>V9-V10 (capacity checks)</a:t>
            </a:r>
            <a:r>
              <a:rPr lang="en-US" sz="1214"/>
              <a:t> V9 checks capacity scores within ±0.5 of precomputed values. V10 checks tower type matches height rules exactly.</a:t>
            </a:r>
          </a:p>
          <a:p>
            <a:pPr>
              <a:buNone/>
            </a:pPr>
            <a:r>
              <a:rPr lang="en-US" sz="1214" b="1"/>
              <a:t>V11-V14 (constraint checks)</a:t>
            </a:r>
            <a:r>
              <a:rPr lang="en-US" sz="1214"/>
              <a:t> Verifies each hard constraint was applied correctly in Stage 4 when it should have been triggered.</a:t>
            </a:r>
          </a:p>
          <a:p>
            <a:pPr>
              <a:buNone/>
            </a:pPr>
            <a:r>
              <a:rPr lang="en-US" sz="1214" b="1"/>
              <a:t>V15 (consistency check)</a:t>
            </a:r>
            <a:r>
              <a:rPr lang="en-US" sz="1214"/>
              <a:t> Subjective — agent judges whether Stage 4 level is consistent with Stage 1 + Stage 3 combined evidence. The only non-deterministic check in Stage 5.</a:t>
            </a:r>
          </a:p>
        </p:txBody>
      </p:sp>
      <p:sp>
        <p:nvSpPr>
          <p:cNvPr id="6" name="TextBox 5">
            <a:extLst>
              <a:ext uri="{FF2B5EF4-FFF2-40B4-BE49-F238E27FC236}">
                <a16:creationId xmlns:a16="http://schemas.microsoft.com/office/drawing/2014/main" id="{A4695908-2B36-F45D-9395-5E402ACDFC1C}"/>
              </a:ext>
            </a:extLst>
          </p:cNvPr>
          <p:cNvSpPr txBox="1"/>
          <p:nvPr/>
        </p:nvSpPr>
        <p:spPr>
          <a:xfrm>
            <a:off x="1294657" y="2160486"/>
            <a:ext cx="9848629" cy="1213409"/>
          </a:xfrm>
          <a:prstGeom prst="rect">
            <a:avLst/>
          </a:prstGeom>
          <a:noFill/>
        </p:spPr>
        <p:txBody>
          <a:bodyPr wrap="square">
            <a:spAutoFit/>
          </a:bodyPr>
          <a:lstStyle/>
          <a:p>
            <a:pPr>
              <a:buNone/>
            </a:pPr>
            <a:r>
              <a:rPr lang="en-US" sz="1214" b="1"/>
              <a:t>Input:</a:t>
            </a:r>
          </a:p>
          <a:p>
            <a:pPr>
              <a:buNone/>
            </a:pPr>
            <a:r>
              <a:rPr lang="en-US" sz="1214" err="1"/>
              <a:t>preprocessing_stats.json</a:t>
            </a:r>
            <a:r>
              <a:rPr lang="en-US" sz="1214"/>
              <a:t> → ground truth for all numeric checks </a:t>
            </a:r>
          </a:p>
          <a:p>
            <a:pPr>
              <a:buNone/>
            </a:pPr>
            <a:r>
              <a:rPr lang="en-US" sz="1214"/>
              <a:t>stage1_coverage_load.json </a:t>
            </a:r>
          </a:p>
          <a:p>
            <a:pPr>
              <a:buNone/>
            </a:pPr>
            <a:r>
              <a:rPr lang="en-US" sz="1214"/>
              <a:t>stage2_attribute_config.json </a:t>
            </a:r>
          </a:p>
          <a:p>
            <a:pPr>
              <a:buNone/>
            </a:pPr>
            <a:r>
              <a:rPr lang="en-US" sz="1214"/>
              <a:t>stage3_geographic.json </a:t>
            </a:r>
          </a:p>
          <a:p>
            <a:pPr>
              <a:buNone/>
            </a:pPr>
            <a:r>
              <a:rPr lang="en-US" sz="1214"/>
              <a:t>stage4_final_USID_XX.json</a:t>
            </a:r>
            <a:endParaRPr lang="en-US" sz="1214" b="1"/>
          </a:p>
        </p:txBody>
      </p:sp>
    </p:spTree>
    <p:extLst>
      <p:ext uri="{BB962C8B-B14F-4D97-AF65-F5344CB8AC3E}">
        <p14:creationId xmlns:p14="http://schemas.microsoft.com/office/powerpoint/2010/main" val="34508077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F9351-FB6D-E47D-C9EF-C16E20DCB5A8}"/>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39BF94DF-9047-7D94-F1F9-29D1AF911201}"/>
              </a:ext>
            </a:extLst>
          </p:cNvPr>
          <p:cNvSpPr/>
          <p:nvPr/>
        </p:nvSpPr>
        <p:spPr>
          <a:xfrm>
            <a:off x="849090" y="991963"/>
            <a:ext cx="11103394" cy="1040946"/>
          </a:xfrm>
          <a:prstGeom prst="rect">
            <a:avLst/>
          </a:prstGeom>
          <a:solidFill>
            <a:srgbClr val="111827"/>
          </a:solidFill>
          <a:ln/>
        </p:spPr>
        <p:txBody>
          <a:bodyPr/>
          <a:lstStyle/>
          <a:p>
            <a:endParaRPr lang="en-US" sz="2184"/>
          </a:p>
        </p:txBody>
      </p:sp>
      <p:sp>
        <p:nvSpPr>
          <p:cNvPr id="4" name="Text 1">
            <a:extLst>
              <a:ext uri="{FF2B5EF4-FFF2-40B4-BE49-F238E27FC236}">
                <a16:creationId xmlns:a16="http://schemas.microsoft.com/office/drawing/2014/main" id="{49BA0DAC-DF12-C238-9216-0AE71725F2C5}"/>
              </a:ext>
            </a:extLst>
          </p:cNvPr>
          <p:cNvSpPr/>
          <p:nvPr/>
        </p:nvSpPr>
        <p:spPr>
          <a:xfrm>
            <a:off x="1369561" y="1338947"/>
            <a:ext cx="1949252" cy="1018036"/>
          </a:xfrm>
          <a:prstGeom prst="rect">
            <a:avLst/>
          </a:prstGeom>
          <a:noFill/>
          <a:ln/>
        </p:spPr>
        <p:txBody>
          <a:bodyPr wrap="none" lIns="0" tIns="0" rIns="0" bIns="0" rtlCol="0" anchor="t">
            <a:spAutoFit/>
          </a:bodyPr>
          <a:lstStyle/>
          <a:p>
            <a:pPr>
              <a:lnSpc>
                <a:spcPts val="2672"/>
              </a:lnSpc>
            </a:pPr>
            <a:r>
              <a:rPr lang="en-US" sz="1945" b="1">
                <a:solidFill>
                  <a:srgbClr val="F3F4F6"/>
                </a:solidFill>
                <a:latin typeface="Montserrat" pitchFamily="34" charset="0"/>
              </a:rPr>
              <a:t>FINAL</a:t>
            </a:r>
            <a:r>
              <a:rPr lang="zh-CN" altLang="en-US" sz="1945" b="1">
                <a:solidFill>
                  <a:srgbClr val="F3F4F6"/>
                </a:solidFill>
                <a:latin typeface="Montserrat" pitchFamily="34" charset="0"/>
              </a:rPr>
              <a:t> </a:t>
            </a:r>
            <a:r>
              <a:rPr lang="en-US" altLang="zh-CN" sz="1945" b="1">
                <a:solidFill>
                  <a:srgbClr val="F3F4F6"/>
                </a:solidFill>
                <a:latin typeface="Montserrat" pitchFamily="34" charset="0"/>
              </a:rPr>
              <a:t>OUTPUT</a:t>
            </a:r>
            <a:endParaRPr lang="en-US" sz="1945" b="1">
              <a:solidFill>
                <a:srgbClr val="F3F4F6"/>
              </a:solidFill>
              <a:latin typeface="Montserrat" pitchFamily="34" charset="0"/>
            </a:endParaRPr>
          </a:p>
          <a:p>
            <a:pPr>
              <a:lnSpc>
                <a:spcPts val="2672"/>
              </a:lnSpc>
            </a:pPr>
            <a:endParaRPr lang="en-US" sz="1945" b="1">
              <a:solidFill>
                <a:srgbClr val="F3F4F6"/>
              </a:solidFill>
              <a:latin typeface="Montserrat" pitchFamily="34" charset="0"/>
            </a:endParaRPr>
          </a:p>
          <a:p>
            <a:pPr>
              <a:lnSpc>
                <a:spcPts val="2672"/>
              </a:lnSpc>
            </a:pPr>
            <a:endParaRPr lang="en-US" sz="1945"/>
          </a:p>
        </p:txBody>
      </p:sp>
      <p:pic>
        <p:nvPicPr>
          <p:cNvPr id="2" name="Picture 1">
            <a:extLst>
              <a:ext uri="{FF2B5EF4-FFF2-40B4-BE49-F238E27FC236}">
                <a16:creationId xmlns:a16="http://schemas.microsoft.com/office/drawing/2014/main" id="{43D89F37-F824-BB12-4C60-9BFC33524686}"/>
              </a:ext>
            </a:extLst>
          </p:cNvPr>
          <p:cNvPicPr>
            <a:picLocks noChangeAspect="1"/>
          </p:cNvPicPr>
          <p:nvPr/>
        </p:nvPicPr>
        <p:blipFill>
          <a:blip r:embed="rId3"/>
          <a:stretch>
            <a:fillRect/>
          </a:stretch>
        </p:blipFill>
        <p:spPr>
          <a:xfrm>
            <a:off x="2561651" y="2267941"/>
            <a:ext cx="6409274" cy="4622718"/>
          </a:xfrm>
          <a:prstGeom prst="rect">
            <a:avLst/>
          </a:prstGeom>
        </p:spPr>
      </p:pic>
    </p:spTree>
    <p:extLst>
      <p:ext uri="{BB962C8B-B14F-4D97-AF65-F5344CB8AC3E}">
        <p14:creationId xmlns:p14="http://schemas.microsoft.com/office/powerpoint/2010/main" val="1164584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2D70B-6DAA-F8C5-F226-A9610407DF00}"/>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B26ACB68-5DDC-2B2B-8688-B221461D00B9}"/>
              </a:ext>
            </a:extLst>
          </p:cNvPr>
          <p:cNvSpPr/>
          <p:nvPr/>
        </p:nvSpPr>
        <p:spPr>
          <a:xfrm>
            <a:off x="849090" y="991963"/>
            <a:ext cx="11103394" cy="1040946"/>
          </a:xfrm>
          <a:prstGeom prst="rect">
            <a:avLst/>
          </a:prstGeom>
          <a:solidFill>
            <a:srgbClr val="111827"/>
          </a:solidFill>
          <a:ln/>
        </p:spPr>
        <p:txBody>
          <a:bodyPr/>
          <a:lstStyle/>
          <a:p>
            <a:endParaRPr lang="en-US" sz="2184"/>
          </a:p>
        </p:txBody>
      </p:sp>
      <p:sp>
        <p:nvSpPr>
          <p:cNvPr id="4" name="Text 1">
            <a:extLst>
              <a:ext uri="{FF2B5EF4-FFF2-40B4-BE49-F238E27FC236}">
                <a16:creationId xmlns:a16="http://schemas.microsoft.com/office/drawing/2014/main" id="{B9109097-517B-B60E-54B2-352664B9016C}"/>
              </a:ext>
            </a:extLst>
          </p:cNvPr>
          <p:cNvSpPr/>
          <p:nvPr/>
        </p:nvSpPr>
        <p:spPr>
          <a:xfrm>
            <a:off x="1369561" y="1338948"/>
            <a:ext cx="3518592" cy="324641"/>
          </a:xfrm>
          <a:prstGeom prst="rect">
            <a:avLst/>
          </a:prstGeom>
          <a:noFill/>
          <a:ln/>
        </p:spPr>
        <p:txBody>
          <a:bodyPr wrap="none" lIns="0" tIns="0" rIns="0" bIns="0" rtlCol="0" anchor="t">
            <a:spAutoFit/>
          </a:bodyPr>
          <a:lstStyle/>
          <a:p>
            <a:pPr>
              <a:lnSpc>
                <a:spcPts val="2672"/>
              </a:lnSpc>
            </a:pPr>
            <a:r>
              <a:rPr lang="en-US" sz="1945" b="1">
                <a:solidFill>
                  <a:srgbClr val="F3F4F6"/>
                </a:solidFill>
                <a:latin typeface="Montserrat" pitchFamily="34" charset="0"/>
                <a:ea typeface="Montserrat" pitchFamily="34" charset="-122"/>
                <a:cs typeface="Montserrat" pitchFamily="34" charset="-120"/>
              </a:rPr>
              <a:t>Stage0: Local Pre-process  </a:t>
            </a:r>
            <a:endParaRPr lang="en-US" sz="1945"/>
          </a:p>
        </p:txBody>
      </p:sp>
      <p:sp>
        <p:nvSpPr>
          <p:cNvPr id="13" name="TextBox 12">
            <a:extLst>
              <a:ext uri="{FF2B5EF4-FFF2-40B4-BE49-F238E27FC236}">
                <a16:creationId xmlns:a16="http://schemas.microsoft.com/office/drawing/2014/main" id="{ED47425D-6311-FD4C-7F97-CFCD618142D4}"/>
              </a:ext>
            </a:extLst>
          </p:cNvPr>
          <p:cNvSpPr txBox="1"/>
          <p:nvPr/>
        </p:nvSpPr>
        <p:spPr>
          <a:xfrm>
            <a:off x="1112561" y="2526061"/>
            <a:ext cx="3980298" cy="652679"/>
          </a:xfrm>
          <a:prstGeom prst="rect">
            <a:avLst/>
          </a:prstGeom>
          <a:noFill/>
        </p:spPr>
        <p:txBody>
          <a:bodyPr wrap="square" rtlCol="0">
            <a:spAutoFit/>
          </a:bodyPr>
          <a:lstStyle/>
          <a:p>
            <a:r>
              <a:rPr lang="en-US" sz="2184"/>
              <a:t>Input data:</a:t>
            </a:r>
          </a:p>
          <a:p>
            <a:r>
              <a:rPr lang="en-US" sz="1457"/>
              <a:t>Rhea data </a:t>
            </a:r>
            <a:r>
              <a:rPr lang="en-US" sz="1457" err="1"/>
              <a:t>json</a:t>
            </a:r>
            <a:r>
              <a:rPr lang="en-US" sz="1457"/>
              <a:t> file, Attribute, real map</a:t>
            </a:r>
          </a:p>
        </p:txBody>
      </p:sp>
      <p:pic>
        <p:nvPicPr>
          <p:cNvPr id="14" name="Picture 13">
            <a:extLst>
              <a:ext uri="{FF2B5EF4-FFF2-40B4-BE49-F238E27FC236}">
                <a16:creationId xmlns:a16="http://schemas.microsoft.com/office/drawing/2014/main" id="{AE009CF4-7A6E-9D66-FCFC-BED0384C553D}"/>
              </a:ext>
            </a:extLst>
          </p:cNvPr>
          <p:cNvPicPr>
            <a:picLocks noChangeAspect="1"/>
          </p:cNvPicPr>
          <p:nvPr/>
        </p:nvPicPr>
        <p:blipFill>
          <a:blip r:embed="rId3"/>
          <a:stretch>
            <a:fillRect/>
          </a:stretch>
        </p:blipFill>
        <p:spPr>
          <a:xfrm>
            <a:off x="1112562" y="3198771"/>
            <a:ext cx="1506282" cy="3243414"/>
          </a:xfrm>
          <a:prstGeom prst="rect">
            <a:avLst/>
          </a:prstGeom>
        </p:spPr>
      </p:pic>
      <p:sp>
        <p:nvSpPr>
          <p:cNvPr id="15" name="TextBox 14">
            <a:extLst>
              <a:ext uri="{FF2B5EF4-FFF2-40B4-BE49-F238E27FC236}">
                <a16:creationId xmlns:a16="http://schemas.microsoft.com/office/drawing/2014/main" id="{783F5048-1028-1DBB-D6EE-0672F7044440}"/>
              </a:ext>
            </a:extLst>
          </p:cNvPr>
          <p:cNvSpPr txBox="1"/>
          <p:nvPr/>
        </p:nvSpPr>
        <p:spPr>
          <a:xfrm>
            <a:off x="5092854" y="2862417"/>
            <a:ext cx="6539730" cy="3007298"/>
          </a:xfrm>
          <a:prstGeom prst="rect">
            <a:avLst/>
          </a:prstGeom>
          <a:noFill/>
        </p:spPr>
        <p:txBody>
          <a:bodyPr wrap="square" rtlCol="0">
            <a:spAutoFit/>
          </a:bodyPr>
          <a:lstStyle/>
          <a:p>
            <a:r>
              <a:rPr lang="en-US" sz="1457"/>
              <a:t>Output:</a:t>
            </a:r>
          </a:p>
          <a:p>
            <a:pPr marL="277597" indent="-277597">
              <a:buAutoNum type="arabicPeriod"/>
            </a:pPr>
            <a:r>
              <a:rPr lang="en-US" sz="1457" err="1"/>
              <a:t>Rsrp</a:t>
            </a:r>
            <a:r>
              <a:rPr lang="en-US" sz="1457"/>
              <a:t> pictures (only draw the target USID and its neighbors)</a:t>
            </a:r>
          </a:p>
          <a:p>
            <a:pPr marL="277597" indent="-277597">
              <a:buAutoNum type="arabicPeriod"/>
            </a:pPr>
            <a:r>
              <a:rPr lang="en-US" sz="1457"/>
              <a:t>Dominant pictures: draw all USID’s dominance area in one picture without color difference, and draw the colored dominance area picture for the target USID and its neighbors.</a:t>
            </a:r>
          </a:p>
          <a:p>
            <a:pPr marL="277597" indent="-277597">
              <a:buAutoNum type="arabicPeriod"/>
            </a:pPr>
            <a:r>
              <a:rPr lang="en-US" sz="1457"/>
              <a:t>Json file that include information that is not inside the RSRP pictures:</a:t>
            </a:r>
          </a:p>
          <a:p>
            <a:pPr marL="832789" lvl="1" indent="-277597">
              <a:buAutoNum type="arabicPeriod"/>
            </a:pPr>
            <a:r>
              <a:rPr lang="en-US" sz="1457"/>
              <a:t>The dominance coverage size percentage for every USID, the </a:t>
            </a:r>
            <a:r>
              <a:rPr lang="en-US" sz="1457" err="1"/>
              <a:t>rsrp</a:t>
            </a:r>
            <a:r>
              <a:rPr lang="en-US" sz="1457"/>
              <a:t> strength statistics for every USID, the overlapping percentage</a:t>
            </a:r>
          </a:p>
          <a:p>
            <a:pPr marL="832789" lvl="1" indent="-277597">
              <a:buAutoNum type="arabicPeriod"/>
            </a:pPr>
            <a:r>
              <a:rPr lang="en-US" sz="1457"/>
              <a:t>Capacity score (calculate from the attribute, can be adjust), frequency count, tower height..</a:t>
            </a:r>
          </a:p>
          <a:p>
            <a:pPr marL="832789" lvl="1" indent="-277597">
              <a:buAutoNum type="arabicPeriod"/>
            </a:pPr>
            <a:r>
              <a:rPr lang="en-US" sz="1457"/>
              <a:t>Load redistribution analysis: each back up USID will take how many area (before and after shut down); will the back up USID have heavy load after target USID shut down.</a:t>
            </a:r>
          </a:p>
        </p:txBody>
      </p:sp>
    </p:spTree>
    <p:extLst>
      <p:ext uri="{BB962C8B-B14F-4D97-AF65-F5344CB8AC3E}">
        <p14:creationId xmlns:p14="http://schemas.microsoft.com/office/powerpoint/2010/main" val="10214559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0"/>
          <p:cNvSpPr/>
          <p:nvPr/>
        </p:nvSpPr>
        <p:spPr>
          <a:xfrm>
            <a:off x="849090" y="991963"/>
            <a:ext cx="11103394" cy="1040946"/>
          </a:xfrm>
          <a:prstGeom prst="rect">
            <a:avLst/>
          </a:prstGeom>
          <a:solidFill>
            <a:srgbClr val="111827"/>
          </a:solidFill>
          <a:ln/>
        </p:spPr>
        <p:txBody>
          <a:bodyPr/>
          <a:lstStyle/>
          <a:p>
            <a:endParaRPr lang="en-US" sz="2184"/>
          </a:p>
        </p:txBody>
      </p:sp>
      <p:sp>
        <p:nvSpPr>
          <p:cNvPr id="4" name="Text 1"/>
          <p:cNvSpPr/>
          <p:nvPr/>
        </p:nvSpPr>
        <p:spPr>
          <a:xfrm>
            <a:off x="1369562" y="1338948"/>
            <a:ext cx="6575518" cy="324641"/>
          </a:xfrm>
          <a:prstGeom prst="rect">
            <a:avLst/>
          </a:prstGeom>
          <a:noFill/>
          <a:ln/>
        </p:spPr>
        <p:txBody>
          <a:bodyPr wrap="none" lIns="0" tIns="0" rIns="0" bIns="0" rtlCol="0" anchor="t">
            <a:spAutoFit/>
          </a:bodyPr>
          <a:lstStyle/>
          <a:p>
            <a:pPr>
              <a:lnSpc>
                <a:spcPts val="2672"/>
              </a:lnSpc>
            </a:pPr>
            <a:r>
              <a:rPr lang="en-US" sz="1945" b="1">
                <a:solidFill>
                  <a:srgbClr val="F3F4F6"/>
                </a:solidFill>
                <a:latin typeface="Montserrat" pitchFamily="34" charset="0"/>
                <a:ea typeface="Montserrat" pitchFamily="34" charset="-122"/>
                <a:cs typeface="Montserrat" pitchFamily="34" charset="-120"/>
              </a:rPr>
              <a:t>Stage 1: Coverage and Load redistribution analysis</a:t>
            </a:r>
            <a:endParaRPr lang="en-US" sz="1945"/>
          </a:p>
        </p:txBody>
      </p:sp>
      <p:sp>
        <p:nvSpPr>
          <p:cNvPr id="13" name="TextBox 12">
            <a:extLst>
              <a:ext uri="{FF2B5EF4-FFF2-40B4-BE49-F238E27FC236}">
                <a16:creationId xmlns:a16="http://schemas.microsoft.com/office/drawing/2014/main" id="{BBECAD4F-B526-77CD-4742-6CEF831C5423}"/>
              </a:ext>
            </a:extLst>
          </p:cNvPr>
          <p:cNvSpPr txBox="1"/>
          <p:nvPr/>
        </p:nvSpPr>
        <p:spPr>
          <a:xfrm>
            <a:off x="1507768" y="2059924"/>
            <a:ext cx="5758728" cy="3400546"/>
          </a:xfrm>
          <a:prstGeom prst="rect">
            <a:avLst/>
          </a:prstGeom>
          <a:noFill/>
        </p:spPr>
        <p:txBody>
          <a:bodyPr wrap="square" rtlCol="0">
            <a:spAutoFit/>
          </a:bodyPr>
          <a:lstStyle/>
          <a:p>
            <a:r>
              <a:rPr lang="en-US" sz="1579"/>
              <a:t>Output:</a:t>
            </a:r>
          </a:p>
          <a:p>
            <a:r>
              <a:rPr lang="en-US" sz="1579"/>
              <a:t>1.Target USID and its neighbors description: </a:t>
            </a:r>
          </a:p>
          <a:p>
            <a:r>
              <a:rPr lang="en-US" sz="1214"/>
              <a:t>role: </a:t>
            </a:r>
            <a:r>
              <a:rPr lang="en-US" sz="1214" err="1"/>
              <a:t>dominance_fraction</a:t>
            </a:r>
            <a:r>
              <a:rPr lang="en-US" sz="1214"/>
              <a:t> &gt; 30%: dominant-anchor, 10-30%: strong-supporting</a:t>
            </a:r>
          </a:p>
          <a:p>
            <a:r>
              <a:rPr lang="en-US" sz="1214"/>
              <a:t>3-10%: local supporting, &lt;3%: </a:t>
            </a:r>
            <a:r>
              <a:rPr lang="en-US" sz="1214" err="1"/>
              <a:t>edge_limited</a:t>
            </a:r>
            <a:endParaRPr lang="en-US" sz="1214"/>
          </a:p>
          <a:p>
            <a:endParaRPr lang="en-US" sz="1214"/>
          </a:p>
          <a:p>
            <a:r>
              <a:rPr lang="en-US" sz="1214"/>
              <a:t>Role confidence: </a:t>
            </a:r>
          </a:p>
          <a:p>
            <a:r>
              <a:rPr lang="en-US" sz="1214"/>
              <a:t>Confidence = high if </a:t>
            </a:r>
            <a:r>
              <a:rPr lang="en-US" sz="1214" err="1"/>
              <a:t>dom_frac</a:t>
            </a:r>
            <a:r>
              <a:rPr lang="en-US" sz="1214"/>
              <a:t> &gt;= 0.15 AND rsrp_p50 &gt;= -90 dBm</a:t>
            </a:r>
          </a:p>
          <a:p>
            <a:r>
              <a:rPr lang="en-US" sz="1214"/>
              <a:t>Confidence = low if </a:t>
            </a:r>
            <a:r>
              <a:rPr lang="en-US" sz="1214" err="1"/>
              <a:t>dom_frac</a:t>
            </a:r>
            <a:r>
              <a:rPr lang="en-US" sz="1214"/>
              <a:t> &lt; 0.05 OR rsrp_p50 &lt; -100 dBm</a:t>
            </a:r>
            <a:endParaRPr lang="en-US" sz="1579"/>
          </a:p>
          <a:p>
            <a:endParaRPr lang="en-US" sz="1579"/>
          </a:p>
          <a:p>
            <a:endParaRPr lang="en-US" sz="1579"/>
          </a:p>
          <a:p>
            <a:endParaRPr lang="en-US" sz="1579"/>
          </a:p>
          <a:p>
            <a:endParaRPr lang="en-US" sz="1579"/>
          </a:p>
          <a:p>
            <a:endParaRPr lang="en-US" sz="1579"/>
          </a:p>
          <a:p>
            <a:endParaRPr lang="en-US" sz="1579"/>
          </a:p>
          <a:p>
            <a:r>
              <a:rPr lang="en-US" sz="1579"/>
              <a:t>2.target USID coverage analysis: </a:t>
            </a:r>
          </a:p>
        </p:txBody>
      </p:sp>
      <p:pic>
        <p:nvPicPr>
          <p:cNvPr id="14" name="Picture 13">
            <a:extLst>
              <a:ext uri="{FF2B5EF4-FFF2-40B4-BE49-F238E27FC236}">
                <a16:creationId xmlns:a16="http://schemas.microsoft.com/office/drawing/2014/main" id="{49A77677-2B09-D517-8EFC-A07B84211C4C}"/>
              </a:ext>
            </a:extLst>
          </p:cNvPr>
          <p:cNvPicPr>
            <a:picLocks noChangeAspect="1"/>
          </p:cNvPicPr>
          <p:nvPr/>
        </p:nvPicPr>
        <p:blipFill>
          <a:blip r:embed="rId3"/>
          <a:stretch>
            <a:fillRect/>
          </a:stretch>
        </p:blipFill>
        <p:spPr>
          <a:xfrm>
            <a:off x="1228718" y="3777183"/>
            <a:ext cx="5649054" cy="1209495"/>
          </a:xfrm>
          <a:prstGeom prst="rect">
            <a:avLst/>
          </a:prstGeom>
        </p:spPr>
      </p:pic>
      <p:pic>
        <p:nvPicPr>
          <p:cNvPr id="15" name="Picture 14">
            <a:extLst>
              <a:ext uri="{FF2B5EF4-FFF2-40B4-BE49-F238E27FC236}">
                <a16:creationId xmlns:a16="http://schemas.microsoft.com/office/drawing/2014/main" id="{EF7D3CD8-161E-7C2B-98FD-10DAD9D62626}"/>
              </a:ext>
            </a:extLst>
          </p:cNvPr>
          <p:cNvPicPr>
            <a:picLocks noChangeAspect="1"/>
          </p:cNvPicPr>
          <p:nvPr/>
        </p:nvPicPr>
        <p:blipFill>
          <a:blip r:embed="rId4"/>
          <a:stretch>
            <a:fillRect/>
          </a:stretch>
        </p:blipFill>
        <p:spPr>
          <a:xfrm>
            <a:off x="1180047" y="5481623"/>
            <a:ext cx="5551714" cy="1040946"/>
          </a:xfrm>
          <a:prstGeom prst="rect">
            <a:avLst/>
          </a:prstGeom>
        </p:spPr>
      </p:pic>
      <p:sp>
        <p:nvSpPr>
          <p:cNvPr id="16" name="TextBox 15">
            <a:extLst>
              <a:ext uri="{FF2B5EF4-FFF2-40B4-BE49-F238E27FC236}">
                <a16:creationId xmlns:a16="http://schemas.microsoft.com/office/drawing/2014/main" id="{B7FFC27F-6095-25B2-F345-FC87B8069F30}"/>
              </a:ext>
            </a:extLst>
          </p:cNvPr>
          <p:cNvSpPr txBox="1"/>
          <p:nvPr/>
        </p:nvSpPr>
        <p:spPr>
          <a:xfrm>
            <a:off x="7370523" y="2511358"/>
            <a:ext cx="3368634" cy="540789"/>
          </a:xfrm>
          <a:prstGeom prst="rect">
            <a:avLst/>
          </a:prstGeom>
          <a:noFill/>
        </p:spPr>
        <p:txBody>
          <a:bodyPr wrap="square" rtlCol="0">
            <a:spAutoFit/>
          </a:bodyPr>
          <a:lstStyle/>
          <a:p>
            <a:r>
              <a:rPr lang="en-US" sz="1457"/>
              <a:t>3. Back up USID analysis</a:t>
            </a:r>
          </a:p>
          <a:p>
            <a:endParaRPr lang="en-US" sz="1457"/>
          </a:p>
        </p:txBody>
      </p:sp>
      <p:pic>
        <p:nvPicPr>
          <p:cNvPr id="18" name="Picture 17">
            <a:extLst>
              <a:ext uri="{FF2B5EF4-FFF2-40B4-BE49-F238E27FC236}">
                <a16:creationId xmlns:a16="http://schemas.microsoft.com/office/drawing/2014/main" id="{B996C2EB-A977-B809-D657-91C6E6E4E7BD}"/>
              </a:ext>
            </a:extLst>
          </p:cNvPr>
          <p:cNvPicPr>
            <a:picLocks noChangeAspect="1"/>
          </p:cNvPicPr>
          <p:nvPr/>
        </p:nvPicPr>
        <p:blipFill>
          <a:blip r:embed="rId5"/>
          <a:stretch>
            <a:fillRect/>
          </a:stretch>
        </p:blipFill>
        <p:spPr>
          <a:xfrm>
            <a:off x="7380421" y="2838748"/>
            <a:ext cx="4434090" cy="1955407"/>
          </a:xfrm>
          <a:prstGeom prst="rect">
            <a:avLst/>
          </a:prstGeom>
        </p:spPr>
      </p:pic>
      <p:sp>
        <p:nvSpPr>
          <p:cNvPr id="19" name="TextBox 18">
            <a:extLst>
              <a:ext uri="{FF2B5EF4-FFF2-40B4-BE49-F238E27FC236}">
                <a16:creationId xmlns:a16="http://schemas.microsoft.com/office/drawing/2014/main" id="{1EA6BDBF-2002-400A-E746-07E3C897A4CF}"/>
              </a:ext>
            </a:extLst>
          </p:cNvPr>
          <p:cNvSpPr txBox="1"/>
          <p:nvPr/>
        </p:nvSpPr>
        <p:spPr>
          <a:xfrm>
            <a:off x="7380418" y="4878165"/>
            <a:ext cx="4289808" cy="1624484"/>
          </a:xfrm>
          <a:prstGeom prst="rect">
            <a:avLst/>
          </a:prstGeom>
          <a:noFill/>
        </p:spPr>
        <p:txBody>
          <a:bodyPr wrap="square" rtlCol="0">
            <a:spAutoFit/>
          </a:bodyPr>
          <a:lstStyle/>
          <a:p>
            <a:r>
              <a:rPr lang="en-US" sz="1457"/>
              <a:t>Handover quality:</a:t>
            </a:r>
          </a:p>
          <a:p>
            <a:r>
              <a:rPr lang="en-US" sz="1214"/>
              <a:t>Calculate the absorbed pixels that </a:t>
            </a:r>
            <a:r>
              <a:rPr lang="en-US" sz="1214" err="1"/>
              <a:t>rsrp</a:t>
            </a:r>
            <a:r>
              <a:rPr lang="en-US" sz="1214"/>
              <a:t> &gt;-90dmb percentage</a:t>
            </a:r>
          </a:p>
          <a:p>
            <a:endParaRPr lang="en-US" sz="1214"/>
          </a:p>
          <a:p>
            <a:r>
              <a:rPr lang="en-US" sz="1214" err="1"/>
              <a:t>Sinr_regime_impact_note</a:t>
            </a:r>
            <a:r>
              <a:rPr lang="en-US" sz="1214"/>
              <a:t>: RSRP gaps between the backup USID and the target USID</a:t>
            </a:r>
          </a:p>
          <a:p>
            <a:endParaRPr lang="en-US" sz="1214"/>
          </a:p>
          <a:p>
            <a:r>
              <a:rPr lang="en-US" sz="1214" err="1"/>
              <a:t>Post_outage_load_factor</a:t>
            </a:r>
            <a:r>
              <a:rPr lang="en-US" sz="1214"/>
              <a:t>: the overload possibility (now estimated by the original pixels and pixels after shut down)</a:t>
            </a:r>
          </a:p>
        </p:txBody>
      </p:sp>
      <p:sp>
        <p:nvSpPr>
          <p:cNvPr id="21" name="TextBox 20">
            <a:extLst>
              <a:ext uri="{FF2B5EF4-FFF2-40B4-BE49-F238E27FC236}">
                <a16:creationId xmlns:a16="http://schemas.microsoft.com/office/drawing/2014/main" id="{1893EF6B-0E24-0071-495D-1F423300A436}"/>
              </a:ext>
            </a:extLst>
          </p:cNvPr>
          <p:cNvSpPr txBox="1"/>
          <p:nvPr/>
        </p:nvSpPr>
        <p:spPr>
          <a:xfrm>
            <a:off x="1228717" y="6469437"/>
            <a:ext cx="5551714" cy="807593"/>
          </a:xfrm>
          <a:prstGeom prst="rect">
            <a:avLst/>
          </a:prstGeom>
          <a:noFill/>
        </p:spPr>
        <p:txBody>
          <a:bodyPr wrap="square">
            <a:spAutoFit/>
          </a:bodyPr>
          <a:lstStyle/>
          <a:p>
            <a:pPr>
              <a:lnSpc>
                <a:spcPts val="1914"/>
              </a:lnSpc>
            </a:pPr>
            <a:r>
              <a:rPr lang="en-US" sz="1336"/>
              <a:t>if </a:t>
            </a:r>
            <a:r>
              <a:rPr lang="en-US" sz="1336" err="1"/>
              <a:t>high_sinr_frac</a:t>
            </a:r>
            <a:r>
              <a:rPr lang="en-US" sz="1336"/>
              <a:t> &gt; 0.5: </a:t>
            </a:r>
            <a:r>
              <a:rPr lang="en-US" sz="1336" err="1"/>
              <a:t>impact_regime</a:t>
            </a:r>
            <a:r>
              <a:rPr lang="en-US" sz="1336"/>
              <a:t> = "</a:t>
            </a:r>
            <a:r>
              <a:rPr lang="en-US" sz="1336" err="1"/>
              <a:t>mostly_severe</a:t>
            </a:r>
            <a:r>
              <a:rPr lang="en-US" sz="1336"/>
              <a:t>"</a:t>
            </a:r>
          </a:p>
          <a:p>
            <a:pPr>
              <a:lnSpc>
                <a:spcPts val="1914"/>
              </a:lnSpc>
            </a:pPr>
            <a:r>
              <a:rPr lang="en-US" sz="1336" err="1"/>
              <a:t>elif</a:t>
            </a:r>
            <a:r>
              <a:rPr lang="en-US" sz="1336"/>
              <a:t> </a:t>
            </a:r>
            <a:r>
              <a:rPr lang="en-US" sz="1336" err="1"/>
              <a:t>low_sinr_frac</a:t>
            </a:r>
            <a:r>
              <a:rPr lang="en-US" sz="1336"/>
              <a:t> &gt; 0.5: </a:t>
            </a:r>
            <a:r>
              <a:rPr lang="en-US" sz="1336" err="1"/>
              <a:t>impact_regime</a:t>
            </a:r>
            <a:r>
              <a:rPr lang="en-US" sz="1336"/>
              <a:t> = "</a:t>
            </a:r>
            <a:r>
              <a:rPr lang="en-US" sz="1336" err="1"/>
              <a:t>mostly_mild</a:t>
            </a:r>
            <a:r>
              <a:rPr lang="en-US" sz="1336"/>
              <a:t>"</a:t>
            </a:r>
          </a:p>
          <a:p>
            <a:pPr>
              <a:lnSpc>
                <a:spcPts val="1914"/>
              </a:lnSpc>
            </a:pPr>
            <a:r>
              <a:rPr lang="en-US" sz="1336"/>
              <a:t>else: </a:t>
            </a:r>
            <a:r>
              <a:rPr lang="en-US" sz="1336" err="1"/>
              <a:t>impact_regime</a:t>
            </a:r>
            <a:r>
              <a:rPr lang="en-US" sz="1336"/>
              <a:t> = "mixed"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Shape 0"/>
          <p:cNvSpPr/>
          <p:nvPr/>
        </p:nvSpPr>
        <p:spPr>
          <a:xfrm>
            <a:off x="849088" y="991963"/>
            <a:ext cx="11103429" cy="1040946"/>
          </a:xfrm>
          <a:prstGeom prst="rect">
            <a:avLst/>
          </a:prstGeom>
          <a:solidFill>
            <a:srgbClr val="111827"/>
          </a:solidFill>
          <a:ln/>
        </p:spPr>
        <p:txBody>
          <a:bodyPr/>
          <a:lstStyle/>
          <a:p>
            <a:endParaRPr lang="en-US" sz="2184"/>
          </a:p>
        </p:txBody>
      </p:sp>
      <p:sp>
        <p:nvSpPr>
          <p:cNvPr id="4" name="Text 1"/>
          <p:cNvSpPr/>
          <p:nvPr/>
        </p:nvSpPr>
        <p:spPr>
          <a:xfrm>
            <a:off x="1369563" y="1338948"/>
            <a:ext cx="4666342" cy="324641"/>
          </a:xfrm>
          <a:prstGeom prst="rect">
            <a:avLst/>
          </a:prstGeom>
          <a:noFill/>
          <a:ln/>
        </p:spPr>
        <p:txBody>
          <a:bodyPr wrap="none" lIns="0" tIns="0" rIns="0" bIns="0" rtlCol="0" anchor="t">
            <a:spAutoFit/>
          </a:bodyPr>
          <a:lstStyle/>
          <a:p>
            <a:pPr>
              <a:lnSpc>
                <a:spcPts val="2672"/>
              </a:lnSpc>
            </a:pPr>
            <a:r>
              <a:rPr lang="en-US" sz="1945" b="1">
                <a:solidFill>
                  <a:srgbClr val="F3F4F6"/>
                </a:solidFill>
                <a:latin typeface="Montserrat" pitchFamily="34" charset="0"/>
                <a:ea typeface="Montserrat" pitchFamily="34" charset="-122"/>
                <a:cs typeface="Montserrat" pitchFamily="34" charset="-120"/>
              </a:rPr>
              <a:t>Stage 2: USID ATTRIBUTE ANALYSIS</a:t>
            </a:r>
            <a:endParaRPr lang="en-US" sz="1945"/>
          </a:p>
        </p:txBody>
      </p:sp>
      <p:sp>
        <p:nvSpPr>
          <p:cNvPr id="7" name="TextBox 6">
            <a:extLst>
              <a:ext uri="{FF2B5EF4-FFF2-40B4-BE49-F238E27FC236}">
                <a16:creationId xmlns:a16="http://schemas.microsoft.com/office/drawing/2014/main" id="{AD5C1921-2C90-E212-3E4D-1F8F8E00ECE0}"/>
              </a:ext>
            </a:extLst>
          </p:cNvPr>
          <p:cNvSpPr txBox="1"/>
          <p:nvPr/>
        </p:nvSpPr>
        <p:spPr>
          <a:xfrm>
            <a:off x="1545403" y="2403415"/>
            <a:ext cx="8224066" cy="3007298"/>
          </a:xfrm>
          <a:prstGeom prst="rect">
            <a:avLst/>
          </a:prstGeom>
          <a:noFill/>
        </p:spPr>
        <p:txBody>
          <a:bodyPr wrap="square" rtlCol="0">
            <a:spAutoFit/>
          </a:bodyPr>
          <a:lstStyle/>
          <a:p>
            <a:r>
              <a:rPr lang="en-US" sz="1457"/>
              <a:t>Output:</a:t>
            </a:r>
          </a:p>
          <a:p>
            <a:r>
              <a:rPr lang="en-US" sz="1457"/>
              <a:t>1. From preprocess </a:t>
            </a:r>
            <a:r>
              <a:rPr lang="en-US" sz="1457" err="1"/>
              <a:t>json</a:t>
            </a:r>
            <a:r>
              <a:rPr lang="en-US" sz="1457"/>
              <a:t> file:</a:t>
            </a:r>
          </a:p>
          <a:p>
            <a:pPr marL="832789" lvl="1" indent="-277597">
              <a:buAutoNum type="arabicPeriod"/>
            </a:pPr>
            <a:r>
              <a:rPr lang="en-US" sz="1457"/>
              <a:t>Capacity score (from preprocess part, need to be determined later)</a:t>
            </a:r>
          </a:p>
          <a:p>
            <a:pPr marL="1110386" lvl="3"/>
            <a:r>
              <a:rPr lang="en-US" sz="1457"/>
              <a:t>(4G_cells × W4G + 5G_cells × W5G) × (1 + BAND_BONUS × </a:t>
            </a:r>
            <a:r>
              <a:rPr lang="en-US" sz="1457" err="1"/>
              <a:t>active_bands</a:t>
            </a:r>
            <a:r>
              <a:rPr lang="en-US" sz="1457"/>
              <a:t>)</a:t>
            </a:r>
          </a:p>
          <a:p>
            <a:pPr marL="1943175" lvl="3" indent="-277597">
              <a:buAutoNum type="arabicPeriod"/>
            </a:pPr>
            <a:endParaRPr lang="en-US" sz="1457"/>
          </a:p>
          <a:p>
            <a:pPr marL="832789" lvl="1" indent="-277597">
              <a:buAutoNum type="arabicPeriod"/>
            </a:pPr>
            <a:r>
              <a:rPr lang="en-US" sz="1457"/>
              <a:t>Tower type: depends on the tower height:</a:t>
            </a:r>
          </a:p>
          <a:p>
            <a:pPr lvl="2"/>
            <a:r>
              <a:rPr lang="en-US" sz="1457"/>
              <a:t>if height &lt; 25: </a:t>
            </a:r>
            <a:r>
              <a:rPr lang="en-US" sz="1457" err="1"/>
              <a:t>tower_type</a:t>
            </a:r>
            <a:r>
              <a:rPr lang="en-US" sz="1457"/>
              <a:t> = "micro"</a:t>
            </a:r>
          </a:p>
          <a:p>
            <a:pPr lvl="2"/>
            <a:r>
              <a:rPr lang="en-US" sz="1457" err="1"/>
              <a:t>elif</a:t>
            </a:r>
            <a:r>
              <a:rPr lang="en-US" sz="1457"/>
              <a:t> height &lt;= 45: </a:t>
            </a:r>
            <a:r>
              <a:rPr lang="en-US" sz="1457" err="1"/>
              <a:t>tower_type</a:t>
            </a:r>
            <a:r>
              <a:rPr lang="en-US" sz="1457"/>
              <a:t> = "macro"</a:t>
            </a:r>
          </a:p>
          <a:p>
            <a:pPr lvl="2"/>
            <a:r>
              <a:rPr lang="en-US" sz="1457"/>
              <a:t>else: </a:t>
            </a:r>
            <a:r>
              <a:rPr lang="en-US" sz="1457" err="1"/>
              <a:t>tower_type</a:t>
            </a:r>
            <a:r>
              <a:rPr lang="en-US" sz="1457"/>
              <a:t> = "</a:t>
            </a:r>
            <a:r>
              <a:rPr lang="en-US" sz="1457" err="1"/>
              <a:t>tall_macro</a:t>
            </a:r>
            <a:endParaRPr lang="en-US" sz="1457"/>
          </a:p>
          <a:p>
            <a:pPr lvl="1"/>
            <a:r>
              <a:rPr lang="en-US" sz="1457"/>
              <a:t>……</a:t>
            </a:r>
          </a:p>
          <a:p>
            <a:r>
              <a:rPr lang="en-US" sz="1457"/>
              <a:t>2. 5g down-grade risk.</a:t>
            </a:r>
          </a:p>
          <a:p>
            <a:pPr lvl="1"/>
            <a:r>
              <a:rPr lang="en-US" sz="1457"/>
              <a:t>If target has 5G_cells &gt; 0 AND primary backup has 5G_cells = 0: flag it</a:t>
            </a:r>
          </a:p>
          <a:p>
            <a:pPr lvl="1"/>
            <a:r>
              <a:rPr lang="en-US" sz="1457"/>
              <a:t>estimate </a:t>
            </a:r>
            <a:r>
              <a:rPr lang="en-US" sz="1457" err="1"/>
              <a:t>affected_fraction</a:t>
            </a:r>
            <a:r>
              <a:rPr lang="en-US" sz="1457"/>
              <a:t> = (target_5G / (target_4G + target_5G)) × </a:t>
            </a:r>
            <a:r>
              <a:rPr lang="en-US" sz="1457" err="1"/>
              <a:t>target_dominant_fraction</a:t>
            </a:r>
            <a:endParaRPr lang="en-US" sz="1457"/>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49088" y="991963"/>
            <a:ext cx="11103429" cy="6245679"/>
          </a:xfrm>
          <a:prstGeom prst="rect">
            <a:avLst/>
          </a:prstGeom>
        </p:spPr>
      </p:pic>
      <p:sp>
        <p:nvSpPr>
          <p:cNvPr id="3" name="Shape 0"/>
          <p:cNvSpPr/>
          <p:nvPr/>
        </p:nvSpPr>
        <p:spPr>
          <a:xfrm>
            <a:off x="849090" y="991963"/>
            <a:ext cx="11103394" cy="1040946"/>
          </a:xfrm>
          <a:prstGeom prst="rect">
            <a:avLst/>
          </a:prstGeom>
          <a:solidFill>
            <a:srgbClr val="111827"/>
          </a:solidFill>
          <a:ln/>
        </p:spPr>
        <p:txBody>
          <a:bodyPr/>
          <a:lstStyle/>
          <a:p>
            <a:endParaRPr lang="en-US" sz="2184"/>
          </a:p>
        </p:txBody>
      </p:sp>
      <p:sp>
        <p:nvSpPr>
          <p:cNvPr id="4" name="Text 1"/>
          <p:cNvSpPr/>
          <p:nvPr/>
        </p:nvSpPr>
        <p:spPr>
          <a:xfrm>
            <a:off x="1369561" y="1338948"/>
            <a:ext cx="1118896" cy="324641"/>
          </a:xfrm>
          <a:prstGeom prst="rect">
            <a:avLst/>
          </a:prstGeom>
          <a:noFill/>
          <a:ln/>
        </p:spPr>
        <p:txBody>
          <a:bodyPr wrap="none" lIns="0" tIns="0" rIns="0" bIns="0" rtlCol="0" anchor="t">
            <a:spAutoFit/>
          </a:bodyPr>
          <a:lstStyle/>
          <a:p>
            <a:pPr>
              <a:lnSpc>
                <a:spcPts val="2672"/>
              </a:lnSpc>
            </a:pPr>
            <a:r>
              <a:rPr lang="en-US" sz="1945" b="1">
                <a:solidFill>
                  <a:srgbClr val="F3F4F6"/>
                </a:solidFill>
                <a:latin typeface="Montserrat" pitchFamily="34" charset="0"/>
                <a:ea typeface="Montserrat" pitchFamily="34" charset="-122"/>
                <a:cs typeface="Montserrat" pitchFamily="34" charset="-120"/>
              </a:rPr>
              <a:t>Stage 4</a:t>
            </a:r>
            <a:r>
              <a:rPr lang="en-US" sz="1945"/>
              <a:t>e</a:t>
            </a:r>
          </a:p>
        </p:txBody>
      </p:sp>
      <p:sp>
        <p:nvSpPr>
          <p:cNvPr id="5" name="Shape 2"/>
          <p:cNvSpPr/>
          <p:nvPr/>
        </p:nvSpPr>
        <p:spPr>
          <a:xfrm>
            <a:off x="1369562" y="2813623"/>
            <a:ext cx="6534819" cy="1358991"/>
          </a:xfrm>
          <a:prstGeom prst="rect">
            <a:avLst/>
          </a:prstGeom>
          <a:solidFill>
            <a:srgbClr val="E5E7EB"/>
          </a:solidFill>
          <a:ln/>
        </p:spPr>
        <p:txBody>
          <a:bodyPr/>
          <a:lstStyle/>
          <a:p>
            <a:endParaRPr lang="en-US" sz="2184"/>
          </a:p>
        </p:txBody>
      </p:sp>
      <p:sp>
        <p:nvSpPr>
          <p:cNvPr id="6" name="Shape 3"/>
          <p:cNvSpPr/>
          <p:nvPr/>
        </p:nvSpPr>
        <p:spPr>
          <a:xfrm>
            <a:off x="1369562" y="2813623"/>
            <a:ext cx="86745" cy="1358991"/>
          </a:xfrm>
          <a:prstGeom prst="rect">
            <a:avLst/>
          </a:prstGeom>
          <a:solidFill>
            <a:srgbClr val="0D9488"/>
          </a:solidFill>
          <a:ln/>
        </p:spPr>
        <p:txBody>
          <a:bodyPr/>
          <a:lstStyle/>
          <a:p>
            <a:endParaRPr lang="en-US" sz="2184"/>
          </a:p>
        </p:txBody>
      </p:sp>
      <p:sp>
        <p:nvSpPr>
          <p:cNvPr id="7" name="Text 4"/>
          <p:cNvSpPr/>
          <p:nvPr/>
        </p:nvSpPr>
        <p:spPr>
          <a:xfrm>
            <a:off x="1543052" y="2987112"/>
            <a:ext cx="1776127" cy="133498"/>
          </a:xfrm>
          <a:prstGeom prst="rect">
            <a:avLst/>
          </a:prstGeom>
          <a:noFill/>
          <a:ln/>
        </p:spPr>
        <p:txBody>
          <a:bodyPr wrap="none" lIns="0" tIns="0" rIns="0" bIns="0" rtlCol="0" anchor="t">
            <a:spAutoFit/>
          </a:bodyPr>
          <a:lstStyle/>
          <a:p>
            <a:pPr>
              <a:lnSpc>
                <a:spcPts val="1093"/>
              </a:lnSpc>
            </a:pPr>
            <a:r>
              <a:rPr lang="en-US" sz="829" b="1">
                <a:solidFill>
                  <a:srgbClr val="111827"/>
                </a:solidFill>
                <a:latin typeface="Montserrat" pitchFamily="34" charset="0"/>
                <a:ea typeface="Montserrat" pitchFamily="34" charset="-122"/>
                <a:cs typeface="Montserrat" pitchFamily="34" charset="-120"/>
              </a:rPr>
              <a:t>DOMINANCE &amp; RSRP SUMMARY</a:t>
            </a:r>
            <a:endParaRPr lang="en-US" sz="829"/>
          </a:p>
        </p:txBody>
      </p:sp>
      <p:sp>
        <p:nvSpPr>
          <p:cNvPr id="8" name="Text 5"/>
          <p:cNvSpPr/>
          <p:nvPr/>
        </p:nvSpPr>
        <p:spPr>
          <a:xfrm>
            <a:off x="1543052" y="3221322"/>
            <a:ext cx="3949799" cy="135550"/>
          </a:xfrm>
          <a:prstGeom prst="rect">
            <a:avLst/>
          </a:prstGeom>
          <a:noFill/>
          <a:ln/>
        </p:spPr>
        <p:txBody>
          <a:bodyPr wrap="none" lIns="0" tIns="0" rIns="0" bIns="0" rtlCol="0" anchor="t">
            <a:spAutoFit/>
          </a:bodyPr>
          <a:lstStyle/>
          <a:p>
            <a:pPr>
              <a:lnSpc>
                <a:spcPts val="1093"/>
              </a:lnSpc>
            </a:pPr>
            <a:r>
              <a:rPr lang="en-US" sz="883">
                <a:solidFill>
                  <a:srgbClr val="374151"/>
                </a:solidFill>
                <a:latin typeface="Open Sans" pitchFamily="34" charset="0"/>
                <a:ea typeface="Open Sans" pitchFamily="34" charset="-122"/>
                <a:cs typeface="Open Sans" pitchFamily="34" charset="-120"/>
              </a:rPr>
              <a:t>High dependence in central sector; limited overlap with neighboring USIDs.</a:t>
            </a:r>
            <a:endParaRPr lang="en-US" sz="883"/>
          </a:p>
        </p:txBody>
      </p:sp>
      <p:sp>
        <p:nvSpPr>
          <p:cNvPr id="9" name="Shape 6"/>
          <p:cNvSpPr/>
          <p:nvPr/>
        </p:nvSpPr>
        <p:spPr>
          <a:xfrm>
            <a:off x="1369562" y="4346103"/>
            <a:ext cx="6534819" cy="1359024"/>
          </a:xfrm>
          <a:prstGeom prst="rect">
            <a:avLst/>
          </a:prstGeom>
          <a:solidFill>
            <a:srgbClr val="E5E7EB"/>
          </a:solidFill>
          <a:ln/>
        </p:spPr>
        <p:txBody>
          <a:bodyPr/>
          <a:lstStyle/>
          <a:p>
            <a:endParaRPr lang="en-US" sz="2184"/>
          </a:p>
        </p:txBody>
      </p:sp>
      <p:sp>
        <p:nvSpPr>
          <p:cNvPr id="10" name="Shape 7"/>
          <p:cNvSpPr/>
          <p:nvPr/>
        </p:nvSpPr>
        <p:spPr>
          <a:xfrm>
            <a:off x="1369562" y="4346103"/>
            <a:ext cx="86745" cy="1359024"/>
          </a:xfrm>
          <a:prstGeom prst="rect">
            <a:avLst/>
          </a:prstGeom>
          <a:solidFill>
            <a:srgbClr val="0D9488"/>
          </a:solidFill>
          <a:ln/>
        </p:spPr>
        <p:txBody>
          <a:bodyPr/>
          <a:lstStyle/>
          <a:p>
            <a:endParaRPr lang="en-US" sz="2184"/>
          </a:p>
        </p:txBody>
      </p:sp>
      <p:sp>
        <p:nvSpPr>
          <p:cNvPr id="11" name="Text 8"/>
          <p:cNvSpPr/>
          <p:nvPr/>
        </p:nvSpPr>
        <p:spPr>
          <a:xfrm>
            <a:off x="1543052" y="4519594"/>
            <a:ext cx="1216680" cy="133498"/>
          </a:xfrm>
          <a:prstGeom prst="rect">
            <a:avLst/>
          </a:prstGeom>
          <a:noFill/>
          <a:ln/>
        </p:spPr>
        <p:txBody>
          <a:bodyPr wrap="none" lIns="0" tIns="0" rIns="0" bIns="0" rtlCol="0" anchor="t">
            <a:spAutoFit/>
          </a:bodyPr>
          <a:lstStyle/>
          <a:p>
            <a:pPr>
              <a:lnSpc>
                <a:spcPts val="1093"/>
              </a:lnSpc>
            </a:pPr>
            <a:r>
              <a:rPr lang="en-US" sz="829" b="1">
                <a:solidFill>
                  <a:srgbClr val="111827"/>
                </a:solidFill>
                <a:latin typeface="Montserrat" pitchFamily="34" charset="0"/>
                <a:ea typeface="Montserrat" pitchFamily="34" charset="-122"/>
                <a:cs typeface="Montserrat" pitchFamily="34" charset="-120"/>
              </a:rPr>
              <a:t>ATTRIBUTE ANALYSIS</a:t>
            </a:r>
            <a:endParaRPr lang="en-US" sz="829"/>
          </a:p>
        </p:txBody>
      </p:sp>
      <p:sp>
        <p:nvSpPr>
          <p:cNvPr id="12" name="Text 9"/>
          <p:cNvSpPr/>
          <p:nvPr/>
        </p:nvSpPr>
        <p:spPr>
          <a:xfrm>
            <a:off x="1543051" y="4753804"/>
            <a:ext cx="4409862" cy="135550"/>
          </a:xfrm>
          <a:prstGeom prst="rect">
            <a:avLst/>
          </a:prstGeom>
          <a:noFill/>
          <a:ln/>
        </p:spPr>
        <p:txBody>
          <a:bodyPr wrap="none" lIns="0" tIns="0" rIns="0" bIns="0" rtlCol="0" anchor="t">
            <a:spAutoFit/>
          </a:bodyPr>
          <a:lstStyle/>
          <a:p>
            <a:pPr>
              <a:lnSpc>
                <a:spcPts val="1093"/>
              </a:lnSpc>
            </a:pPr>
            <a:r>
              <a:rPr lang="en-US" sz="883">
                <a:solidFill>
                  <a:srgbClr val="374151"/>
                </a:solidFill>
                <a:latin typeface="Open Sans" pitchFamily="34" charset="0"/>
                <a:ea typeface="Open Sans" pitchFamily="34" charset="-122"/>
                <a:cs typeface="Open Sans" pitchFamily="34" charset="-120"/>
              </a:rPr>
              <a:t>Macro site; 700MHz/1800MHz bands; Primary coverage role for residential corridor.</a:t>
            </a:r>
            <a:endParaRPr lang="en-US" sz="883"/>
          </a:p>
        </p:txBody>
      </p:sp>
      <p:sp>
        <p:nvSpPr>
          <p:cNvPr id="13" name="Shape 10"/>
          <p:cNvSpPr/>
          <p:nvPr/>
        </p:nvSpPr>
        <p:spPr>
          <a:xfrm>
            <a:off x="1369562" y="5878620"/>
            <a:ext cx="6534819" cy="1359024"/>
          </a:xfrm>
          <a:prstGeom prst="rect">
            <a:avLst/>
          </a:prstGeom>
          <a:solidFill>
            <a:srgbClr val="E5E7EB"/>
          </a:solidFill>
          <a:ln/>
        </p:spPr>
        <p:txBody>
          <a:bodyPr/>
          <a:lstStyle/>
          <a:p>
            <a:endParaRPr lang="en-US" sz="2184"/>
          </a:p>
        </p:txBody>
      </p:sp>
      <p:sp>
        <p:nvSpPr>
          <p:cNvPr id="14" name="Shape 11"/>
          <p:cNvSpPr/>
          <p:nvPr/>
        </p:nvSpPr>
        <p:spPr>
          <a:xfrm>
            <a:off x="1369562" y="5878620"/>
            <a:ext cx="86745" cy="1359024"/>
          </a:xfrm>
          <a:prstGeom prst="rect">
            <a:avLst/>
          </a:prstGeom>
          <a:solidFill>
            <a:srgbClr val="0D9488"/>
          </a:solidFill>
          <a:ln/>
        </p:spPr>
        <p:txBody>
          <a:bodyPr/>
          <a:lstStyle/>
          <a:p>
            <a:endParaRPr lang="en-US" sz="2184"/>
          </a:p>
        </p:txBody>
      </p:sp>
      <p:sp>
        <p:nvSpPr>
          <p:cNvPr id="15" name="Text 12"/>
          <p:cNvSpPr/>
          <p:nvPr/>
        </p:nvSpPr>
        <p:spPr>
          <a:xfrm>
            <a:off x="1543057" y="6052111"/>
            <a:ext cx="2008563" cy="133498"/>
          </a:xfrm>
          <a:prstGeom prst="rect">
            <a:avLst/>
          </a:prstGeom>
          <a:noFill/>
          <a:ln/>
        </p:spPr>
        <p:txBody>
          <a:bodyPr wrap="none" lIns="0" tIns="0" rIns="0" bIns="0" rtlCol="0" anchor="t">
            <a:spAutoFit/>
          </a:bodyPr>
          <a:lstStyle/>
          <a:p>
            <a:pPr>
              <a:lnSpc>
                <a:spcPts val="1093"/>
              </a:lnSpc>
            </a:pPr>
            <a:r>
              <a:rPr lang="en-US" sz="829" b="1">
                <a:solidFill>
                  <a:srgbClr val="111827"/>
                </a:solidFill>
                <a:latin typeface="Montserrat" pitchFamily="34" charset="0"/>
                <a:ea typeface="Montserrat" pitchFamily="34" charset="-122"/>
                <a:cs typeface="Montserrat" pitchFamily="34" charset="-120"/>
              </a:rPr>
              <a:t>REGIONAL TARGET-AREA ANALYSIS</a:t>
            </a:r>
            <a:endParaRPr lang="en-US" sz="829"/>
          </a:p>
        </p:txBody>
      </p:sp>
      <p:sp>
        <p:nvSpPr>
          <p:cNvPr id="16" name="Text 13"/>
          <p:cNvSpPr/>
          <p:nvPr/>
        </p:nvSpPr>
        <p:spPr>
          <a:xfrm>
            <a:off x="1543055" y="6286319"/>
            <a:ext cx="4031553" cy="135550"/>
          </a:xfrm>
          <a:prstGeom prst="rect">
            <a:avLst/>
          </a:prstGeom>
          <a:noFill/>
          <a:ln/>
        </p:spPr>
        <p:txBody>
          <a:bodyPr wrap="none" lIns="0" tIns="0" rIns="0" bIns="0" rtlCol="0" anchor="t">
            <a:spAutoFit/>
          </a:bodyPr>
          <a:lstStyle/>
          <a:p>
            <a:pPr>
              <a:lnSpc>
                <a:spcPts val="1093"/>
              </a:lnSpc>
            </a:pPr>
            <a:r>
              <a:rPr lang="en-US" sz="883">
                <a:solidFill>
                  <a:srgbClr val="374151"/>
                </a:solidFill>
                <a:latin typeface="Open Sans" pitchFamily="34" charset="0"/>
                <a:ea typeface="Open Sans" pitchFamily="34" charset="-122"/>
                <a:cs typeface="Open Sans" pitchFamily="34" charset="-120"/>
              </a:rPr>
              <a:t>Weak baseline SINR in NW zone; high user density during shutdown window.</a:t>
            </a:r>
            <a:endParaRPr lang="en-US" sz="883"/>
          </a:p>
        </p:txBody>
      </p:sp>
      <p:sp>
        <p:nvSpPr>
          <p:cNvPr id="17" name="Shape 14"/>
          <p:cNvSpPr/>
          <p:nvPr/>
        </p:nvSpPr>
        <p:spPr>
          <a:xfrm>
            <a:off x="8251365" y="2466642"/>
            <a:ext cx="3701120" cy="4771005"/>
          </a:xfrm>
          <a:prstGeom prst="rect">
            <a:avLst/>
          </a:prstGeom>
          <a:solidFill>
            <a:srgbClr val="9333EA"/>
          </a:solidFill>
          <a:ln/>
        </p:spPr>
        <p:txBody>
          <a:bodyPr/>
          <a:lstStyle/>
          <a:p>
            <a:endParaRPr lang="en-US" sz="2184"/>
          </a:p>
        </p:txBody>
      </p:sp>
      <p:sp>
        <p:nvSpPr>
          <p:cNvPr id="18" name="Text 15"/>
          <p:cNvSpPr/>
          <p:nvPr/>
        </p:nvSpPr>
        <p:spPr>
          <a:xfrm>
            <a:off x="8511600" y="2813620"/>
            <a:ext cx="1391407" cy="335422"/>
          </a:xfrm>
          <a:prstGeom prst="rect">
            <a:avLst/>
          </a:prstGeom>
          <a:noFill/>
          <a:ln/>
        </p:spPr>
        <p:txBody>
          <a:bodyPr wrap="none" lIns="0" tIns="0" rIns="0" bIns="103324" rtlCol="0" anchor="t">
            <a:spAutoFit/>
          </a:bodyPr>
          <a:lstStyle/>
          <a:p>
            <a:pPr>
              <a:lnSpc>
                <a:spcPts val="1943"/>
              </a:lnSpc>
            </a:pPr>
            <a:r>
              <a:rPr lang="en-US" sz="1449" b="1">
                <a:solidFill>
                  <a:srgbClr val="F3F4F6"/>
                </a:solidFill>
                <a:latin typeface="Montserrat" pitchFamily="34" charset="0"/>
                <a:ea typeface="Montserrat" pitchFamily="34" charset="-122"/>
                <a:cs typeface="Montserrat" pitchFamily="34" charset="-120"/>
              </a:rPr>
              <a:t>FINAL RESULT</a:t>
            </a:r>
            <a:endParaRPr lang="en-US" sz="1449"/>
          </a:p>
        </p:txBody>
      </p:sp>
      <p:sp>
        <p:nvSpPr>
          <p:cNvPr id="19" name="Text 16"/>
          <p:cNvSpPr/>
          <p:nvPr/>
        </p:nvSpPr>
        <p:spPr>
          <a:xfrm>
            <a:off x="8511604" y="3431683"/>
            <a:ext cx="751809" cy="157094"/>
          </a:xfrm>
          <a:prstGeom prst="rect">
            <a:avLst/>
          </a:prstGeom>
          <a:noFill/>
          <a:ln/>
        </p:spPr>
        <p:txBody>
          <a:bodyPr wrap="none" lIns="0" tIns="0" rIns="0" bIns="0" rtlCol="0" anchor="t">
            <a:spAutoFit/>
          </a:bodyPr>
          <a:lstStyle/>
          <a:p>
            <a:pPr>
              <a:lnSpc>
                <a:spcPts val="1336"/>
              </a:lnSpc>
            </a:pPr>
            <a:r>
              <a:rPr lang="en-US" sz="951" b="1">
                <a:solidFill>
                  <a:srgbClr val="F3F4F6"/>
                </a:solidFill>
                <a:latin typeface="Open Sans" pitchFamily="34" charset="0"/>
                <a:ea typeface="Open Sans" pitchFamily="34" charset="-122"/>
                <a:cs typeface="Open Sans" pitchFamily="34" charset="-120"/>
              </a:rPr>
              <a:t>Target USID:</a:t>
            </a:r>
            <a:endParaRPr lang="en-US" sz="951"/>
          </a:p>
        </p:txBody>
      </p:sp>
      <p:sp>
        <p:nvSpPr>
          <p:cNvPr id="20" name="Text 17"/>
          <p:cNvSpPr/>
          <p:nvPr/>
        </p:nvSpPr>
        <p:spPr>
          <a:xfrm>
            <a:off x="9316164" y="3431683"/>
            <a:ext cx="226024" cy="159146"/>
          </a:xfrm>
          <a:prstGeom prst="rect">
            <a:avLst/>
          </a:prstGeom>
          <a:noFill/>
          <a:ln/>
        </p:spPr>
        <p:txBody>
          <a:bodyPr wrap="none" lIns="0" tIns="0" rIns="0" bIns="0" rtlCol="0" anchor="t">
            <a:spAutoFit/>
          </a:bodyPr>
          <a:lstStyle/>
          <a:p>
            <a:pPr>
              <a:lnSpc>
                <a:spcPts val="1336"/>
              </a:lnSpc>
            </a:pPr>
            <a:r>
              <a:rPr lang="en-US" sz="1014">
                <a:solidFill>
                  <a:srgbClr val="F3F4F6"/>
                </a:solidFill>
                <a:latin typeface="Open Sans" pitchFamily="34" charset="0"/>
                <a:ea typeface="Open Sans" pitchFamily="34" charset="-122"/>
                <a:cs typeface="Open Sans" pitchFamily="34" charset="-120"/>
              </a:rPr>
              <a:t>XXX</a:t>
            </a:r>
            <a:endParaRPr lang="en-US" sz="1014"/>
          </a:p>
        </p:txBody>
      </p:sp>
      <p:sp>
        <p:nvSpPr>
          <p:cNvPr id="21" name="Text 18"/>
          <p:cNvSpPr/>
          <p:nvPr/>
        </p:nvSpPr>
        <p:spPr>
          <a:xfrm>
            <a:off x="8511603" y="3620354"/>
            <a:ext cx="652423" cy="157094"/>
          </a:xfrm>
          <a:prstGeom prst="rect">
            <a:avLst/>
          </a:prstGeom>
          <a:noFill/>
          <a:ln/>
        </p:spPr>
        <p:txBody>
          <a:bodyPr wrap="none" lIns="0" tIns="0" rIns="0" bIns="0" rtlCol="0" anchor="t">
            <a:spAutoFit/>
          </a:bodyPr>
          <a:lstStyle/>
          <a:p>
            <a:pPr>
              <a:lnSpc>
                <a:spcPts val="1336"/>
              </a:lnSpc>
            </a:pPr>
            <a:r>
              <a:rPr lang="en-US" sz="951" b="1">
                <a:solidFill>
                  <a:srgbClr val="F3F4F6"/>
                </a:solidFill>
                <a:latin typeface="Open Sans" pitchFamily="34" charset="0"/>
                <a:ea typeface="Open Sans" pitchFamily="34" charset="-122"/>
                <a:cs typeface="Open Sans" pitchFamily="34" charset="-120"/>
              </a:rPr>
              <a:t>Shutdown:</a:t>
            </a:r>
            <a:endParaRPr lang="en-US" sz="951"/>
          </a:p>
        </p:txBody>
      </p:sp>
      <p:sp>
        <p:nvSpPr>
          <p:cNvPr id="22" name="Text 19"/>
          <p:cNvSpPr/>
          <p:nvPr/>
        </p:nvSpPr>
        <p:spPr>
          <a:xfrm>
            <a:off x="9205563" y="3620350"/>
            <a:ext cx="562655" cy="159146"/>
          </a:xfrm>
          <a:prstGeom prst="rect">
            <a:avLst/>
          </a:prstGeom>
          <a:noFill/>
          <a:ln/>
        </p:spPr>
        <p:txBody>
          <a:bodyPr wrap="none" lIns="0" tIns="0" rIns="0" bIns="0" rtlCol="0" anchor="t">
            <a:spAutoFit/>
          </a:bodyPr>
          <a:lstStyle/>
          <a:p>
            <a:pPr>
              <a:lnSpc>
                <a:spcPts val="1336"/>
              </a:lnSpc>
            </a:pPr>
            <a:r>
              <a:rPr lang="en-US" sz="1014">
                <a:solidFill>
                  <a:srgbClr val="F3F4F6"/>
                </a:solidFill>
                <a:latin typeface="Open Sans" pitchFamily="34" charset="0"/>
                <a:ea typeface="Open Sans" pitchFamily="34" charset="-122"/>
                <a:cs typeface="Open Sans" pitchFamily="34" charset="-120"/>
              </a:rPr>
              <a:t>02:00 AM</a:t>
            </a:r>
            <a:endParaRPr lang="en-US" sz="1014"/>
          </a:p>
        </p:txBody>
      </p:sp>
      <p:sp>
        <p:nvSpPr>
          <p:cNvPr id="23" name="Shape 20"/>
          <p:cNvSpPr/>
          <p:nvPr/>
        </p:nvSpPr>
        <p:spPr>
          <a:xfrm>
            <a:off x="8511600" y="3895770"/>
            <a:ext cx="1272992" cy="232044"/>
          </a:xfrm>
          <a:prstGeom prst="rect">
            <a:avLst/>
          </a:prstGeom>
          <a:solidFill>
            <a:srgbClr val="111827"/>
          </a:solidFill>
          <a:ln/>
        </p:spPr>
        <p:txBody>
          <a:bodyPr/>
          <a:lstStyle/>
          <a:p>
            <a:endParaRPr lang="en-US" sz="2184"/>
          </a:p>
        </p:txBody>
      </p:sp>
      <p:sp>
        <p:nvSpPr>
          <p:cNvPr id="24" name="Text 21"/>
          <p:cNvSpPr/>
          <p:nvPr/>
        </p:nvSpPr>
        <p:spPr>
          <a:xfrm>
            <a:off x="8511599" y="3895769"/>
            <a:ext cx="1244033" cy="209262"/>
          </a:xfrm>
          <a:prstGeom prst="rect">
            <a:avLst/>
          </a:prstGeom>
          <a:noFill/>
          <a:ln/>
        </p:spPr>
        <p:txBody>
          <a:bodyPr wrap="none" lIns="154832" tIns="51663" rIns="154832" bIns="0" rtlCol="0" anchor="t">
            <a:spAutoFit/>
          </a:bodyPr>
          <a:lstStyle/>
          <a:p>
            <a:pPr>
              <a:lnSpc>
                <a:spcPts val="1336"/>
              </a:lnSpc>
            </a:pPr>
            <a:r>
              <a:rPr lang="en-US" sz="951" b="1">
                <a:solidFill>
                  <a:srgbClr val="F3F4F6"/>
                </a:solidFill>
                <a:latin typeface="Open Sans" pitchFamily="34" charset="0"/>
                <a:ea typeface="Open Sans" pitchFamily="34" charset="-122"/>
                <a:cs typeface="Open Sans" pitchFamily="34" charset="-120"/>
              </a:rPr>
              <a:t>SEVERITY: HIGH</a:t>
            </a:r>
            <a:endParaRPr lang="en-US" sz="951"/>
          </a:p>
        </p:txBody>
      </p:sp>
      <p:sp>
        <p:nvSpPr>
          <p:cNvPr id="25" name="Text 22"/>
          <p:cNvSpPr/>
          <p:nvPr/>
        </p:nvSpPr>
        <p:spPr>
          <a:xfrm>
            <a:off x="8511603" y="4388052"/>
            <a:ext cx="716543" cy="133755"/>
          </a:xfrm>
          <a:prstGeom prst="rect">
            <a:avLst/>
          </a:prstGeom>
          <a:noFill/>
          <a:ln/>
        </p:spPr>
        <p:txBody>
          <a:bodyPr wrap="none" lIns="0" tIns="0" rIns="0" bIns="0" rtlCol="0" anchor="t">
            <a:spAutoFit/>
          </a:bodyPr>
          <a:lstStyle/>
          <a:p>
            <a:pPr>
              <a:lnSpc>
                <a:spcPts val="1093"/>
              </a:lnSpc>
            </a:pPr>
            <a:r>
              <a:rPr lang="en-US" sz="829" b="1">
                <a:solidFill>
                  <a:srgbClr val="F3F4F6"/>
                </a:solidFill>
                <a:latin typeface="Open Sans" pitchFamily="34" charset="0"/>
                <a:ea typeface="Open Sans" pitchFamily="34" charset="-122"/>
                <a:cs typeface="Open Sans" pitchFamily="34" charset="-120"/>
              </a:rPr>
              <a:t>KEY REASONS</a:t>
            </a:r>
            <a:endParaRPr lang="en-US" sz="829"/>
          </a:p>
        </p:txBody>
      </p:sp>
      <p:sp>
        <p:nvSpPr>
          <p:cNvPr id="26" name="Text 23"/>
          <p:cNvSpPr/>
          <p:nvPr/>
        </p:nvSpPr>
        <p:spPr>
          <a:xfrm>
            <a:off x="8702439" y="4682985"/>
            <a:ext cx="1306448" cy="145168"/>
          </a:xfrm>
          <a:prstGeom prst="rect">
            <a:avLst/>
          </a:prstGeom>
          <a:noFill/>
          <a:ln/>
        </p:spPr>
        <p:txBody>
          <a:bodyPr wrap="none" lIns="0" tIns="0" rIns="0" bIns="0" rtlCol="0" anchor="t">
            <a:spAutoFit/>
          </a:bodyPr>
          <a:lstStyle/>
          <a:p>
            <a:pPr>
              <a:lnSpc>
                <a:spcPts val="1214"/>
              </a:lnSpc>
            </a:pPr>
            <a:r>
              <a:rPr lang="en-US" sz="883">
                <a:solidFill>
                  <a:srgbClr val="F3F4F6"/>
                </a:solidFill>
                <a:latin typeface="Open Sans" pitchFamily="34" charset="0"/>
                <a:ea typeface="Open Sans" pitchFamily="34" charset="-122"/>
                <a:cs typeface="Open Sans" pitchFamily="34" charset="-120"/>
              </a:rPr>
              <a:t>Strong local dependence</a:t>
            </a:r>
            <a:endParaRPr lang="en-US" sz="883"/>
          </a:p>
        </p:txBody>
      </p:sp>
      <p:sp>
        <p:nvSpPr>
          <p:cNvPr id="27" name="Text 24"/>
          <p:cNvSpPr/>
          <p:nvPr/>
        </p:nvSpPr>
        <p:spPr>
          <a:xfrm>
            <a:off x="8702442" y="4970972"/>
            <a:ext cx="1274388" cy="145168"/>
          </a:xfrm>
          <a:prstGeom prst="rect">
            <a:avLst/>
          </a:prstGeom>
          <a:noFill/>
          <a:ln/>
        </p:spPr>
        <p:txBody>
          <a:bodyPr wrap="none" lIns="0" tIns="0" rIns="0" bIns="0" rtlCol="0" anchor="t">
            <a:spAutoFit/>
          </a:bodyPr>
          <a:lstStyle/>
          <a:p>
            <a:pPr>
              <a:lnSpc>
                <a:spcPts val="1214"/>
              </a:lnSpc>
            </a:pPr>
            <a:r>
              <a:rPr lang="en-US" sz="883">
                <a:solidFill>
                  <a:srgbClr val="F3F4F6"/>
                </a:solidFill>
                <a:latin typeface="Open Sans" pitchFamily="34" charset="0"/>
                <a:ea typeface="Open Sans" pitchFamily="34" charset="-122"/>
                <a:cs typeface="Open Sans" pitchFamily="34" charset="-120"/>
              </a:rPr>
              <a:t>Limited fallback support</a:t>
            </a:r>
            <a:endParaRPr lang="en-US" sz="883"/>
          </a:p>
        </p:txBody>
      </p:sp>
      <p:sp>
        <p:nvSpPr>
          <p:cNvPr id="28" name="Text 25"/>
          <p:cNvSpPr/>
          <p:nvPr/>
        </p:nvSpPr>
        <p:spPr>
          <a:xfrm>
            <a:off x="8702439" y="5258961"/>
            <a:ext cx="1199046" cy="145168"/>
          </a:xfrm>
          <a:prstGeom prst="rect">
            <a:avLst/>
          </a:prstGeom>
          <a:noFill/>
          <a:ln/>
        </p:spPr>
        <p:txBody>
          <a:bodyPr wrap="none" lIns="0" tIns="0" rIns="0" bIns="0" rtlCol="0" anchor="t">
            <a:spAutoFit/>
          </a:bodyPr>
          <a:lstStyle/>
          <a:p>
            <a:pPr>
              <a:lnSpc>
                <a:spcPts val="1214"/>
              </a:lnSpc>
            </a:pPr>
            <a:r>
              <a:rPr lang="en-US" sz="883">
                <a:solidFill>
                  <a:srgbClr val="F3F4F6"/>
                </a:solidFill>
                <a:latin typeface="Open Sans" pitchFamily="34" charset="0"/>
                <a:ea typeface="Open Sans" pitchFamily="34" charset="-122"/>
                <a:cs typeface="Open Sans" pitchFamily="34" charset="-120"/>
              </a:rPr>
              <a:t>User-active urban area</a:t>
            </a:r>
            <a:endParaRPr lang="en-US" sz="883"/>
          </a:p>
        </p:txBody>
      </p:sp>
      <p:sp>
        <p:nvSpPr>
          <p:cNvPr id="29" name="Text 26"/>
          <p:cNvSpPr/>
          <p:nvPr/>
        </p:nvSpPr>
        <p:spPr>
          <a:xfrm>
            <a:off x="8511598" y="5590327"/>
            <a:ext cx="1144544" cy="133755"/>
          </a:xfrm>
          <a:prstGeom prst="rect">
            <a:avLst/>
          </a:prstGeom>
          <a:noFill/>
          <a:ln/>
        </p:spPr>
        <p:txBody>
          <a:bodyPr wrap="none" lIns="0" tIns="0" rIns="0" bIns="0" rtlCol="0" anchor="t">
            <a:spAutoFit/>
          </a:bodyPr>
          <a:lstStyle/>
          <a:p>
            <a:pPr>
              <a:lnSpc>
                <a:spcPts val="1093"/>
              </a:lnSpc>
            </a:pPr>
            <a:r>
              <a:rPr lang="en-US" sz="829" b="1">
                <a:solidFill>
                  <a:srgbClr val="F3F4F6"/>
                </a:solidFill>
                <a:latin typeface="Open Sans" pitchFamily="34" charset="0"/>
                <a:ea typeface="Open Sans" pitchFamily="34" charset="-122"/>
                <a:cs typeface="Open Sans" pitchFamily="34" charset="-120"/>
              </a:rPr>
              <a:t>MITIGATING FACTORS</a:t>
            </a:r>
            <a:endParaRPr lang="en-US" sz="829"/>
          </a:p>
        </p:txBody>
      </p:sp>
      <p:sp>
        <p:nvSpPr>
          <p:cNvPr id="30" name="Text 27"/>
          <p:cNvSpPr/>
          <p:nvPr/>
        </p:nvSpPr>
        <p:spPr>
          <a:xfrm>
            <a:off x="8702439" y="5885258"/>
            <a:ext cx="1290418" cy="145168"/>
          </a:xfrm>
          <a:prstGeom prst="rect">
            <a:avLst/>
          </a:prstGeom>
          <a:noFill/>
          <a:ln/>
        </p:spPr>
        <p:txBody>
          <a:bodyPr wrap="none" lIns="0" tIns="0" rIns="0" bIns="0" rtlCol="0" anchor="t">
            <a:spAutoFit/>
          </a:bodyPr>
          <a:lstStyle/>
          <a:p>
            <a:pPr>
              <a:lnSpc>
                <a:spcPts val="1214"/>
              </a:lnSpc>
            </a:pPr>
            <a:r>
              <a:rPr lang="en-US" sz="883">
                <a:solidFill>
                  <a:srgbClr val="F3F4F6"/>
                </a:solidFill>
                <a:latin typeface="Open Sans" pitchFamily="34" charset="0"/>
                <a:ea typeface="Open Sans" pitchFamily="34" charset="-122"/>
                <a:cs typeface="Open Sans" pitchFamily="34" charset="-120"/>
              </a:rPr>
              <a:t>Partial neighbor support</a:t>
            </a:r>
            <a:endParaRPr lang="en-US" sz="883"/>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49088" y="1286900"/>
            <a:ext cx="11103429" cy="6245679"/>
          </a:xfrm>
          <a:prstGeom prst="rect">
            <a:avLst/>
          </a:prstGeom>
        </p:spPr>
      </p:pic>
      <p:sp>
        <p:nvSpPr>
          <p:cNvPr id="3" name="Shape 0"/>
          <p:cNvSpPr/>
          <p:nvPr/>
        </p:nvSpPr>
        <p:spPr>
          <a:xfrm>
            <a:off x="849088" y="991965"/>
            <a:ext cx="11103429" cy="2428875"/>
          </a:xfrm>
          <a:prstGeom prst="rect">
            <a:avLst/>
          </a:prstGeom>
          <a:solidFill>
            <a:srgbClr val="111827"/>
          </a:solidFill>
          <a:ln/>
        </p:spPr>
        <p:txBody>
          <a:bodyPr/>
          <a:lstStyle/>
          <a:p>
            <a:endParaRPr lang="en-US" sz="2184"/>
          </a:p>
        </p:txBody>
      </p:sp>
      <p:sp>
        <p:nvSpPr>
          <p:cNvPr id="4" name="Text 1"/>
          <p:cNvSpPr/>
          <p:nvPr/>
        </p:nvSpPr>
        <p:spPr>
          <a:xfrm>
            <a:off x="1369562" y="2032911"/>
            <a:ext cx="2239972" cy="635559"/>
          </a:xfrm>
          <a:prstGeom prst="rect">
            <a:avLst/>
          </a:prstGeom>
          <a:noFill/>
          <a:ln/>
        </p:spPr>
        <p:txBody>
          <a:bodyPr wrap="none" lIns="0" tIns="0" rIns="0" bIns="0" rtlCol="0" anchor="t">
            <a:spAutoFit/>
          </a:bodyPr>
          <a:lstStyle/>
          <a:p>
            <a:pPr>
              <a:lnSpc>
                <a:spcPts val="5221"/>
              </a:lnSpc>
            </a:pPr>
            <a:r>
              <a:rPr lang="en-US" sz="4000">
                <a:solidFill>
                  <a:schemeClr val="bg1"/>
                </a:solidFill>
              </a:rPr>
              <a:t>Challenges</a:t>
            </a:r>
          </a:p>
        </p:txBody>
      </p:sp>
      <p:sp>
        <p:nvSpPr>
          <p:cNvPr id="5" name="Text 2"/>
          <p:cNvSpPr/>
          <p:nvPr/>
        </p:nvSpPr>
        <p:spPr>
          <a:xfrm>
            <a:off x="1751244" y="4505158"/>
            <a:ext cx="3165931" cy="241926"/>
          </a:xfrm>
          <a:prstGeom prst="rect">
            <a:avLst/>
          </a:prstGeom>
          <a:noFill/>
          <a:ln/>
        </p:spPr>
        <p:txBody>
          <a:bodyPr wrap="none" lIns="0" tIns="0" rIns="0" bIns="0" rtlCol="0" anchor="t">
            <a:spAutoFit/>
          </a:bodyPr>
          <a:lstStyle/>
          <a:p>
            <a:pPr>
              <a:lnSpc>
                <a:spcPts val="2064"/>
              </a:lnSpc>
            </a:pPr>
            <a:r>
              <a:rPr lang="en-US" sz="1198" b="1">
                <a:solidFill>
                  <a:srgbClr val="111827"/>
                </a:solidFill>
                <a:latin typeface="Montserrat" pitchFamily="34" charset="0"/>
                <a:ea typeface="Montserrat" pitchFamily="34" charset="-122"/>
                <a:cs typeface="Montserrat" pitchFamily="34" charset="-120"/>
              </a:rPr>
              <a:t>Co-operation between More input Data</a:t>
            </a:r>
            <a:endParaRPr lang="en-US" sz="1198"/>
          </a:p>
        </p:txBody>
      </p:sp>
      <p:sp>
        <p:nvSpPr>
          <p:cNvPr id="6" name="Text 3"/>
          <p:cNvSpPr/>
          <p:nvPr/>
        </p:nvSpPr>
        <p:spPr>
          <a:xfrm>
            <a:off x="1751242" y="4819612"/>
            <a:ext cx="3762056" cy="244939"/>
          </a:xfrm>
          <a:prstGeom prst="rect">
            <a:avLst/>
          </a:prstGeom>
          <a:noFill/>
          <a:ln/>
        </p:spPr>
        <p:txBody>
          <a:bodyPr wrap="none" lIns="0" tIns="0" rIns="0" bIns="0" rtlCol="0" anchor="t">
            <a:spAutoFit/>
          </a:bodyPr>
          <a:lstStyle/>
          <a:p>
            <a:pPr>
              <a:lnSpc>
                <a:spcPts val="2064"/>
              </a:lnSpc>
            </a:pPr>
            <a:r>
              <a:rPr lang="en-US" sz="1275">
                <a:solidFill>
                  <a:srgbClr val="374151"/>
                </a:solidFill>
                <a:latin typeface="Open Sans" pitchFamily="34" charset="0"/>
                <a:ea typeface="Open Sans" pitchFamily="34" charset="-122"/>
                <a:cs typeface="Open Sans" pitchFamily="34" charset="-120"/>
              </a:rPr>
              <a:t>Combines USID-level, attribute-level, and regional</a:t>
            </a:r>
            <a:endParaRPr lang="en-US" sz="1275"/>
          </a:p>
        </p:txBody>
      </p:sp>
      <p:sp>
        <p:nvSpPr>
          <p:cNvPr id="7" name="Text 4"/>
          <p:cNvSpPr/>
          <p:nvPr/>
        </p:nvSpPr>
        <p:spPr>
          <a:xfrm>
            <a:off x="1751243" y="5079850"/>
            <a:ext cx="2638479" cy="244939"/>
          </a:xfrm>
          <a:prstGeom prst="rect">
            <a:avLst/>
          </a:prstGeom>
          <a:noFill/>
          <a:ln/>
        </p:spPr>
        <p:txBody>
          <a:bodyPr wrap="none" lIns="0" tIns="0" rIns="0" bIns="0" rtlCol="0" anchor="t">
            <a:spAutoFit/>
          </a:bodyPr>
          <a:lstStyle/>
          <a:p>
            <a:pPr>
              <a:lnSpc>
                <a:spcPts val="2064"/>
              </a:lnSpc>
            </a:pPr>
            <a:r>
              <a:rPr lang="en-US" sz="1275">
                <a:solidFill>
                  <a:srgbClr val="374151"/>
                </a:solidFill>
                <a:latin typeface="Open Sans" pitchFamily="34" charset="0"/>
                <a:ea typeface="Open Sans" pitchFamily="34" charset="-122"/>
                <a:cs typeface="Open Sans" pitchFamily="34" charset="-120"/>
              </a:rPr>
              <a:t>evidence for a holistic assessment.</a:t>
            </a:r>
            <a:endParaRPr lang="en-US" sz="1275"/>
          </a:p>
        </p:txBody>
      </p:sp>
      <p:sp>
        <p:nvSpPr>
          <p:cNvPr id="8" name="Text 5"/>
          <p:cNvSpPr/>
          <p:nvPr/>
        </p:nvSpPr>
        <p:spPr>
          <a:xfrm>
            <a:off x="7042720" y="4505158"/>
            <a:ext cx="1920398" cy="241926"/>
          </a:xfrm>
          <a:prstGeom prst="rect">
            <a:avLst/>
          </a:prstGeom>
          <a:noFill/>
          <a:ln/>
        </p:spPr>
        <p:txBody>
          <a:bodyPr wrap="none" lIns="0" tIns="0" rIns="0" bIns="0" rtlCol="0" anchor="t">
            <a:spAutoFit/>
          </a:bodyPr>
          <a:lstStyle/>
          <a:p>
            <a:pPr>
              <a:lnSpc>
                <a:spcPts val="2064"/>
              </a:lnSpc>
            </a:pPr>
            <a:r>
              <a:rPr lang="en-US" sz="1198" b="1">
                <a:solidFill>
                  <a:srgbClr val="111827"/>
                </a:solidFill>
                <a:latin typeface="Montserrat" pitchFamily="34" charset="0"/>
                <a:ea typeface="Montserrat" pitchFamily="34" charset="-122"/>
                <a:cs typeface="Montserrat" pitchFamily="34" charset="-120"/>
              </a:rPr>
              <a:t>USER-FACING PRIORITY</a:t>
            </a:r>
            <a:endParaRPr lang="en-US" sz="1198"/>
          </a:p>
        </p:txBody>
      </p:sp>
      <p:sp>
        <p:nvSpPr>
          <p:cNvPr id="9" name="Text 6"/>
          <p:cNvSpPr/>
          <p:nvPr/>
        </p:nvSpPr>
        <p:spPr>
          <a:xfrm>
            <a:off x="7042720" y="4819612"/>
            <a:ext cx="3768532" cy="244939"/>
          </a:xfrm>
          <a:prstGeom prst="rect">
            <a:avLst/>
          </a:prstGeom>
          <a:noFill/>
          <a:ln/>
        </p:spPr>
        <p:txBody>
          <a:bodyPr wrap="none" lIns="0" tIns="0" rIns="0" bIns="0" rtlCol="0" anchor="t">
            <a:spAutoFit/>
          </a:bodyPr>
          <a:lstStyle/>
          <a:p>
            <a:pPr>
              <a:lnSpc>
                <a:spcPts val="2064"/>
              </a:lnSpc>
            </a:pPr>
            <a:r>
              <a:rPr lang="en-US" sz="1275">
                <a:solidFill>
                  <a:srgbClr val="374151"/>
                </a:solidFill>
                <a:latin typeface="Open Sans" pitchFamily="34" charset="0"/>
                <a:ea typeface="Open Sans" pitchFamily="34" charset="-122"/>
                <a:cs typeface="Open Sans" pitchFamily="34" charset="-120"/>
              </a:rPr>
              <a:t>Shifts focus from technical radio metrics to actual</a:t>
            </a:r>
            <a:endParaRPr lang="en-US" sz="1275"/>
          </a:p>
        </p:txBody>
      </p:sp>
      <p:sp>
        <p:nvSpPr>
          <p:cNvPr id="10" name="Text 7"/>
          <p:cNvSpPr/>
          <p:nvPr/>
        </p:nvSpPr>
        <p:spPr>
          <a:xfrm>
            <a:off x="7042721" y="5079850"/>
            <a:ext cx="2510239" cy="244939"/>
          </a:xfrm>
          <a:prstGeom prst="rect">
            <a:avLst/>
          </a:prstGeom>
          <a:noFill/>
          <a:ln/>
        </p:spPr>
        <p:txBody>
          <a:bodyPr wrap="none" lIns="0" tIns="0" rIns="0" bIns="0" rtlCol="0" anchor="t">
            <a:spAutoFit/>
          </a:bodyPr>
          <a:lstStyle/>
          <a:p>
            <a:pPr>
              <a:lnSpc>
                <a:spcPts val="2064"/>
              </a:lnSpc>
            </a:pPr>
            <a:r>
              <a:rPr lang="en-US" sz="1275">
                <a:solidFill>
                  <a:srgbClr val="374151"/>
                </a:solidFill>
                <a:latin typeface="Open Sans" pitchFamily="34" charset="0"/>
                <a:ea typeface="Open Sans" pitchFamily="34" charset="-122"/>
                <a:cs typeface="Open Sans" pitchFamily="34" charset="-120"/>
              </a:rPr>
              <a:t>user experience and satisfaction.</a:t>
            </a:r>
            <a:endParaRPr lang="en-US" sz="1275"/>
          </a:p>
        </p:txBody>
      </p:sp>
      <p:sp>
        <p:nvSpPr>
          <p:cNvPr id="11" name="Text 8"/>
          <p:cNvSpPr/>
          <p:nvPr/>
        </p:nvSpPr>
        <p:spPr>
          <a:xfrm>
            <a:off x="1751248" y="6131637"/>
            <a:ext cx="2114361" cy="241926"/>
          </a:xfrm>
          <a:prstGeom prst="rect">
            <a:avLst/>
          </a:prstGeom>
          <a:noFill/>
          <a:ln/>
        </p:spPr>
        <p:txBody>
          <a:bodyPr wrap="none" lIns="0" tIns="0" rIns="0" bIns="0" rtlCol="0" anchor="t">
            <a:spAutoFit/>
          </a:bodyPr>
          <a:lstStyle/>
          <a:p>
            <a:pPr>
              <a:lnSpc>
                <a:spcPts val="2064"/>
              </a:lnSpc>
            </a:pPr>
            <a:r>
              <a:rPr lang="en-US" sz="1198" b="1">
                <a:solidFill>
                  <a:srgbClr val="111827"/>
                </a:solidFill>
                <a:latin typeface="Montserrat" pitchFamily="34" charset="0"/>
                <a:ea typeface="Montserrat" pitchFamily="34" charset="-122"/>
                <a:cs typeface="Montserrat" pitchFamily="34" charset="-120"/>
              </a:rPr>
              <a:t>OPERATIONAL PRECISION</a:t>
            </a:r>
            <a:endParaRPr lang="en-US" sz="1198"/>
          </a:p>
        </p:txBody>
      </p:sp>
      <p:sp>
        <p:nvSpPr>
          <p:cNvPr id="12" name="Text 9"/>
          <p:cNvSpPr/>
          <p:nvPr/>
        </p:nvSpPr>
        <p:spPr>
          <a:xfrm>
            <a:off x="1751242" y="6446092"/>
            <a:ext cx="3731727" cy="244939"/>
          </a:xfrm>
          <a:prstGeom prst="rect">
            <a:avLst/>
          </a:prstGeom>
          <a:noFill/>
          <a:ln/>
        </p:spPr>
        <p:txBody>
          <a:bodyPr wrap="none" lIns="0" tIns="0" rIns="0" bIns="0" rtlCol="0" anchor="t">
            <a:spAutoFit/>
          </a:bodyPr>
          <a:lstStyle/>
          <a:p>
            <a:pPr>
              <a:lnSpc>
                <a:spcPts val="2064"/>
              </a:lnSpc>
            </a:pPr>
            <a:r>
              <a:rPr lang="en-US" sz="1275">
                <a:solidFill>
                  <a:srgbClr val="374151"/>
                </a:solidFill>
                <a:latin typeface="Open Sans" pitchFamily="34" charset="0"/>
                <a:ea typeface="Open Sans" pitchFamily="34" charset="-122"/>
                <a:cs typeface="Open Sans" pitchFamily="34" charset="-120"/>
              </a:rPr>
              <a:t>Evaluates specific USID outages at fixed times for</a:t>
            </a:r>
            <a:endParaRPr lang="en-US" sz="1275"/>
          </a:p>
        </p:txBody>
      </p:sp>
      <p:sp>
        <p:nvSpPr>
          <p:cNvPr id="13" name="Text 10"/>
          <p:cNvSpPr/>
          <p:nvPr/>
        </p:nvSpPr>
        <p:spPr>
          <a:xfrm>
            <a:off x="1751239" y="6706329"/>
            <a:ext cx="3266920" cy="244939"/>
          </a:xfrm>
          <a:prstGeom prst="rect">
            <a:avLst/>
          </a:prstGeom>
          <a:noFill/>
          <a:ln/>
        </p:spPr>
        <p:txBody>
          <a:bodyPr wrap="none" lIns="0" tIns="0" rIns="0" bIns="0" rtlCol="0" anchor="t">
            <a:spAutoFit/>
          </a:bodyPr>
          <a:lstStyle/>
          <a:p>
            <a:pPr>
              <a:lnSpc>
                <a:spcPts val="2064"/>
              </a:lnSpc>
            </a:pPr>
            <a:r>
              <a:rPr lang="en-US" sz="1275">
                <a:solidFill>
                  <a:srgbClr val="374151"/>
                </a:solidFill>
                <a:latin typeface="Open Sans" pitchFamily="34" charset="0"/>
                <a:ea typeface="Open Sans" pitchFamily="34" charset="-122"/>
                <a:cs typeface="Open Sans" pitchFamily="34" charset="-120"/>
              </a:rPr>
              <a:t>better network planning and maintenance.</a:t>
            </a:r>
            <a:endParaRPr lang="en-US" sz="1275"/>
          </a:p>
        </p:txBody>
      </p:sp>
      <p:sp>
        <p:nvSpPr>
          <p:cNvPr id="14" name="Text 11"/>
          <p:cNvSpPr/>
          <p:nvPr/>
        </p:nvSpPr>
        <p:spPr>
          <a:xfrm>
            <a:off x="7042720" y="6131637"/>
            <a:ext cx="1545295" cy="241926"/>
          </a:xfrm>
          <a:prstGeom prst="rect">
            <a:avLst/>
          </a:prstGeom>
          <a:noFill/>
          <a:ln/>
        </p:spPr>
        <p:txBody>
          <a:bodyPr wrap="none" lIns="0" tIns="0" rIns="0" bIns="0" rtlCol="0" anchor="t">
            <a:spAutoFit/>
          </a:bodyPr>
          <a:lstStyle/>
          <a:p>
            <a:pPr>
              <a:lnSpc>
                <a:spcPts val="2064"/>
              </a:lnSpc>
            </a:pPr>
            <a:r>
              <a:rPr lang="en-US" sz="1198" b="1">
                <a:solidFill>
                  <a:srgbClr val="111827"/>
                </a:solidFill>
                <a:latin typeface="Montserrat" pitchFamily="34" charset="0"/>
                <a:ea typeface="Montserrat" pitchFamily="34" charset="-122"/>
                <a:cs typeface="Montserrat" pitchFamily="34" charset="-120"/>
              </a:rPr>
              <a:t>CRITICAL FACTORS</a:t>
            </a:r>
            <a:endParaRPr lang="en-US" sz="1198"/>
          </a:p>
        </p:txBody>
      </p:sp>
      <p:sp>
        <p:nvSpPr>
          <p:cNvPr id="15" name="Text 12"/>
          <p:cNvSpPr/>
          <p:nvPr/>
        </p:nvSpPr>
        <p:spPr>
          <a:xfrm>
            <a:off x="7042723" y="6446092"/>
            <a:ext cx="3693127" cy="244939"/>
          </a:xfrm>
          <a:prstGeom prst="rect">
            <a:avLst/>
          </a:prstGeom>
          <a:noFill/>
          <a:ln/>
        </p:spPr>
        <p:txBody>
          <a:bodyPr wrap="none" lIns="0" tIns="0" rIns="0" bIns="0" rtlCol="0" anchor="t">
            <a:spAutoFit/>
          </a:bodyPr>
          <a:lstStyle/>
          <a:p>
            <a:pPr>
              <a:lnSpc>
                <a:spcPts val="2064"/>
              </a:lnSpc>
            </a:pPr>
            <a:r>
              <a:rPr lang="en-US" sz="1275">
                <a:solidFill>
                  <a:srgbClr val="374151"/>
                </a:solidFill>
                <a:latin typeface="Open Sans" pitchFamily="34" charset="0"/>
                <a:ea typeface="Open Sans" pitchFamily="34" charset="-122"/>
                <a:cs typeface="Open Sans" pitchFamily="34" charset="-120"/>
              </a:rPr>
              <a:t>Geography and user presence are essential for a</a:t>
            </a:r>
            <a:endParaRPr lang="en-US" sz="1275"/>
          </a:p>
        </p:txBody>
      </p:sp>
      <p:sp>
        <p:nvSpPr>
          <p:cNvPr id="16" name="Text 13"/>
          <p:cNvSpPr/>
          <p:nvPr/>
        </p:nvSpPr>
        <p:spPr>
          <a:xfrm>
            <a:off x="7042723" y="6706329"/>
            <a:ext cx="3338927" cy="244939"/>
          </a:xfrm>
          <a:prstGeom prst="rect">
            <a:avLst/>
          </a:prstGeom>
          <a:noFill/>
          <a:ln/>
        </p:spPr>
        <p:txBody>
          <a:bodyPr wrap="none" lIns="0" tIns="0" rIns="0" bIns="0" rtlCol="0" anchor="t">
            <a:spAutoFit/>
          </a:bodyPr>
          <a:lstStyle/>
          <a:p>
            <a:pPr>
              <a:lnSpc>
                <a:spcPts val="2064"/>
              </a:lnSpc>
            </a:pPr>
            <a:r>
              <a:rPr lang="en-US" sz="1275">
                <a:solidFill>
                  <a:srgbClr val="374151"/>
                </a:solidFill>
                <a:latin typeface="Open Sans" pitchFamily="34" charset="0"/>
                <a:ea typeface="Open Sans" pitchFamily="34" charset="-122"/>
                <a:cs typeface="Open Sans" pitchFamily="34" charset="-120"/>
              </a:rPr>
              <a:t>calibrated and accurate impact assessment.</a:t>
            </a:r>
            <a:endParaRPr lang="en-US" sz="1275"/>
          </a:p>
        </p:txBody>
      </p:sp>
      <p:sp>
        <p:nvSpPr>
          <p:cNvPr id="17" name="Shape 14"/>
          <p:cNvSpPr/>
          <p:nvPr/>
        </p:nvSpPr>
        <p:spPr>
          <a:xfrm>
            <a:off x="849088" y="6890659"/>
            <a:ext cx="11103429" cy="346982"/>
          </a:xfrm>
          <a:prstGeom prst="rect">
            <a:avLst/>
          </a:prstGeom>
          <a:solidFill>
            <a:srgbClr val="111827"/>
          </a:solidFill>
          <a:ln/>
        </p:spPr>
        <p:txBody>
          <a:bodyPr/>
          <a:lstStyle/>
          <a:p>
            <a:endParaRPr lang="en-US" sz="2184"/>
          </a:p>
        </p:txBody>
      </p:sp>
      <p:sp>
        <p:nvSpPr>
          <p:cNvPr id="18" name="Text 15"/>
          <p:cNvSpPr/>
          <p:nvPr/>
        </p:nvSpPr>
        <p:spPr>
          <a:xfrm>
            <a:off x="7730180" y="6990418"/>
            <a:ext cx="3239669" cy="133498"/>
          </a:xfrm>
          <a:prstGeom prst="rect">
            <a:avLst/>
          </a:prstGeom>
          <a:noFill/>
          <a:ln/>
        </p:spPr>
        <p:txBody>
          <a:bodyPr wrap="none" lIns="0" tIns="0" rIns="0" bIns="0" rtlCol="0" anchor="t">
            <a:spAutoFit/>
          </a:bodyPr>
          <a:lstStyle/>
          <a:p>
            <a:pPr>
              <a:lnSpc>
                <a:spcPts val="1093"/>
              </a:lnSpc>
            </a:pPr>
            <a:r>
              <a:rPr lang="en-US" sz="829" b="1">
                <a:solidFill>
                  <a:srgbClr val="0D9488"/>
                </a:solidFill>
                <a:latin typeface="Montserrat" pitchFamily="34" charset="0"/>
                <a:ea typeface="Montserrat" pitchFamily="34" charset="-122"/>
                <a:cs typeface="Montserrat" pitchFamily="34" charset="-120"/>
              </a:rPr>
              <a:t>USID OUTAGE IMPACT ASSESSMENT FRAMEWORK © 2026</a:t>
            </a:r>
            <a:endParaRPr lang="en-US" sz="829"/>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30702</TotalTime>
  <Words>10679</Words>
  <Application>Microsoft Macintosh PowerPoint</Application>
  <PresentationFormat>Custom</PresentationFormat>
  <Paragraphs>1183</Paragraphs>
  <Slides>54</Slides>
  <Notes>45</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54</vt:i4>
      </vt:variant>
    </vt:vector>
  </HeadingPairs>
  <TitlesOfParts>
    <vt:vector size="66" baseType="lpstr">
      <vt:lpstr>Anthropic Sans</vt:lpstr>
      <vt:lpstr>Arial Unicode MS</vt:lpstr>
      <vt:lpstr>Arial</vt:lpstr>
      <vt:lpstr>Calibri</vt:lpstr>
      <vt:lpstr>Calibri Light</vt:lpstr>
      <vt:lpstr>Consolas</vt:lpstr>
      <vt:lpstr>Courier New</vt:lpstr>
      <vt:lpstr>Montserrat</vt:lpstr>
      <vt:lpstr>Open Sans</vt:lpstr>
      <vt:lpstr>Roboto</vt:lpstr>
      <vt:lpstr>Trebuchet MS</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Zheng, Xinyue</cp:lastModifiedBy>
  <cp:revision>8</cp:revision>
  <dcterms:created xsi:type="dcterms:W3CDTF">2026-03-26T10:13:03Z</dcterms:created>
  <dcterms:modified xsi:type="dcterms:W3CDTF">2026-05-20T10:33:20Z</dcterms:modified>
</cp:coreProperties>
</file>