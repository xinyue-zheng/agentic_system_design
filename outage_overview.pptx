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e5095ebdd54e85" /><Relationship Type="http://schemas.openxmlformats.org/officeDocument/2006/relationships/extended-properties" Target="/docProps/app.xml" Id="Rdc5bb67236244bbc" /><Relationship Type="http://schemas.openxmlformats.org/officeDocument/2006/relationships/officeDocument" Target="/ppt/presentation.xml" Id="Ra9939896ea424e16" /></Relationships>
</file>

<file path=ppt/presentation.xml><?xml version="1.0" encoding="utf-8"?>
<p:presentation xmlns:p="http://schemas.openxmlformats.org/presentationml/2006/main">
  <p:sldMasterIdLst>
    <p:sldMasterId xmlns:r="http://schemas.openxmlformats.org/officeDocument/2006/relationships" id="2147483648" r:id="R08eeef404b4342da"/>
  </p:sldMasterIdLst>
  <p:notesMasterIdLst>
    <p:notesMasterId xmlns:r="http://schemas.openxmlformats.org/officeDocument/2006/relationships" r:id="R467370edee394a63"/>
  </p:notesMasterIdLst>
  <p:sldIdLst>
    <p:sldId xmlns:r="http://schemas.openxmlformats.org/officeDocument/2006/relationships" id="256" r:id="Rf958c4b942214010"/>
    <p:sldId xmlns:r="http://schemas.openxmlformats.org/officeDocument/2006/relationships" id="257" r:id="R2e16deedcb11416f"/>
  </p:sldIdLst>
  <p:sldSz cx="22860000" cy="14573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92d3211ee04383" /><Relationship Type="http://schemas.openxmlformats.org/officeDocument/2006/relationships/slideMaster" Target="/ppt/slideMasters/slideMaster1.xml" Id="R08eeef404b4342da" /><Relationship Type="http://schemas.openxmlformats.org/officeDocument/2006/relationships/notesMaster" Target="/ppt/notesMasters/notesMaster1.xml" Id="R467370edee394a63" /><Relationship Type="http://schemas.openxmlformats.org/officeDocument/2006/relationships/presProps" Target="/ppt/presProps.xml" Id="R2c20b0a7a6ce46c7" /><Relationship Type="http://schemas.openxmlformats.org/officeDocument/2006/relationships/tableStyles" Target="/ppt/tableStyles.xml" Id="Rb64d629861214662" /><Relationship Type="http://schemas.openxmlformats.org/officeDocument/2006/relationships/slide" Target="/ppt/slides/slide1.xml" Id="Rf958c4b942214010" /><Relationship Type="http://schemas.openxmlformats.org/officeDocument/2006/relationships/slide" Target="/ppt/slides/slide2.xml" Id="R2e16deedcb1141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b8db0a81964e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6bd59471754a9b" /><Relationship Type="http://schemas.openxmlformats.org/officeDocument/2006/relationships/notesMaster" Target="/ppt/notesMasters/notesMaster1.xml" Id="Rd5b4c6d704cf41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f0719fa22e4cab" /><Relationship Type="http://schemas.openxmlformats.org/officeDocument/2006/relationships/notesMaster" Target="/ppt/notesMasters/notesMaster1.xml" Id="R82cd9d8c592244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Online outage analysis: proposed orchestration architecture.</a:t>
            </a:r>
          </a:p>
          <a:p xmlns:a="http://schemas.openxmlformats.org/drawingml/2006/main">
            <a:r>
              <a:t/>
            </a:r>
          </a:p>
          <a:p xmlns:a="http://schemas.openxmlformats.org/drawingml/2006/main">
            <a:r>
              <a:t>The raw query contains only the cell ID and outage time.</a:t>
            </a:r>
          </a:p>
          <a:p xmlns:a="http://schemas.openxmlformats.org/drawingml/2006/main">
            <a:r>
              <a:t/>
            </a:r>
          </a:p>
          <a:p xmlns:a="http://schemas.openxmlformats.org/drawingml/2006/main">
            <a:r>
              <a:t>Cell information lookup is a fixed function that retrieves cell metadata only. Map queries remain available through Tool libraries during subsequent analysis.</a:t>
            </a:r>
          </a:p>
          <a:p xmlns:a="http://schemas.openxmlformats.org/drawingml/2006/main">
            <a:r>
              <a:t/>
            </a:r>
          </a:p>
          <a:p xmlns:a="http://schemas.openxmlformats.org/drawingml/2006/main">
            <a:r>
              <a:t>One reusable Context builder reads the investigation state and Fixed skill, then supplies context to Execution LLM and Verifier LLM. The skill version remains fixed throughout each online run.</a:t>
            </a:r>
          </a:p>
          <a:p xmlns:a="http://schemas.openxmlformats.org/drawingml/2006/main">
            <a:r>
              <a:t/>
            </a:r>
          </a:p>
          <a:p xmlns:a="http://schemas.openxmlformats.org/drawingml/2006/main">
            <a:r>
              <a:t>Execution LLM selects the action and produces its parameters, information gap and purpose.</a:t>
            </a:r>
          </a:p>
          <a:p xmlns:a="http://schemas.openxmlformats.org/drawingml/2006/main">
            <a:r>
              <a:t/>
            </a:r>
          </a:p>
          <a:p xmlns:a="http://schemas.openxmlformats.org/drawingml/2006/main">
            <a:r>
              <a:t>Verifier LLM receives the action proposal separately from Execution LLM and checks the information gap against the shared investigation context. Accepted proposals proceed to Action verifier. Rejected proposals return revision feedback through State update.</a:t>
            </a:r>
          </a:p>
          <a:p xmlns:a="http://schemas.openxmlformats.org/drawingml/2006/main">
            <a:r>
              <a:t/>
            </a:r>
          </a:p>
          <a:p xmlns:a="http://schemas.openxmlformats.org/drawingml/2006/main">
            <a:r>
              <a:t>Action verifier is a program that checks explicit purpose requirements against tool capabilities, scope and prerequisites.</a:t>
            </a:r>
          </a:p>
          <a:p xmlns:a="http://schemas.openxmlformats.org/drawingml/2006/main">
            <a:r>
              <a:t/>
            </a:r>
          </a:p>
          <a:p xmlns:a="http://schemas.openxmlformats.org/drawingml/2006/main">
            <a:r>
              <a:t>State update calls the domain fact function to update scanned areas and open frontiers, coverage holes and backup cells, and KPI, traffic and load estimates. A finish request goes through a separate completion check.</a:t>
            </a:r>
          </a:p>
          <a:p xmlns:a="http://schemas.openxmlformats.org/drawingml/2006/main">
            <a:r>
              <a:t/>
            </a:r>
          </a:p>
          <a:p xmlns:a="http://schemas.openxmlformats.org/drawingml/2006/main">
            <a:r>
              <a:t>Reference results and ground truth do not enter the online context.</a:t>
            </a:r>
          </a:p>
          <a:p xmlns:a="http://schemas.openxmlformats.org/drawingml/2006/main">
            <a:r>
              <a:t/>
            </a:r>
          </a:p>
          <a:p xmlns:a="http://schemas.openxmlformats.org/drawingml/2006/main">
            <a:r>
              <a:t>Reference [1]: Kambhampati et al. (2024), Position: LLMs Can't Plan, But Can Help Planning in LLM-Modulo Frameworks, ICML. https://proceedings.mlr.press/v235/kambhampati24a.html</a:t>
            </a:r>
          </a:p>
          <a:p xmlns:a="http://schemas.openxmlformats.org/drawingml/2006/main">
            <a:r>
              <a:t/>
            </a:r>
          </a:p>
          <a:p xmlns:a="http://schemas.openxmlformats.org/drawingml/2006/main">
            <a:r>
              <a:t>Reference [2]: Gou et al. (2024), CRITIC: Large Language Models Can Self-Correct with Tool-Interactive Critiquing, ICLR. https://arxiv.org/abs/2305.11738</a:t>
            </a:r>
          </a:p>
          <a:p xmlns:a="http://schemas.openxmlformats.org/drawingml/2006/main">
            <a:r>
              <a:t/>
            </a:r>
          </a:p>
          <a:p xmlns:a="http://schemas.openxmlformats.org/drawingml/2006/main">
            <a:r>
              <a:t>The verifier designs are adaptations to outage analysis. CRITIC does not establish this specific gap verifier or require a separate model.</a:t>
            </a:r>
          </a:p>
          <a:p xmlns:a="http://schemas.openxmlformats.org/drawingml/2006/main">
            <a:r>
              <a:t/>
            </a:r>
          </a:p>
          <a:p xmlns:a="http://schemas.openxmlformats.org/drawingml/2006/main">
            <a:r>
              <a:t>Style reference: NetLLM, Figure 5. https://cs.stanford.edu/~keithw/sigcomm2024/sigcomm24-final908-acmpaginated.pdf</a:t>
            </a:r>
          </a:p>
          <a:p xmlns:a="http://schemas.openxmlformats.org/drawingml/2006/main">
            <a:r>
              <a:t/>
            </a:r>
          </a:p>
          <a:p xmlns:a="http://schemas.openxmlformats.org/drawingml/2006/main">
            <a:r>
              <a:t>Style reference: Teal, Figure 3. https://arxiv.org/pdf/2210.13763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evaluation and tuning for outage analysis.</a:t>
            </a:r>
          </a:p>
          <a:p xmlns:a="http://schemas.openxmlformats.org/drawingml/2006/main">
            <a:r>
              <a:t/>
            </a:r>
          </a:p>
          <a:p xmlns:a="http://schemas.openxmlformats.org/drawingml/2006/main">
            <a:r>
              <a:t>The evaluator receives reference results together with the trace and report from an analysis run.</a:t>
            </a:r>
          </a:p>
          <a:p xmlns:a="http://schemas.openxmlformats.org/drawingml/2006/main">
            <a:r>
              <a:t/>
            </a:r>
          </a:p>
          <a:p xmlns:a="http://schemas.openxmlformats.org/drawingml/2006/main">
            <a:r>
              <a:t>Offline tuning updates Fixed skill, Completion check and State update.</a:t>
            </a:r>
          </a:p>
          <a:p xmlns:a="http://schemas.openxmlformats.org/drawingml/2006/main">
            <a:r>
              <a:t/>
            </a:r>
          </a:p>
          <a:p xmlns:a="http://schemas.openxmlformats.org/drawingml/2006/main">
            <a:r>
              <a:t>One reusable Context builder reads the investigation state and Fixed skill, then supplies context to Execution LLM and Verifier LLM. Execution LLM passes the action proposal separately to Verifier LLM.</a:t>
            </a:r>
          </a:p>
          <a:p xmlns:a="http://schemas.openxmlformats.org/drawingml/2006/main">
            <a:r>
              <a:t/>
            </a:r>
          </a:p>
          <a:p xmlns:a="http://schemas.openxmlformats.org/drawingml/2006/main">
            <a:r>
              <a:t>Verifier LLM checks the proposed information gap against the shared investigation context. Accepted proposals proceed to Action verifier, while rejected proposals return revision feedback through State update.</a:t>
            </a:r>
          </a:p>
          <a:p xmlns:a="http://schemas.openxmlformats.org/drawingml/2006/main">
            <a:r>
              <a:t/>
            </a:r>
          </a:p>
          <a:p xmlns:a="http://schemas.openxmlformats.org/drawingml/2006/main">
            <a:r>
              <a:t>State update calls the domain fact function to update scanned areas and open frontiers, coverage holes and backup cells, and KPI, traffic and load estimates.</a:t>
            </a:r>
          </a:p>
          <a:p xmlns:a="http://schemas.openxmlformats.org/drawingml/2006/main">
            <a:r>
              <a:t/>
            </a:r>
          </a:p>
          <a:p xmlns:a="http://schemas.openxmlformats.org/drawingml/2006/main">
            <a:r>
              <a:t>Offline updates create a later skill version, while each online run uses a fixed version.</a:t>
            </a:r>
          </a:p>
          <a:p xmlns:a="http://schemas.openxmlformats.org/drawingml/2006/main">
            <a:r>
              <a:t/>
            </a:r>
          </a:p>
          <a:p xmlns:a="http://schemas.openxmlformats.org/drawingml/2006/main">
            <a:r>
              <a:t>Reference results and ground truth support offline evaluation. They do not enter the online context.</a:t>
            </a:r>
          </a:p>
          <a:p xmlns:a="http://schemas.openxmlformats.org/drawingml/2006/main">
            <a:r>
              <a:t/>
            </a:r>
          </a:p>
          <a:p xmlns:a="http://schemas.openxmlformats.org/drawingml/2006/main">
            <a:r>
              <a:t>The raw online query contains only cell ID and outage time. Cell information lookup retrieves only cell metadata, and map queries remain in the subsequent Tool libraries.</a:t>
            </a:r>
          </a:p>
          <a:p xmlns:a="http://schemas.openxmlformats.org/drawingml/2006/main">
            <a:r>
              <a:t/>
            </a:r>
          </a:p>
          <a:p xmlns:a="http://schemas.openxmlformats.org/drawingml/2006/main">
            <a:r>
              <a:t>Reference [1]: Kambhampati et al. (2024), Position: LLMs Can't Plan, But Can Help Planning in LLM-Modulo Frameworks, ICML. https://proceedings.mlr.press/v235/kambhampati24a.html</a:t>
            </a:r>
          </a:p>
          <a:p xmlns:a="http://schemas.openxmlformats.org/drawingml/2006/main">
            <a:r>
              <a:t/>
            </a:r>
          </a:p>
          <a:p xmlns:a="http://schemas.openxmlformats.org/drawingml/2006/main">
            <a:r>
              <a:t>Reference [2]: Gou et al. (2024), CRITIC: Large Language Models Can Self-Correct with Tool-Interactive Critiquing, ICLR. https://arxiv.org/abs/2305.11738</a:t>
            </a:r>
          </a:p>
          <a:p xmlns:a="http://schemas.openxmlformats.org/drawingml/2006/main">
            <a:r>
              <a:t/>
            </a:r>
          </a:p>
          <a:p xmlns:a="http://schemas.openxmlformats.org/drawingml/2006/main">
            <a:r>
              <a:t>The verifier designs are adaptations to outage analysis. CRITIC does not establish this specific gap verifier or require a separate model.</a:t>
            </a:r>
          </a:p>
          <a:p xmlns:a="http://schemas.openxmlformats.org/drawingml/2006/main">
            <a:r>
              <a:t/>
            </a:r>
          </a:p>
          <a:p xmlns:a="http://schemas.openxmlformats.org/drawingml/2006/main">
            <a:r>
              <a:t>Style reference: NetLLM, Figure 5. https://cs.stanford.edu/~keithw/sigcomm2024/sigcomm24-final908-acmpaginated.pdf</a:t>
            </a:r>
          </a:p>
          <a:p xmlns:a="http://schemas.openxmlformats.org/drawingml/2006/main">
            <a:r>
              <a:t/>
            </a:r>
          </a:p>
          <a:p xmlns:a="http://schemas.openxmlformats.org/drawingml/2006/main">
            <a:r>
              <a:t>Style reference: Teal, Figure 3. https://arxiv.org/pdf/2210.13763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209ac4e8e549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1f5ebc58144346" /><Relationship Type="http://schemas.openxmlformats.org/officeDocument/2006/relationships/slideLayout" Target="/ppt/slideLayouts/slideLayout1.xml" Id="R5f6b4799fd3a44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6b4799fd3a44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71a564b615431d" /><Relationship Type="http://schemas.openxmlformats.org/officeDocument/2006/relationships/notesSlide" Target="/ppt/notesSlides/notesSlide1.xml" Id="Rb73a1bd3d1ec4d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18d40b5dbcb4805" /><Relationship Type="http://schemas.openxmlformats.org/officeDocument/2006/relationships/notesSlide" Target="/ppt/notesSlides/notesSlide2.xml" Id="Red774d8e5fb546a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 name="Online module 1">
            <a:extLst xmlns:a="http://schemas.openxmlformats.org/drawingml/2006/main">
              <a:ext uri="{FF2B5EF4-FFF2-40B4-BE49-F238E27FC236}">
                <a16:creationId xmlns:a16="http://schemas.microsoft.com/office/drawing/2014/main" id="{21B73651-305C-44B1-8736-139F317B7AC7}"/>
              </a:ext>
            </a:extLst>
          </p:cNvPr>
          <p:cNvSpPr>
            <a:spLocks xmlns:a="http://schemas.openxmlformats.org/drawingml/2006/main" noGrp="1"/>
          </p:cNvSpPr>
          <p:nvPr/>
        </p:nvSpPr>
        <p:spPr>
          <a:xfrm xmlns:a="http://schemas.openxmlformats.org/drawingml/2006/main">
            <a:off x="0" y="0"/>
            <a:ext cx="22860000" cy="14573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Online text 2: Online mode">
            <a:extLst xmlns:a="http://schemas.openxmlformats.org/drawingml/2006/main">
              <a:ext uri="{FF2B5EF4-FFF2-40B4-BE49-F238E27FC236}">
                <a16:creationId xmlns:a16="http://schemas.microsoft.com/office/drawing/2014/main" id="{4C218F8E-A999-4EB1-850F-A51D5BF86668}"/>
              </a:ext>
            </a:extLst>
          </p:cNvPr>
          <p:cNvSpPr>
            <a:spLocks xmlns:a="http://schemas.openxmlformats.org/drawingml/2006/main" noGrp="1"/>
          </p:cNvSpPr>
          <p:nvPr/>
        </p:nvSpPr>
        <p:spPr>
          <a:xfrm xmlns:a="http://schemas.openxmlformats.org/drawingml/2006/main">
            <a:off x="523875" y="239554"/>
            <a:ext cx="2133552" cy="450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1">
                <a:solidFill>
                  <a:srgbClr val="213247"/>
                </a:solidFill>
                <a:latin typeface="Arial"/>
                <a:ea typeface="Arial"/>
                <a:cs typeface="Arial"/>
              </a:defRPr>
            </a:pPr>
            <a:r>
              <a:rPr sz="2625" b="1">
                <a:solidFill>
                  <a:srgbClr val="213247"/>
                </a:solidFill>
                <a:latin typeface="Arial"/>
                <a:ea typeface="Arial"/>
                <a:cs typeface="Arial"/>
              </a:rPr>
              <a:t>Online mode</a:t>
            </a:r>
          </a:p>
        </p:txBody>
      </p:sp>
      <p:sp>
        <p:nvSpPr>
          <p:cNvPr id="3" name="Online module 3">
            <a:extLst xmlns:a="http://schemas.openxmlformats.org/drawingml/2006/main">
              <a:ext uri="{FF2B5EF4-FFF2-40B4-BE49-F238E27FC236}">
                <a16:creationId xmlns:a16="http://schemas.microsoft.com/office/drawing/2014/main" id="{252A5BF2-FCBE-497E-8148-0DD9F3274638}"/>
              </a:ext>
            </a:extLst>
          </p:cNvPr>
          <p:cNvSpPr>
            <a:spLocks xmlns:a="http://schemas.openxmlformats.org/drawingml/2006/main" noGrp="1"/>
          </p:cNvSpPr>
          <p:nvPr/>
        </p:nvSpPr>
        <p:spPr>
          <a:xfrm xmlns:a="http://schemas.openxmlformats.org/drawingml/2006/main">
            <a:off x="3095625" y="1619250"/>
            <a:ext cx="15097125" cy="8620125"/>
          </a:xfrm>
          <a:prstGeom xmlns:a="http://schemas.openxmlformats.org/drawingml/2006/main" prst="roundRect">
            <a:avLst>
              <a:gd name="adj" fmla="val 1105"/>
            </a:avLst>
          </a:prstGeom>
          <a:solidFill xmlns:a="http://schemas.openxmlformats.org/drawingml/2006/main">
            <a:srgbClr val="F9FBFD"/>
          </a:solidFill>
          <a:ln xmlns:a="http://schemas.openxmlformats.org/drawingml/2006/main" w="20955">
            <a:solidFill>
              <a:srgbClr val="C7D3DF"/>
            </a:solidFill>
            <a:prstDash val="solid"/>
          </a:ln>
        </p:spPr>
      </p:sp>
      <p:sp>
        <p:nvSpPr>
          <p:cNvPr id="4" name="Online text 4: AI orchestration">
            <a:extLst xmlns:a="http://schemas.openxmlformats.org/drawingml/2006/main">
              <a:ext uri="{FF2B5EF4-FFF2-40B4-BE49-F238E27FC236}">
                <a16:creationId xmlns:a16="http://schemas.microsoft.com/office/drawing/2014/main" id="{DBCA1421-5438-4A7F-AAA8-B98407DCD800}"/>
              </a:ext>
            </a:extLst>
          </p:cNvPr>
          <p:cNvSpPr>
            <a:spLocks xmlns:a="http://schemas.openxmlformats.org/drawingml/2006/main" noGrp="1"/>
          </p:cNvSpPr>
          <p:nvPr/>
        </p:nvSpPr>
        <p:spPr>
          <a:xfrm xmlns:a="http://schemas.openxmlformats.org/drawingml/2006/main">
            <a:off x="4238625" y="1819847"/>
            <a:ext cx="2587866" cy="4371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213247"/>
                </a:solidFill>
                <a:latin typeface="Arial"/>
                <a:ea typeface="Arial"/>
                <a:cs typeface="Arial"/>
              </a:defRPr>
            </a:pPr>
            <a:r>
              <a:rPr sz="2550" b="1">
                <a:solidFill>
                  <a:srgbClr val="213247"/>
                </a:solidFill>
                <a:latin typeface="Arial"/>
                <a:ea typeface="Arial"/>
                <a:cs typeface="Arial"/>
              </a:rPr>
              <a:t>AI orchestration</a:t>
            </a:r>
          </a:p>
        </p:txBody>
      </p:sp>
      <p:sp>
        <p:nvSpPr>
          <p:cNvPr id="5" name="Online text 5: QUERY">
            <a:extLst xmlns:a="http://schemas.openxmlformats.org/drawingml/2006/main">
              <a:ext uri="{FF2B5EF4-FFF2-40B4-BE49-F238E27FC236}">
                <a16:creationId xmlns:a16="http://schemas.microsoft.com/office/drawing/2014/main" id="{2E5D4EF4-06B1-41B1-AB0C-C2427D2B59CF}"/>
              </a:ext>
            </a:extLst>
          </p:cNvPr>
          <p:cNvSpPr>
            <a:spLocks xmlns:a="http://schemas.openxmlformats.org/drawingml/2006/main" noGrp="1"/>
          </p:cNvSpPr>
          <p:nvPr/>
        </p:nvSpPr>
        <p:spPr>
          <a:xfrm xmlns:a="http://schemas.openxmlformats.org/drawingml/2006/main">
            <a:off x="1357655" y="1577531"/>
            <a:ext cx="713689" cy="231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2E5F8B"/>
                </a:solidFill>
                <a:latin typeface="Arial"/>
                <a:ea typeface="Arial"/>
                <a:cs typeface="Arial"/>
              </a:defRPr>
            </a:pPr>
            <a:r>
              <a:rPr sz="1350" b="1">
                <a:solidFill>
                  <a:srgbClr val="2E5F8B"/>
                </a:solidFill>
                <a:latin typeface="Arial"/>
                <a:ea typeface="Arial"/>
                <a:cs typeface="Arial"/>
              </a:rPr>
              <a:t>QUERY</a:t>
            </a:r>
          </a:p>
        </p:txBody>
      </p:sp>
      <p:sp>
        <p:nvSpPr>
          <p:cNvPr id="6" name="Online module 6">
            <a:extLst xmlns:a="http://schemas.openxmlformats.org/drawingml/2006/main">
              <a:ext uri="{FF2B5EF4-FFF2-40B4-BE49-F238E27FC236}">
                <a16:creationId xmlns:a16="http://schemas.microsoft.com/office/drawing/2014/main" id="{CFF620FC-A12D-4710-B938-E44F69E8CC10}"/>
              </a:ext>
            </a:extLst>
          </p:cNvPr>
          <p:cNvSpPr>
            <a:spLocks xmlns:a="http://schemas.openxmlformats.org/drawingml/2006/main" noGrp="1"/>
          </p:cNvSpPr>
          <p:nvPr/>
        </p:nvSpPr>
        <p:spPr>
          <a:xfrm xmlns:a="http://schemas.openxmlformats.org/drawingml/2006/main">
            <a:off x="523875" y="1905000"/>
            <a:ext cx="2381250" cy="952500"/>
          </a:xfrm>
          <a:prstGeom xmlns:a="http://schemas.openxmlformats.org/drawingml/2006/main" prst="roundRect">
            <a:avLst>
              <a:gd name="adj" fmla="val 6000"/>
            </a:avLst>
          </a:prstGeom>
          <a:solidFill xmlns:a="http://schemas.openxmlformats.org/drawingml/2006/main">
            <a:srgbClr val="F3F5F7"/>
          </a:solidFill>
          <a:ln xmlns:a="http://schemas.openxmlformats.org/drawingml/2006/main" w="20955">
            <a:solidFill>
              <a:srgbClr val="C7D3DF"/>
            </a:solidFill>
            <a:prstDash val="solid"/>
          </a:ln>
        </p:spPr>
      </p:sp>
      <p:sp>
        <p:nvSpPr>
          <p:cNvPr id="7" name="Online text 7: Cell ID + time">
            <a:extLst xmlns:a="http://schemas.openxmlformats.org/drawingml/2006/main">
              <a:ext uri="{FF2B5EF4-FFF2-40B4-BE49-F238E27FC236}">
                <a16:creationId xmlns:a16="http://schemas.microsoft.com/office/drawing/2014/main" id="{7EFD0CCE-70C0-4224-9AF0-1509AF320C21}"/>
              </a:ext>
            </a:extLst>
          </p:cNvPr>
          <p:cNvSpPr>
            <a:spLocks xmlns:a="http://schemas.openxmlformats.org/drawingml/2006/main" noGrp="1"/>
          </p:cNvSpPr>
          <p:nvPr/>
        </p:nvSpPr>
        <p:spPr>
          <a:xfrm xmlns:a="http://schemas.openxmlformats.org/drawingml/2006/main">
            <a:off x="816178" y="2233803"/>
            <a:ext cx="1796644"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213247"/>
                </a:solidFill>
                <a:latin typeface="Arial"/>
                <a:ea typeface="Arial"/>
                <a:cs typeface="Arial"/>
              </a:defRPr>
            </a:pPr>
            <a:r>
              <a:rPr sz="2100" b="1">
                <a:solidFill>
                  <a:srgbClr val="213247"/>
                </a:solidFill>
                <a:latin typeface="Arial"/>
                <a:ea typeface="Arial"/>
                <a:cs typeface="Arial"/>
              </a:rPr>
              <a:t>Cell ID + time</a:t>
            </a:r>
          </a:p>
        </p:txBody>
      </p:sp>
      <p:sp>
        <p:nvSpPr>
          <p:cNvPr id="8" name="Online line 8">
            <a:extLst xmlns:a="http://schemas.openxmlformats.org/drawingml/2006/main">
              <a:ext uri="{FF2B5EF4-FFF2-40B4-BE49-F238E27FC236}">
                <a16:creationId xmlns:a16="http://schemas.microsoft.com/office/drawing/2014/main" id="{3B5A6E27-CAA8-4EED-89A8-BC6720C5B7C4}"/>
              </a:ext>
            </a:extLst>
          </p:cNvPr>
          <p:cNvSpPr>
            <a:spLocks xmlns:a="http://schemas.openxmlformats.org/drawingml/2006/main" noGrp="1"/>
          </p:cNvSpPr>
          <p:nvPr/>
        </p:nvSpPr>
        <p:spPr>
          <a:xfrm xmlns:a="http://schemas.openxmlformats.org/drawingml/2006/main">
            <a:off x="1714500" y="285750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26670">
            <a:solidFill>
              <a:srgbClr val="465E76"/>
            </a:solidFill>
            <a:prstDash val="solid"/>
          </a:ln>
        </p:spPr>
      </p:sp>
      <p:sp>
        <p:nvSpPr>
          <p:cNvPr id="9" name="Online polygon 9">
            <a:extLst xmlns:a="http://schemas.openxmlformats.org/drawingml/2006/main">
              <a:ext uri="{FF2B5EF4-FFF2-40B4-BE49-F238E27FC236}">
                <a16:creationId xmlns:a16="http://schemas.microsoft.com/office/drawing/2014/main" id="{BC45DE7A-B7B5-446F-9B32-32F68971FFF9}"/>
              </a:ext>
            </a:extLst>
          </p:cNvPr>
          <p:cNvSpPr>
            <a:spLocks xmlns:a="http://schemas.openxmlformats.org/drawingml/2006/main" noGrp="1"/>
          </p:cNvSpPr>
          <p:nvPr/>
        </p:nvSpPr>
        <p:spPr>
          <a:xfrm xmlns:a="http://schemas.openxmlformats.org/drawingml/2006/main">
            <a:off x="1666875" y="3324225"/>
            <a:ext cx="95250" cy="104775"/>
          </a:xfrm>
          <a:custGeom xmlns:a="http://schemas.openxmlformats.org/drawingml/2006/main">
            <a:pathLst>
              <a:path w="95250" h="104775">
                <a:moveTo>
                  <a:pt x="47625" y="104775"/>
                </a:moveTo>
                <a:lnTo>
                  <a:pt x="95250" y="0"/>
                </a:lnTo>
                <a:lnTo>
                  <a:pt x="0" y="0"/>
                </a:lnTo>
                <a:close/>
              </a:path>
            </a:pathLst>
          </a:custGeom>
          <a:solidFill xmlns:a="http://schemas.openxmlformats.org/drawingml/2006/main">
            <a:srgbClr val="465E76"/>
          </a:solidFill>
          <a:ln xmlns:a="http://schemas.openxmlformats.org/drawingml/2006/main" w="0">
            <a:noFill/>
          </a:ln>
        </p:spPr>
      </p:sp>
      <p:sp>
        <p:nvSpPr>
          <p:cNvPr id="10" name="Online module 10">
            <a:extLst xmlns:a="http://schemas.openxmlformats.org/drawingml/2006/main">
              <a:ext uri="{FF2B5EF4-FFF2-40B4-BE49-F238E27FC236}">
                <a16:creationId xmlns:a16="http://schemas.microsoft.com/office/drawing/2014/main" id="{3F4050ED-7466-4C78-9C6E-B191EA57DA89}"/>
              </a:ext>
            </a:extLst>
          </p:cNvPr>
          <p:cNvSpPr>
            <a:spLocks xmlns:a="http://schemas.openxmlformats.org/drawingml/2006/main" noGrp="1"/>
          </p:cNvSpPr>
          <p:nvPr/>
        </p:nvSpPr>
        <p:spPr>
          <a:xfrm xmlns:a="http://schemas.openxmlformats.org/drawingml/2006/main">
            <a:off x="523875" y="3429000"/>
            <a:ext cx="2381250" cy="1143000"/>
          </a:xfrm>
          <a:prstGeom xmlns:a="http://schemas.openxmlformats.org/drawingml/2006/main" prst="roundRect">
            <a:avLst>
              <a:gd name="adj" fmla="val 5000"/>
            </a:avLst>
          </a:prstGeom>
          <a:solidFill xmlns:a="http://schemas.openxmlformats.org/drawingml/2006/main">
            <a:srgbClr val="E8F1FB"/>
          </a:solidFill>
          <a:ln xmlns:a="http://schemas.openxmlformats.org/drawingml/2006/main" w="20955">
            <a:solidFill>
              <a:srgbClr val="4475A5"/>
            </a:solidFill>
            <a:prstDash val="solid"/>
          </a:ln>
        </p:spPr>
      </p:sp>
      <p:sp>
        <p:nvSpPr>
          <p:cNvPr id="11" name="Online line 11">
            <a:extLst xmlns:a="http://schemas.openxmlformats.org/drawingml/2006/main">
              <a:ext uri="{FF2B5EF4-FFF2-40B4-BE49-F238E27FC236}">
                <a16:creationId xmlns:a16="http://schemas.microsoft.com/office/drawing/2014/main" id="{E88DFB66-09A2-4EC2-AE9D-530CEC0362B1}"/>
              </a:ext>
            </a:extLst>
          </p:cNvPr>
          <p:cNvSpPr>
            <a:spLocks xmlns:a="http://schemas.openxmlformats.org/drawingml/2006/main" noGrp="1"/>
          </p:cNvSpPr>
          <p:nvPr/>
        </p:nvSpPr>
        <p:spPr>
          <a:xfrm xmlns:a="http://schemas.openxmlformats.org/drawingml/2006/main">
            <a:off x="1621631" y="3633788"/>
            <a:ext cx="185738" cy="242888"/>
          </a:xfrm>
          <a:custGeom xmlns:a="http://schemas.openxmlformats.org/drawingml/2006/main">
            <a:pathLst>
              <a:path w="185738" h="242888">
                <a:moveTo>
                  <a:pt x="92869" y="0"/>
                </a:moveTo>
                <a:lnTo>
                  <a:pt x="0" y="242888"/>
                </a:lnTo>
                <a:lnTo>
                  <a:pt x="185738" y="242888"/>
                </a:lnTo>
                <a:lnTo>
                  <a:pt x="92869" y="0"/>
                </a:lnTo>
              </a:path>
            </a:pathLst>
          </a:custGeom>
          <a:noFill xmlns:a="http://schemas.openxmlformats.org/drawingml/2006/main"/>
          <a:ln xmlns:a="http://schemas.openxmlformats.org/drawingml/2006/main" w="17859">
            <a:solidFill>
              <a:srgbClr val="2E5F8B"/>
            </a:solidFill>
            <a:prstDash val="solid"/>
          </a:ln>
        </p:spPr>
      </p:sp>
      <p:sp>
        <p:nvSpPr>
          <p:cNvPr id="12" name="Online line 12">
            <a:extLst xmlns:a="http://schemas.openxmlformats.org/drawingml/2006/main">
              <a:ext uri="{FF2B5EF4-FFF2-40B4-BE49-F238E27FC236}">
                <a16:creationId xmlns:a16="http://schemas.microsoft.com/office/drawing/2014/main" id="{C9D0A6EB-71CD-4031-9364-29805E0160AA}"/>
              </a:ext>
            </a:extLst>
          </p:cNvPr>
          <p:cNvSpPr>
            <a:spLocks xmlns:a="http://schemas.openxmlformats.org/drawingml/2006/main" noGrp="1"/>
          </p:cNvSpPr>
          <p:nvPr/>
        </p:nvSpPr>
        <p:spPr>
          <a:xfrm xmlns:a="http://schemas.openxmlformats.org/drawingml/2006/main">
            <a:off x="1657350" y="37909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17859">
            <a:solidFill>
              <a:srgbClr val="2E5F8B"/>
            </a:solidFill>
            <a:prstDash val="solid"/>
          </a:ln>
        </p:spPr>
      </p:sp>
      <p:sp>
        <p:nvSpPr>
          <p:cNvPr id="13" name="Online line 13">
            <a:extLst xmlns:a="http://schemas.openxmlformats.org/drawingml/2006/main">
              <a:ext uri="{FF2B5EF4-FFF2-40B4-BE49-F238E27FC236}">
                <a16:creationId xmlns:a16="http://schemas.microsoft.com/office/drawing/2014/main" id="{475196FC-A880-470F-96CB-F671330ACD6E}"/>
              </a:ext>
            </a:extLst>
          </p:cNvPr>
          <p:cNvSpPr>
            <a:spLocks xmlns:a="http://schemas.openxmlformats.org/drawingml/2006/main" noGrp="1"/>
          </p:cNvSpPr>
          <p:nvPr/>
        </p:nvSpPr>
        <p:spPr>
          <a:xfrm xmlns:a="http://schemas.openxmlformats.org/drawingml/2006/main">
            <a:off x="1685925" y="3719513"/>
            <a:ext cx="57150" cy="9525"/>
          </a:xfrm>
          <a:custGeom xmlns:a="http://schemas.openxmlformats.org/drawingml/2006/main">
            <a:pathLst>
              <a:path w="57150" h="9525">
                <a:moveTo>
                  <a:pt x="0" y="0"/>
                </a:moveTo>
                <a:lnTo>
                  <a:pt x="57150" y="0"/>
                </a:lnTo>
              </a:path>
            </a:pathLst>
          </a:custGeom>
          <a:noFill xmlns:a="http://schemas.openxmlformats.org/drawingml/2006/main"/>
          <a:ln xmlns:a="http://schemas.openxmlformats.org/drawingml/2006/main" w="17859">
            <a:solidFill>
              <a:srgbClr val="2E5F8B"/>
            </a:solidFill>
            <a:prstDash val="solid"/>
          </a:ln>
        </p:spPr>
      </p:sp>
      <p:sp>
        <p:nvSpPr>
          <p:cNvPr id="14" name="Online polygon 14">
            <a:extLst xmlns:a="http://schemas.openxmlformats.org/drawingml/2006/main">
              <a:ext uri="{FF2B5EF4-FFF2-40B4-BE49-F238E27FC236}">
                <a16:creationId xmlns:a16="http://schemas.microsoft.com/office/drawing/2014/main" id="{3089B336-9160-4BEA-935B-24C0263910DC}"/>
              </a:ext>
            </a:extLst>
          </p:cNvPr>
          <p:cNvSpPr>
            <a:spLocks xmlns:a="http://schemas.openxmlformats.org/drawingml/2006/main" noGrp="1"/>
          </p:cNvSpPr>
          <p:nvPr/>
        </p:nvSpPr>
        <p:spPr>
          <a:xfrm xmlns:a="http://schemas.openxmlformats.org/drawingml/2006/main">
            <a:off x="1696641" y="3594497"/>
            <a:ext cx="35719" cy="35719"/>
          </a:xfrm>
          <a:custGeom xmlns:a="http://schemas.openxmlformats.org/drawingml/2006/main">
            <a:pathLst>
              <a:path w="35719" h="35719">
                <a:moveTo>
                  <a:pt x="35719" y="17859"/>
                </a:moveTo>
                <a:lnTo>
                  <a:pt x="35566" y="20190"/>
                </a:lnTo>
                <a:lnTo>
                  <a:pt x="35110" y="22482"/>
                </a:lnTo>
                <a:lnTo>
                  <a:pt x="34359" y="24694"/>
                </a:lnTo>
                <a:lnTo>
                  <a:pt x="33326" y="26789"/>
                </a:lnTo>
                <a:lnTo>
                  <a:pt x="32028" y="28731"/>
                </a:lnTo>
                <a:lnTo>
                  <a:pt x="30488" y="30488"/>
                </a:lnTo>
                <a:lnTo>
                  <a:pt x="28731" y="32028"/>
                </a:lnTo>
                <a:lnTo>
                  <a:pt x="26789" y="33326"/>
                </a:lnTo>
                <a:lnTo>
                  <a:pt x="24694" y="34359"/>
                </a:lnTo>
                <a:lnTo>
                  <a:pt x="22482" y="35110"/>
                </a:lnTo>
                <a:lnTo>
                  <a:pt x="20190" y="35566"/>
                </a:lnTo>
                <a:lnTo>
                  <a:pt x="17859" y="35719"/>
                </a:lnTo>
                <a:lnTo>
                  <a:pt x="15528" y="35566"/>
                </a:lnTo>
                <a:lnTo>
                  <a:pt x="13237" y="35110"/>
                </a:lnTo>
                <a:lnTo>
                  <a:pt x="11025" y="34359"/>
                </a:lnTo>
                <a:lnTo>
                  <a:pt x="8930" y="33326"/>
                </a:lnTo>
                <a:lnTo>
                  <a:pt x="6987" y="32028"/>
                </a:lnTo>
                <a:lnTo>
                  <a:pt x="5231" y="30488"/>
                </a:lnTo>
                <a:lnTo>
                  <a:pt x="3691" y="28731"/>
                </a:lnTo>
                <a:lnTo>
                  <a:pt x="2393" y="26789"/>
                </a:lnTo>
                <a:lnTo>
                  <a:pt x="1359" y="24694"/>
                </a:lnTo>
                <a:lnTo>
                  <a:pt x="609" y="22482"/>
                </a:lnTo>
                <a:lnTo>
                  <a:pt x="153" y="20190"/>
                </a:lnTo>
                <a:lnTo>
                  <a:pt x="0" y="17859"/>
                </a:lnTo>
                <a:lnTo>
                  <a:pt x="153" y="15528"/>
                </a:lnTo>
                <a:lnTo>
                  <a:pt x="609" y="13237"/>
                </a:lnTo>
                <a:lnTo>
                  <a:pt x="1359" y="11025"/>
                </a:lnTo>
                <a:lnTo>
                  <a:pt x="2393" y="8930"/>
                </a:lnTo>
                <a:lnTo>
                  <a:pt x="3691" y="6987"/>
                </a:lnTo>
                <a:lnTo>
                  <a:pt x="5231" y="5231"/>
                </a:lnTo>
                <a:lnTo>
                  <a:pt x="6987" y="3691"/>
                </a:lnTo>
                <a:lnTo>
                  <a:pt x="8930" y="2393"/>
                </a:lnTo>
                <a:lnTo>
                  <a:pt x="11025" y="1359"/>
                </a:lnTo>
                <a:lnTo>
                  <a:pt x="13237" y="609"/>
                </a:lnTo>
                <a:lnTo>
                  <a:pt x="15528" y="153"/>
                </a:lnTo>
                <a:lnTo>
                  <a:pt x="17859" y="0"/>
                </a:lnTo>
                <a:lnTo>
                  <a:pt x="20190" y="153"/>
                </a:lnTo>
                <a:lnTo>
                  <a:pt x="22482" y="609"/>
                </a:lnTo>
                <a:lnTo>
                  <a:pt x="24694" y="1359"/>
                </a:lnTo>
                <a:lnTo>
                  <a:pt x="26789" y="2393"/>
                </a:lnTo>
                <a:lnTo>
                  <a:pt x="28731" y="3691"/>
                </a:lnTo>
                <a:lnTo>
                  <a:pt x="30488" y="5231"/>
                </a:lnTo>
                <a:lnTo>
                  <a:pt x="32028" y="6987"/>
                </a:lnTo>
                <a:lnTo>
                  <a:pt x="33326" y="8930"/>
                </a:lnTo>
                <a:lnTo>
                  <a:pt x="34359" y="11025"/>
                </a:lnTo>
                <a:lnTo>
                  <a:pt x="35110" y="13237"/>
                </a:lnTo>
                <a:lnTo>
                  <a:pt x="35566" y="15528"/>
                </a:lnTo>
                <a:lnTo>
                  <a:pt x="35719" y="17859"/>
                </a:lnTo>
                <a:close/>
              </a:path>
            </a:pathLst>
          </a:custGeom>
          <a:solidFill xmlns:a="http://schemas.openxmlformats.org/drawingml/2006/main">
            <a:srgbClr val="2E5F8B"/>
          </a:solidFill>
          <a:ln xmlns:a="http://schemas.openxmlformats.org/drawingml/2006/main" w="0">
            <a:noFill/>
          </a:ln>
        </p:spPr>
      </p:sp>
      <p:sp>
        <p:nvSpPr>
          <p:cNvPr id="15" name="Online line 15">
            <a:extLst xmlns:a="http://schemas.openxmlformats.org/drawingml/2006/main">
              <a:ext uri="{FF2B5EF4-FFF2-40B4-BE49-F238E27FC236}">
                <a16:creationId xmlns:a16="http://schemas.microsoft.com/office/drawing/2014/main" id="{8C376EF1-5B9E-4831-879A-14C7239D7F5A}"/>
              </a:ext>
            </a:extLst>
          </p:cNvPr>
          <p:cNvSpPr>
            <a:spLocks xmlns:a="http://schemas.openxmlformats.org/drawingml/2006/main" noGrp="1"/>
          </p:cNvSpPr>
          <p:nvPr/>
        </p:nvSpPr>
        <p:spPr>
          <a:xfrm xmlns:a="http://schemas.openxmlformats.org/drawingml/2006/main">
            <a:off x="1696641" y="3594497"/>
            <a:ext cx="35719" cy="35719"/>
          </a:xfrm>
          <a:custGeom xmlns:a="http://schemas.openxmlformats.org/drawingml/2006/main">
            <a:pathLst>
              <a:path w="35719" h="35719">
                <a:moveTo>
                  <a:pt x="35719" y="17859"/>
                </a:moveTo>
                <a:lnTo>
                  <a:pt x="35566" y="20190"/>
                </a:lnTo>
                <a:lnTo>
                  <a:pt x="35110" y="22482"/>
                </a:lnTo>
                <a:lnTo>
                  <a:pt x="34359" y="24694"/>
                </a:lnTo>
                <a:lnTo>
                  <a:pt x="33326" y="26789"/>
                </a:lnTo>
                <a:lnTo>
                  <a:pt x="32028" y="28731"/>
                </a:lnTo>
                <a:lnTo>
                  <a:pt x="30488" y="30488"/>
                </a:lnTo>
                <a:lnTo>
                  <a:pt x="28731" y="32028"/>
                </a:lnTo>
                <a:lnTo>
                  <a:pt x="26789" y="33326"/>
                </a:lnTo>
                <a:lnTo>
                  <a:pt x="24694" y="34359"/>
                </a:lnTo>
                <a:lnTo>
                  <a:pt x="22482" y="35110"/>
                </a:lnTo>
                <a:lnTo>
                  <a:pt x="20190" y="35566"/>
                </a:lnTo>
                <a:lnTo>
                  <a:pt x="17859" y="35719"/>
                </a:lnTo>
                <a:lnTo>
                  <a:pt x="15528" y="35566"/>
                </a:lnTo>
                <a:lnTo>
                  <a:pt x="13237" y="35110"/>
                </a:lnTo>
                <a:lnTo>
                  <a:pt x="11025" y="34359"/>
                </a:lnTo>
                <a:lnTo>
                  <a:pt x="8930" y="33326"/>
                </a:lnTo>
                <a:lnTo>
                  <a:pt x="6987" y="32028"/>
                </a:lnTo>
                <a:lnTo>
                  <a:pt x="5231" y="30488"/>
                </a:lnTo>
                <a:lnTo>
                  <a:pt x="3691" y="28731"/>
                </a:lnTo>
                <a:lnTo>
                  <a:pt x="2393" y="26789"/>
                </a:lnTo>
                <a:lnTo>
                  <a:pt x="1359" y="24694"/>
                </a:lnTo>
                <a:lnTo>
                  <a:pt x="609" y="22482"/>
                </a:lnTo>
                <a:lnTo>
                  <a:pt x="153" y="20190"/>
                </a:lnTo>
                <a:lnTo>
                  <a:pt x="0" y="17859"/>
                </a:lnTo>
                <a:lnTo>
                  <a:pt x="153" y="15528"/>
                </a:lnTo>
                <a:lnTo>
                  <a:pt x="609" y="13237"/>
                </a:lnTo>
                <a:lnTo>
                  <a:pt x="1359" y="11025"/>
                </a:lnTo>
                <a:lnTo>
                  <a:pt x="2393" y="8930"/>
                </a:lnTo>
                <a:lnTo>
                  <a:pt x="3691" y="6987"/>
                </a:lnTo>
                <a:lnTo>
                  <a:pt x="5231" y="5231"/>
                </a:lnTo>
                <a:lnTo>
                  <a:pt x="6987" y="3691"/>
                </a:lnTo>
                <a:lnTo>
                  <a:pt x="8930" y="2393"/>
                </a:lnTo>
                <a:lnTo>
                  <a:pt x="11025" y="1359"/>
                </a:lnTo>
                <a:lnTo>
                  <a:pt x="13237" y="609"/>
                </a:lnTo>
                <a:lnTo>
                  <a:pt x="15528" y="153"/>
                </a:lnTo>
                <a:lnTo>
                  <a:pt x="17859" y="0"/>
                </a:lnTo>
                <a:lnTo>
                  <a:pt x="20190" y="153"/>
                </a:lnTo>
                <a:lnTo>
                  <a:pt x="22482" y="609"/>
                </a:lnTo>
                <a:lnTo>
                  <a:pt x="24694" y="1359"/>
                </a:lnTo>
                <a:lnTo>
                  <a:pt x="26789" y="2393"/>
                </a:lnTo>
                <a:lnTo>
                  <a:pt x="28731" y="3691"/>
                </a:lnTo>
                <a:lnTo>
                  <a:pt x="30488" y="5231"/>
                </a:lnTo>
                <a:lnTo>
                  <a:pt x="32028" y="6987"/>
                </a:lnTo>
                <a:lnTo>
                  <a:pt x="33326" y="8930"/>
                </a:lnTo>
                <a:lnTo>
                  <a:pt x="34359" y="11025"/>
                </a:lnTo>
                <a:lnTo>
                  <a:pt x="35110" y="13237"/>
                </a:lnTo>
                <a:lnTo>
                  <a:pt x="35566" y="15528"/>
                </a:lnTo>
                <a:lnTo>
                  <a:pt x="35719" y="17859"/>
                </a:lnTo>
              </a:path>
            </a:pathLst>
          </a:custGeom>
          <a:noFill xmlns:a="http://schemas.openxmlformats.org/drawingml/2006/main"/>
          <a:ln xmlns:a="http://schemas.openxmlformats.org/drawingml/2006/main" w="9525">
            <a:solidFill>
              <a:srgbClr val="2E5F8B"/>
            </a:solidFill>
            <a:prstDash val="solid"/>
          </a:ln>
        </p:spPr>
      </p:sp>
      <p:sp>
        <p:nvSpPr>
          <p:cNvPr id="16" name="Online line 16">
            <a:extLst xmlns:a="http://schemas.openxmlformats.org/drawingml/2006/main">
              <a:ext uri="{FF2B5EF4-FFF2-40B4-BE49-F238E27FC236}">
                <a16:creationId xmlns:a16="http://schemas.microsoft.com/office/drawing/2014/main" id="{07D1790D-3AE8-4C94-A97A-7907D14CB431}"/>
              </a:ext>
            </a:extLst>
          </p:cNvPr>
          <p:cNvSpPr>
            <a:spLocks xmlns:a="http://schemas.openxmlformats.org/drawingml/2006/main" noGrp="1"/>
          </p:cNvSpPr>
          <p:nvPr/>
        </p:nvSpPr>
        <p:spPr>
          <a:xfrm xmlns:a="http://schemas.openxmlformats.org/drawingml/2006/main">
            <a:off x="1589484" y="3562350"/>
            <a:ext cx="53578" cy="114300"/>
          </a:xfrm>
          <a:custGeom xmlns:a="http://schemas.openxmlformats.org/drawingml/2006/main">
            <a:pathLst>
              <a:path w="53578" h="114300">
                <a:moveTo>
                  <a:pt x="53578" y="0"/>
                </a:moveTo>
                <a:lnTo>
                  <a:pt x="34290" y="7830"/>
                </a:lnTo>
                <a:lnTo>
                  <a:pt x="19288" y="18059"/>
                </a:lnTo>
                <a:lnTo>
                  <a:pt x="8573" y="30089"/>
                </a:lnTo>
                <a:lnTo>
                  <a:pt x="2143" y="43320"/>
                </a:lnTo>
                <a:lnTo>
                  <a:pt x="0" y="57150"/>
                </a:lnTo>
                <a:lnTo>
                  <a:pt x="2143" y="70980"/>
                </a:lnTo>
                <a:lnTo>
                  <a:pt x="8573" y="84211"/>
                </a:lnTo>
                <a:lnTo>
                  <a:pt x="19288" y="96241"/>
                </a:lnTo>
                <a:lnTo>
                  <a:pt x="34290" y="106470"/>
                </a:lnTo>
                <a:lnTo>
                  <a:pt x="53578" y="114300"/>
                </a:lnTo>
              </a:path>
            </a:pathLst>
          </a:custGeom>
          <a:noFill xmlns:a="http://schemas.openxmlformats.org/drawingml/2006/main"/>
          <a:ln xmlns:a="http://schemas.openxmlformats.org/drawingml/2006/main" w="17859">
            <a:solidFill>
              <a:srgbClr val="2E5F8B"/>
            </a:solidFill>
            <a:prstDash val="solid"/>
          </a:ln>
        </p:spPr>
      </p:sp>
      <p:sp>
        <p:nvSpPr>
          <p:cNvPr id="17" name="Online line 17">
            <a:extLst xmlns:a="http://schemas.openxmlformats.org/drawingml/2006/main">
              <a:ext uri="{FF2B5EF4-FFF2-40B4-BE49-F238E27FC236}">
                <a16:creationId xmlns:a16="http://schemas.microsoft.com/office/drawing/2014/main" id="{1DA296EC-4E94-47DE-BD21-1DBB43BA3A63}"/>
              </a:ext>
            </a:extLst>
          </p:cNvPr>
          <p:cNvSpPr>
            <a:spLocks xmlns:a="http://schemas.openxmlformats.org/drawingml/2006/main" noGrp="1"/>
          </p:cNvSpPr>
          <p:nvPr/>
        </p:nvSpPr>
        <p:spPr>
          <a:xfrm xmlns:a="http://schemas.openxmlformats.org/drawingml/2006/main">
            <a:off x="1785938" y="3562350"/>
            <a:ext cx="53578" cy="114300"/>
          </a:xfrm>
          <a:custGeom xmlns:a="http://schemas.openxmlformats.org/drawingml/2006/main">
            <a:pathLst>
              <a:path w="53578" h="114300">
                <a:moveTo>
                  <a:pt x="0" y="0"/>
                </a:moveTo>
                <a:lnTo>
                  <a:pt x="19288" y="7830"/>
                </a:lnTo>
                <a:lnTo>
                  <a:pt x="34290" y="18059"/>
                </a:lnTo>
                <a:lnTo>
                  <a:pt x="45006" y="30089"/>
                </a:lnTo>
                <a:lnTo>
                  <a:pt x="51435" y="43320"/>
                </a:lnTo>
                <a:lnTo>
                  <a:pt x="53578" y="57150"/>
                </a:lnTo>
                <a:lnTo>
                  <a:pt x="51435" y="70980"/>
                </a:lnTo>
                <a:lnTo>
                  <a:pt x="45006" y="84211"/>
                </a:lnTo>
                <a:lnTo>
                  <a:pt x="34290" y="96241"/>
                </a:lnTo>
                <a:lnTo>
                  <a:pt x="19288" y="106470"/>
                </a:lnTo>
                <a:lnTo>
                  <a:pt x="0" y="114300"/>
                </a:lnTo>
              </a:path>
            </a:pathLst>
          </a:custGeom>
          <a:noFill xmlns:a="http://schemas.openxmlformats.org/drawingml/2006/main"/>
          <a:ln xmlns:a="http://schemas.openxmlformats.org/drawingml/2006/main" w="17859">
            <a:solidFill>
              <a:srgbClr val="2E5F8B"/>
            </a:solidFill>
            <a:prstDash val="solid"/>
          </a:ln>
        </p:spPr>
      </p:sp>
      <p:sp>
        <p:nvSpPr>
          <p:cNvPr id="18" name="Online text 18: Cell information">
            <a:extLst xmlns:a="http://schemas.openxmlformats.org/drawingml/2006/main">
              <a:ext uri="{FF2B5EF4-FFF2-40B4-BE49-F238E27FC236}">
                <a16:creationId xmlns:a16="http://schemas.microsoft.com/office/drawing/2014/main" id="{11FE71A6-8A9B-469F-BB80-128E406DF2A2}"/>
              </a:ext>
            </a:extLst>
          </p:cNvPr>
          <p:cNvSpPr>
            <a:spLocks xmlns:a="http://schemas.openxmlformats.org/drawingml/2006/main" noGrp="1"/>
          </p:cNvSpPr>
          <p:nvPr/>
        </p:nvSpPr>
        <p:spPr>
          <a:xfrm xmlns:a="http://schemas.openxmlformats.org/drawingml/2006/main">
            <a:off x="753428" y="3964781"/>
            <a:ext cx="1922145"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213247"/>
                </a:solidFill>
                <a:latin typeface="Arial"/>
                <a:ea typeface="Arial"/>
                <a:cs typeface="Arial"/>
              </a:defRPr>
            </a:pPr>
            <a:r>
              <a:rPr sz="1875" b="1">
                <a:solidFill>
                  <a:srgbClr val="213247"/>
                </a:solidFill>
                <a:latin typeface="Arial"/>
                <a:ea typeface="Arial"/>
                <a:cs typeface="Arial"/>
              </a:rPr>
              <a:t>Cell information</a:t>
            </a:r>
          </a:p>
        </p:txBody>
      </p:sp>
      <p:sp>
        <p:nvSpPr>
          <p:cNvPr id="19" name="Online text 19: lookup">
            <a:extLst xmlns:a="http://schemas.openxmlformats.org/drawingml/2006/main">
              <a:ext uri="{FF2B5EF4-FFF2-40B4-BE49-F238E27FC236}">
                <a16:creationId xmlns:a16="http://schemas.microsoft.com/office/drawing/2014/main" id="{DB574E87-6320-44FD-87CA-FFCD36B3A1E6}"/>
              </a:ext>
            </a:extLst>
          </p:cNvPr>
          <p:cNvSpPr>
            <a:spLocks xmlns:a="http://schemas.openxmlformats.org/drawingml/2006/main" noGrp="1"/>
          </p:cNvSpPr>
          <p:nvPr/>
        </p:nvSpPr>
        <p:spPr>
          <a:xfrm xmlns:a="http://schemas.openxmlformats.org/drawingml/2006/main">
            <a:off x="1267063" y="4241006"/>
            <a:ext cx="894874"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213247"/>
                </a:solidFill>
                <a:latin typeface="Arial"/>
                <a:ea typeface="Arial"/>
                <a:cs typeface="Arial"/>
              </a:defRPr>
            </a:pPr>
            <a:r>
              <a:rPr sz="1875" b="1">
                <a:solidFill>
                  <a:srgbClr val="213247"/>
                </a:solidFill>
                <a:latin typeface="Arial"/>
                <a:ea typeface="Arial"/>
                <a:cs typeface="Arial"/>
              </a:rPr>
              <a:t>lookup</a:t>
            </a:r>
          </a:p>
        </p:txBody>
      </p:sp>
      <p:sp>
        <p:nvSpPr>
          <p:cNvPr id="20" name="Online line 20">
            <a:extLst xmlns:a="http://schemas.openxmlformats.org/drawingml/2006/main">
              <a:ext uri="{FF2B5EF4-FFF2-40B4-BE49-F238E27FC236}">
                <a16:creationId xmlns:a16="http://schemas.microsoft.com/office/drawing/2014/main" id="{B8569888-0A45-4D2C-BE1B-026A8DD2B66B}"/>
              </a:ext>
            </a:extLst>
          </p:cNvPr>
          <p:cNvSpPr>
            <a:spLocks xmlns:a="http://schemas.openxmlformats.org/drawingml/2006/main" noGrp="1"/>
          </p:cNvSpPr>
          <p:nvPr/>
        </p:nvSpPr>
        <p:spPr>
          <a:xfrm xmlns:a="http://schemas.openxmlformats.org/drawingml/2006/main">
            <a:off x="1714500" y="4572000"/>
            <a:ext cx="9525" cy="952500"/>
          </a:xfrm>
          <a:custGeom xmlns:a="http://schemas.openxmlformats.org/drawingml/2006/main">
            <a:pathLst>
              <a:path w="9525" h="952500">
                <a:moveTo>
                  <a:pt x="0" y="0"/>
                </a:moveTo>
                <a:lnTo>
                  <a:pt x="0" y="952500"/>
                </a:lnTo>
              </a:path>
            </a:pathLst>
          </a:custGeom>
          <a:noFill xmlns:a="http://schemas.openxmlformats.org/drawingml/2006/main"/>
          <a:ln xmlns:a="http://schemas.openxmlformats.org/drawingml/2006/main" w="26670">
            <a:solidFill>
              <a:srgbClr val="465E76"/>
            </a:solidFill>
            <a:prstDash val="solid"/>
          </a:ln>
        </p:spPr>
      </p:sp>
      <p:sp>
        <p:nvSpPr>
          <p:cNvPr id="21" name="Online polygon 21">
            <a:extLst xmlns:a="http://schemas.openxmlformats.org/drawingml/2006/main">
              <a:ext uri="{FF2B5EF4-FFF2-40B4-BE49-F238E27FC236}">
                <a16:creationId xmlns:a16="http://schemas.microsoft.com/office/drawing/2014/main" id="{1902B729-3C2D-47CA-9454-5B67C5A43E04}"/>
              </a:ext>
            </a:extLst>
          </p:cNvPr>
          <p:cNvSpPr>
            <a:spLocks xmlns:a="http://schemas.openxmlformats.org/drawingml/2006/main" noGrp="1"/>
          </p:cNvSpPr>
          <p:nvPr/>
        </p:nvSpPr>
        <p:spPr>
          <a:xfrm xmlns:a="http://schemas.openxmlformats.org/drawingml/2006/main">
            <a:off x="1666875" y="5419725"/>
            <a:ext cx="95250" cy="104775"/>
          </a:xfrm>
          <a:custGeom xmlns:a="http://schemas.openxmlformats.org/drawingml/2006/main">
            <a:pathLst>
              <a:path w="95250" h="104775">
                <a:moveTo>
                  <a:pt x="47625" y="104775"/>
                </a:moveTo>
                <a:lnTo>
                  <a:pt x="95250" y="0"/>
                </a:lnTo>
                <a:lnTo>
                  <a:pt x="0" y="0"/>
                </a:lnTo>
                <a:close/>
              </a:path>
            </a:pathLst>
          </a:custGeom>
          <a:solidFill xmlns:a="http://schemas.openxmlformats.org/drawingml/2006/main">
            <a:srgbClr val="465E76"/>
          </a:solidFill>
          <a:ln xmlns:a="http://schemas.openxmlformats.org/drawingml/2006/main" w="0">
            <a:noFill/>
          </a:ln>
        </p:spPr>
      </p:sp>
      <p:sp>
        <p:nvSpPr>
          <p:cNvPr id="22" name="Online text 22: Cell metadata">
            <a:extLst xmlns:a="http://schemas.openxmlformats.org/drawingml/2006/main">
              <a:ext uri="{FF2B5EF4-FFF2-40B4-BE49-F238E27FC236}">
                <a16:creationId xmlns:a16="http://schemas.microsoft.com/office/drawing/2014/main" id="{569860D8-3673-4BBD-9565-B85F21EB07BC}"/>
              </a:ext>
            </a:extLst>
          </p:cNvPr>
          <p:cNvSpPr>
            <a:spLocks xmlns:a="http://schemas.openxmlformats.org/drawingml/2006/main" noGrp="1"/>
          </p:cNvSpPr>
          <p:nvPr/>
        </p:nvSpPr>
        <p:spPr>
          <a:xfrm xmlns:a="http://schemas.openxmlformats.org/drawingml/2006/main">
            <a:off x="1885950" y="4922520"/>
            <a:ext cx="128949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9697A"/>
                </a:solidFill>
                <a:latin typeface="Arial"/>
                <a:ea typeface="Arial"/>
                <a:cs typeface="Arial"/>
              </a:defRPr>
            </a:pPr>
            <a:r>
              <a:rPr sz="1500" b="0">
                <a:solidFill>
                  <a:srgbClr val="59697A"/>
                </a:solidFill>
                <a:latin typeface="Arial"/>
                <a:ea typeface="Arial"/>
                <a:cs typeface="Arial"/>
              </a:rPr>
              <a:t>Cell metadata</a:t>
            </a:r>
          </a:p>
        </p:txBody>
      </p:sp>
      <p:sp>
        <p:nvSpPr>
          <p:cNvPr id="23" name="Online module 23">
            <a:extLst xmlns:a="http://schemas.openxmlformats.org/drawingml/2006/main">
              <a:ext uri="{FF2B5EF4-FFF2-40B4-BE49-F238E27FC236}">
                <a16:creationId xmlns:a16="http://schemas.microsoft.com/office/drawing/2014/main" id="{78184F5C-DEC4-4BB0-8CA9-9E773D81D2A5}"/>
              </a:ext>
            </a:extLst>
          </p:cNvPr>
          <p:cNvSpPr>
            <a:spLocks xmlns:a="http://schemas.openxmlformats.org/drawingml/2006/main" noGrp="1"/>
          </p:cNvSpPr>
          <p:nvPr/>
        </p:nvSpPr>
        <p:spPr>
          <a:xfrm xmlns:a="http://schemas.openxmlformats.org/drawingml/2006/main">
            <a:off x="523875" y="5524500"/>
            <a:ext cx="2381250" cy="1714500"/>
          </a:xfrm>
          <a:prstGeom xmlns:a="http://schemas.openxmlformats.org/drawingml/2006/main" prst="roundRect">
            <a:avLst>
              <a:gd name="adj" fmla="val 3889"/>
            </a:avLst>
          </a:prstGeom>
          <a:solidFill xmlns:a="http://schemas.openxmlformats.org/drawingml/2006/main">
            <a:srgbClr val="E8F1FB"/>
          </a:solidFill>
          <a:ln xmlns:a="http://schemas.openxmlformats.org/drawingml/2006/main" w="26670">
            <a:solidFill>
              <a:srgbClr val="4475A5"/>
            </a:solidFill>
            <a:prstDash val="solid"/>
          </a:ln>
        </p:spPr>
      </p:sp>
      <p:sp>
        <p:nvSpPr>
          <p:cNvPr id="24" name="Online module 24">
            <a:extLst xmlns:a="http://schemas.openxmlformats.org/drawingml/2006/main">
              <a:ext uri="{FF2B5EF4-FFF2-40B4-BE49-F238E27FC236}">
                <a16:creationId xmlns:a16="http://schemas.microsoft.com/office/drawing/2014/main" id="{1252884E-C3B0-416F-909A-5AFA9144AB2D}"/>
              </a:ext>
            </a:extLst>
          </p:cNvPr>
          <p:cNvSpPr>
            <a:spLocks xmlns:a="http://schemas.openxmlformats.org/drawingml/2006/main" noGrp="1"/>
          </p:cNvSpPr>
          <p:nvPr/>
        </p:nvSpPr>
        <p:spPr>
          <a:xfrm xmlns:a="http://schemas.openxmlformats.org/drawingml/2006/main">
            <a:off x="1615440" y="5697855"/>
            <a:ext cx="182880" cy="236220"/>
          </a:xfrm>
          <a:prstGeom xmlns:a="http://schemas.openxmlformats.org/drawingml/2006/main" prst="roundRect">
            <a:avLst>
              <a:gd name="adj" fmla="val 8333"/>
            </a:avLst>
          </a:prstGeom>
          <a:noFill xmlns:a="http://schemas.openxmlformats.org/drawingml/2006/main"/>
          <a:ln xmlns:a="http://schemas.openxmlformats.org/drawingml/2006/main" w="18288">
            <a:solidFill>
              <a:srgbClr val="2E5F8B"/>
            </a:solidFill>
            <a:prstDash val="solid"/>
          </a:ln>
        </p:spPr>
      </p:sp>
      <p:sp>
        <p:nvSpPr>
          <p:cNvPr id="25" name="Online line 25">
            <a:extLst xmlns:a="http://schemas.openxmlformats.org/drawingml/2006/main">
              <a:ext uri="{FF2B5EF4-FFF2-40B4-BE49-F238E27FC236}">
                <a16:creationId xmlns:a16="http://schemas.microsoft.com/office/drawing/2014/main" id="{5C273AD0-DE94-467C-AA05-81CF6AE9914C}"/>
              </a:ext>
            </a:extLst>
          </p:cNvPr>
          <p:cNvSpPr>
            <a:spLocks xmlns:a="http://schemas.openxmlformats.org/drawingml/2006/main" noGrp="1"/>
          </p:cNvSpPr>
          <p:nvPr/>
        </p:nvSpPr>
        <p:spPr>
          <a:xfrm xmlns:a="http://schemas.openxmlformats.org/drawingml/2006/main">
            <a:off x="1562100" y="5743575"/>
            <a:ext cx="190500" cy="228600"/>
          </a:xfrm>
          <a:custGeom xmlns:a="http://schemas.openxmlformats.org/drawingml/2006/main">
            <a:pathLst>
              <a:path w="190500" h="228600">
                <a:moveTo>
                  <a:pt x="22860" y="0"/>
                </a:moveTo>
                <a:lnTo>
                  <a:pt x="0" y="0"/>
                </a:lnTo>
                <a:lnTo>
                  <a:pt x="0" y="228600"/>
                </a:lnTo>
                <a:lnTo>
                  <a:pt x="190500" y="228600"/>
                </a:lnTo>
              </a:path>
            </a:pathLst>
          </a:custGeom>
          <a:noFill xmlns:a="http://schemas.openxmlformats.org/drawingml/2006/main"/>
          <a:ln xmlns:a="http://schemas.openxmlformats.org/drawingml/2006/main" w="19050">
            <a:solidFill>
              <a:srgbClr val="2E5F8B"/>
            </a:solidFill>
            <a:prstDash val="solid"/>
          </a:ln>
        </p:spPr>
      </p:sp>
      <p:sp>
        <p:nvSpPr>
          <p:cNvPr id="26" name="Online line 26">
            <a:extLst xmlns:a="http://schemas.openxmlformats.org/drawingml/2006/main">
              <a:ext uri="{FF2B5EF4-FFF2-40B4-BE49-F238E27FC236}">
                <a16:creationId xmlns:a16="http://schemas.microsoft.com/office/drawing/2014/main" id="{62AF1D54-29A6-438E-AA89-297A32931B76}"/>
              </a:ext>
            </a:extLst>
          </p:cNvPr>
          <p:cNvSpPr>
            <a:spLocks xmlns:a="http://schemas.openxmlformats.org/drawingml/2006/main" noGrp="1"/>
          </p:cNvSpPr>
          <p:nvPr/>
        </p:nvSpPr>
        <p:spPr>
          <a:xfrm xmlns:a="http://schemas.openxmlformats.org/drawingml/2006/main">
            <a:off x="1661160" y="5766435"/>
            <a:ext cx="91440" cy="9525"/>
          </a:xfrm>
          <a:custGeom xmlns:a="http://schemas.openxmlformats.org/drawingml/2006/main">
            <a:pathLst>
              <a:path w="91440" h="9525">
                <a:moveTo>
                  <a:pt x="0" y="0"/>
                </a:moveTo>
                <a:lnTo>
                  <a:pt x="91440" y="0"/>
                </a:lnTo>
              </a:path>
            </a:pathLst>
          </a:custGeom>
          <a:noFill xmlns:a="http://schemas.openxmlformats.org/drawingml/2006/main"/>
          <a:ln xmlns:a="http://schemas.openxmlformats.org/drawingml/2006/main" w="19050">
            <a:solidFill>
              <a:srgbClr val="2E5F8B"/>
            </a:solidFill>
            <a:prstDash val="solid"/>
          </a:ln>
        </p:spPr>
      </p:sp>
      <p:sp>
        <p:nvSpPr>
          <p:cNvPr id="27" name="Online line 27">
            <a:extLst xmlns:a="http://schemas.openxmlformats.org/drawingml/2006/main">
              <a:ext uri="{FF2B5EF4-FFF2-40B4-BE49-F238E27FC236}">
                <a16:creationId xmlns:a16="http://schemas.microsoft.com/office/drawing/2014/main" id="{3B04AA9B-7A64-46CE-A095-21FF89C7EA1F}"/>
              </a:ext>
            </a:extLst>
          </p:cNvPr>
          <p:cNvSpPr>
            <a:spLocks xmlns:a="http://schemas.openxmlformats.org/drawingml/2006/main" noGrp="1"/>
          </p:cNvSpPr>
          <p:nvPr/>
        </p:nvSpPr>
        <p:spPr>
          <a:xfrm xmlns:a="http://schemas.openxmlformats.org/drawingml/2006/main">
            <a:off x="1661160" y="5819775"/>
            <a:ext cx="91440" cy="9525"/>
          </a:xfrm>
          <a:custGeom xmlns:a="http://schemas.openxmlformats.org/drawingml/2006/main">
            <a:pathLst>
              <a:path w="91440" h="9525">
                <a:moveTo>
                  <a:pt x="0" y="0"/>
                </a:moveTo>
                <a:lnTo>
                  <a:pt x="91440" y="0"/>
                </a:lnTo>
              </a:path>
            </a:pathLst>
          </a:custGeom>
          <a:noFill xmlns:a="http://schemas.openxmlformats.org/drawingml/2006/main"/>
          <a:ln xmlns:a="http://schemas.openxmlformats.org/drawingml/2006/main" w="19050">
            <a:solidFill>
              <a:srgbClr val="2E5F8B"/>
            </a:solidFill>
            <a:prstDash val="solid"/>
          </a:ln>
        </p:spPr>
      </p:sp>
      <p:sp>
        <p:nvSpPr>
          <p:cNvPr id="28" name="Online line 28">
            <a:extLst xmlns:a="http://schemas.openxmlformats.org/drawingml/2006/main">
              <a:ext uri="{FF2B5EF4-FFF2-40B4-BE49-F238E27FC236}">
                <a16:creationId xmlns:a16="http://schemas.microsoft.com/office/drawing/2014/main" id="{FB673D84-E6B1-498E-8308-28063EA3E277}"/>
              </a:ext>
            </a:extLst>
          </p:cNvPr>
          <p:cNvSpPr>
            <a:spLocks xmlns:a="http://schemas.openxmlformats.org/drawingml/2006/main" noGrp="1"/>
          </p:cNvSpPr>
          <p:nvPr/>
        </p:nvSpPr>
        <p:spPr>
          <a:xfrm xmlns:a="http://schemas.openxmlformats.org/drawingml/2006/main">
            <a:off x="1661160" y="5873115"/>
            <a:ext cx="60960" cy="9525"/>
          </a:xfrm>
          <a:custGeom xmlns:a="http://schemas.openxmlformats.org/drawingml/2006/main">
            <a:pathLst>
              <a:path w="60960" h="9525">
                <a:moveTo>
                  <a:pt x="0" y="0"/>
                </a:moveTo>
                <a:lnTo>
                  <a:pt x="60960" y="0"/>
                </a:lnTo>
              </a:path>
            </a:pathLst>
          </a:custGeom>
          <a:noFill xmlns:a="http://schemas.openxmlformats.org/drawingml/2006/main"/>
          <a:ln xmlns:a="http://schemas.openxmlformats.org/drawingml/2006/main" w="19050">
            <a:solidFill>
              <a:srgbClr val="2E5F8B"/>
            </a:solidFill>
            <a:prstDash val="solid"/>
          </a:ln>
        </p:spPr>
      </p:sp>
      <p:sp>
        <p:nvSpPr>
          <p:cNvPr id="29" name="Online text 29: Initialized">
            <a:extLst xmlns:a="http://schemas.openxmlformats.org/drawingml/2006/main">
              <a:ext uri="{FF2B5EF4-FFF2-40B4-BE49-F238E27FC236}">
                <a16:creationId xmlns:a16="http://schemas.microsoft.com/office/drawing/2014/main" id="{8D9CD92B-E1EE-4AFC-A25A-90A99C5B5A4C}"/>
              </a:ext>
            </a:extLst>
          </p:cNvPr>
          <p:cNvSpPr>
            <a:spLocks xmlns:a="http://schemas.openxmlformats.org/drawingml/2006/main" noGrp="1"/>
          </p:cNvSpPr>
          <p:nvPr/>
        </p:nvSpPr>
        <p:spPr>
          <a:xfrm xmlns:a="http://schemas.openxmlformats.org/drawingml/2006/main">
            <a:off x="1004840" y="6074093"/>
            <a:ext cx="141932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250" b="1">
                <a:solidFill>
                  <a:srgbClr val="213247"/>
                </a:solidFill>
                <a:latin typeface="Arial"/>
                <a:ea typeface="Arial"/>
                <a:cs typeface="Arial"/>
              </a:defRPr>
            </a:pPr>
            <a:r>
              <a:rPr sz="2250" b="1">
                <a:solidFill>
                  <a:srgbClr val="213247"/>
                </a:solidFill>
                <a:latin typeface="Arial"/>
                <a:ea typeface="Arial"/>
                <a:cs typeface="Arial"/>
              </a:rPr>
              <a:t>Initialized</a:t>
            </a:r>
          </a:p>
        </p:txBody>
      </p:sp>
      <p:sp>
        <p:nvSpPr>
          <p:cNvPr id="30" name="Online text 30: task state">
            <a:extLst xmlns:a="http://schemas.openxmlformats.org/drawingml/2006/main">
              <a:ext uri="{FF2B5EF4-FFF2-40B4-BE49-F238E27FC236}">
                <a16:creationId xmlns:a16="http://schemas.microsoft.com/office/drawing/2014/main" id="{BB2550EF-FF4F-424E-93C1-68456A9DFEA6}"/>
              </a:ext>
            </a:extLst>
          </p:cNvPr>
          <p:cNvSpPr>
            <a:spLocks xmlns:a="http://schemas.openxmlformats.org/drawingml/2006/main" noGrp="1"/>
          </p:cNvSpPr>
          <p:nvPr/>
        </p:nvSpPr>
        <p:spPr>
          <a:xfrm xmlns:a="http://schemas.openxmlformats.org/drawingml/2006/main">
            <a:off x="998268" y="6426518"/>
            <a:ext cx="1432465"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250" b="1">
                <a:solidFill>
                  <a:srgbClr val="213247"/>
                </a:solidFill>
                <a:latin typeface="Arial"/>
                <a:ea typeface="Arial"/>
                <a:cs typeface="Arial"/>
              </a:defRPr>
            </a:pPr>
            <a:r>
              <a:rPr sz="2250" b="1">
                <a:solidFill>
                  <a:srgbClr val="213247"/>
                </a:solidFill>
                <a:latin typeface="Arial"/>
                <a:ea typeface="Arial"/>
                <a:cs typeface="Arial"/>
              </a:rPr>
              <a:t>task state</a:t>
            </a:r>
          </a:p>
        </p:txBody>
      </p:sp>
      <p:sp>
        <p:nvSpPr>
          <p:cNvPr id="31" name="Online text 31: Task + cell metadata">
            <a:extLst xmlns:a="http://schemas.openxmlformats.org/drawingml/2006/main">
              <a:ext uri="{FF2B5EF4-FFF2-40B4-BE49-F238E27FC236}">
                <a16:creationId xmlns:a16="http://schemas.microsoft.com/office/drawing/2014/main" id="{BF6C0169-A717-4715-B614-18E0EC8FAC66}"/>
              </a:ext>
            </a:extLst>
          </p:cNvPr>
          <p:cNvSpPr>
            <a:spLocks xmlns:a="http://schemas.openxmlformats.org/drawingml/2006/main" noGrp="1"/>
          </p:cNvSpPr>
          <p:nvPr/>
        </p:nvSpPr>
        <p:spPr>
          <a:xfrm xmlns:a="http://schemas.openxmlformats.org/drawingml/2006/main">
            <a:off x="830837" y="6855238"/>
            <a:ext cx="1767326" cy="244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0">
                <a:solidFill>
                  <a:srgbClr val="2E5F8B"/>
                </a:solidFill>
                <a:latin typeface="Arial"/>
                <a:ea typeface="Arial"/>
                <a:cs typeface="Arial"/>
              </a:defRPr>
            </a:pPr>
            <a:r>
              <a:rPr sz="1425" b="0">
                <a:solidFill>
                  <a:srgbClr val="2E5F8B"/>
                </a:solidFill>
                <a:latin typeface="Arial"/>
                <a:ea typeface="Arial"/>
                <a:cs typeface="Arial"/>
              </a:rPr>
              <a:t>Task + cell metadata</a:t>
            </a:r>
          </a:p>
        </p:txBody>
      </p:sp>
      <p:sp>
        <p:nvSpPr>
          <p:cNvPr id="32" name="Online text 32: OUTPUT">
            <a:extLst xmlns:a="http://schemas.openxmlformats.org/drawingml/2006/main">
              <a:ext uri="{FF2B5EF4-FFF2-40B4-BE49-F238E27FC236}">
                <a16:creationId xmlns:a16="http://schemas.microsoft.com/office/drawing/2014/main" id="{BA076FD3-3BC0-4CB2-9F70-8A85121AC61E}"/>
              </a:ext>
            </a:extLst>
          </p:cNvPr>
          <p:cNvSpPr>
            <a:spLocks xmlns:a="http://schemas.openxmlformats.org/drawingml/2006/main" noGrp="1"/>
          </p:cNvSpPr>
          <p:nvPr/>
        </p:nvSpPr>
        <p:spPr>
          <a:xfrm xmlns:a="http://schemas.openxmlformats.org/drawingml/2006/main">
            <a:off x="20212060" y="4673156"/>
            <a:ext cx="819131" cy="231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28664F"/>
                </a:solidFill>
                <a:latin typeface="Arial"/>
                <a:ea typeface="Arial"/>
                <a:cs typeface="Arial"/>
              </a:defRPr>
            </a:pPr>
            <a:r>
              <a:rPr sz="1350" b="1">
                <a:solidFill>
                  <a:srgbClr val="28664F"/>
                </a:solidFill>
                <a:latin typeface="Arial"/>
                <a:ea typeface="Arial"/>
                <a:cs typeface="Arial"/>
              </a:rPr>
              <a:t>OUTPUT</a:t>
            </a:r>
          </a:p>
        </p:txBody>
      </p:sp>
      <p:sp>
        <p:nvSpPr>
          <p:cNvPr id="33" name="Online polygon 33">
            <a:extLst xmlns:a="http://schemas.openxmlformats.org/drawingml/2006/main">
              <a:ext uri="{FF2B5EF4-FFF2-40B4-BE49-F238E27FC236}">
                <a16:creationId xmlns:a16="http://schemas.microsoft.com/office/drawing/2014/main" id="{19DA3DDF-FDEB-467C-BE85-237A2544A100}"/>
              </a:ext>
            </a:extLst>
          </p:cNvPr>
          <p:cNvSpPr>
            <a:spLocks xmlns:a="http://schemas.openxmlformats.org/drawingml/2006/main" noGrp="1"/>
          </p:cNvSpPr>
          <p:nvPr/>
        </p:nvSpPr>
        <p:spPr>
          <a:xfrm xmlns:a="http://schemas.openxmlformats.org/drawingml/2006/main">
            <a:off x="19240500" y="5143500"/>
            <a:ext cx="2762250" cy="2905125"/>
          </a:xfrm>
          <a:custGeom xmlns:a="http://schemas.openxmlformats.org/drawingml/2006/main">
            <a:pathLst>
              <a:path w="2762250" h="2905125">
                <a:moveTo>
                  <a:pt x="0" y="0"/>
                </a:moveTo>
                <a:lnTo>
                  <a:pt x="2428875" y="0"/>
                </a:lnTo>
                <a:lnTo>
                  <a:pt x="2762250" y="333375"/>
                </a:lnTo>
                <a:lnTo>
                  <a:pt x="2762250" y="2905125"/>
                </a:lnTo>
                <a:lnTo>
                  <a:pt x="0" y="2905125"/>
                </a:lnTo>
                <a:close/>
              </a:path>
            </a:pathLst>
          </a:custGeom>
          <a:solidFill xmlns:a="http://schemas.openxmlformats.org/drawingml/2006/main">
            <a:srgbClr val="E6F4EE"/>
          </a:solidFill>
          <a:ln xmlns:a="http://schemas.openxmlformats.org/drawingml/2006/main" w="26670">
            <a:solidFill>
              <a:srgbClr val="4D8F78"/>
            </a:solidFill>
            <a:prstDash val="solid"/>
          </a:ln>
        </p:spPr>
      </p:sp>
      <p:sp>
        <p:nvSpPr>
          <p:cNvPr id="34" name="Online line 34">
            <a:extLst xmlns:a="http://schemas.openxmlformats.org/drawingml/2006/main">
              <a:ext uri="{FF2B5EF4-FFF2-40B4-BE49-F238E27FC236}">
                <a16:creationId xmlns:a16="http://schemas.microsoft.com/office/drawing/2014/main" id="{6D871DB3-28F5-4CAA-835A-37AA6F3D22FA}"/>
              </a:ext>
            </a:extLst>
          </p:cNvPr>
          <p:cNvSpPr>
            <a:spLocks xmlns:a="http://schemas.openxmlformats.org/drawingml/2006/main" noGrp="1"/>
          </p:cNvSpPr>
          <p:nvPr/>
        </p:nvSpPr>
        <p:spPr>
          <a:xfrm xmlns:a="http://schemas.openxmlformats.org/drawingml/2006/main">
            <a:off x="21669375" y="5143500"/>
            <a:ext cx="333375" cy="333375"/>
          </a:xfrm>
          <a:custGeom xmlns:a="http://schemas.openxmlformats.org/drawingml/2006/main">
            <a:pathLst>
              <a:path w="333375" h="333375">
                <a:moveTo>
                  <a:pt x="0" y="0"/>
                </a:moveTo>
                <a:lnTo>
                  <a:pt x="0" y="333375"/>
                </a:lnTo>
                <a:lnTo>
                  <a:pt x="333375" y="333375"/>
                </a:lnTo>
              </a:path>
            </a:pathLst>
          </a:custGeom>
          <a:noFill xmlns:a="http://schemas.openxmlformats.org/drawingml/2006/main"/>
          <a:ln xmlns:a="http://schemas.openxmlformats.org/drawingml/2006/main" w="26670">
            <a:solidFill>
              <a:srgbClr val="4D8F78"/>
            </a:solidFill>
            <a:prstDash val="solid"/>
          </a:ln>
        </p:spPr>
      </p:sp>
      <p:sp>
        <p:nvSpPr>
          <p:cNvPr id="35" name="Online module 35">
            <a:extLst xmlns:a="http://schemas.openxmlformats.org/drawingml/2006/main">
              <a:ext uri="{FF2B5EF4-FFF2-40B4-BE49-F238E27FC236}">
                <a16:creationId xmlns:a16="http://schemas.microsoft.com/office/drawing/2014/main" id="{AE8CFECD-9016-4DCA-A293-CD41F023DA83}"/>
              </a:ext>
            </a:extLst>
          </p:cNvPr>
          <p:cNvSpPr>
            <a:spLocks xmlns:a="http://schemas.openxmlformats.org/drawingml/2006/main" noGrp="1"/>
          </p:cNvSpPr>
          <p:nvPr/>
        </p:nvSpPr>
        <p:spPr>
          <a:xfrm xmlns:a="http://schemas.openxmlformats.org/drawingml/2006/main">
            <a:off x="20088225" y="5467350"/>
            <a:ext cx="933450" cy="1066800"/>
          </a:xfrm>
          <a:prstGeom xmlns:a="http://schemas.openxmlformats.org/drawingml/2006/main" prst="roundRect">
            <a:avLst>
              <a:gd name="adj" fmla="val 3061"/>
            </a:avLst>
          </a:prstGeom>
          <a:solidFill xmlns:a="http://schemas.openxmlformats.org/drawingml/2006/main">
            <a:srgbClr val="FFFFFF"/>
          </a:solidFill>
          <a:ln xmlns:a="http://schemas.openxmlformats.org/drawingml/2006/main" w="20955">
            <a:solidFill>
              <a:srgbClr val="4D8F78"/>
            </a:solidFill>
            <a:prstDash val="solid"/>
          </a:ln>
        </p:spPr>
      </p:sp>
      <p:sp>
        <p:nvSpPr>
          <p:cNvPr id="36" name="Online line 36">
            <a:extLst xmlns:a="http://schemas.openxmlformats.org/drawingml/2006/main">
              <a:ext uri="{FF2B5EF4-FFF2-40B4-BE49-F238E27FC236}">
                <a16:creationId xmlns:a16="http://schemas.microsoft.com/office/drawing/2014/main" id="{6454A1E9-A923-49F9-9765-5E63325650B3}"/>
              </a:ext>
            </a:extLst>
          </p:cNvPr>
          <p:cNvSpPr>
            <a:spLocks xmlns:a="http://schemas.openxmlformats.org/drawingml/2006/main" noGrp="1"/>
          </p:cNvSpPr>
          <p:nvPr/>
        </p:nvSpPr>
        <p:spPr>
          <a:xfrm xmlns:a="http://schemas.openxmlformats.org/drawingml/2006/main">
            <a:off x="20240625" y="5648325"/>
            <a:ext cx="628650" cy="9525"/>
          </a:xfrm>
          <a:custGeom xmlns:a="http://schemas.openxmlformats.org/drawingml/2006/main">
            <a:pathLst>
              <a:path w="628650" h="9525">
                <a:moveTo>
                  <a:pt x="0" y="0"/>
                </a:moveTo>
                <a:lnTo>
                  <a:pt x="628650" y="0"/>
                </a:lnTo>
              </a:path>
            </a:pathLst>
          </a:custGeom>
          <a:noFill xmlns:a="http://schemas.openxmlformats.org/drawingml/2006/main"/>
          <a:ln xmlns:a="http://schemas.openxmlformats.org/drawingml/2006/main" w="28575">
            <a:solidFill>
              <a:srgbClr val="4D8F78"/>
            </a:solidFill>
            <a:prstDash val="solid"/>
          </a:ln>
        </p:spPr>
      </p:sp>
      <p:sp>
        <p:nvSpPr>
          <p:cNvPr id="37" name="Online line 37">
            <a:extLst xmlns:a="http://schemas.openxmlformats.org/drawingml/2006/main">
              <a:ext uri="{FF2B5EF4-FFF2-40B4-BE49-F238E27FC236}">
                <a16:creationId xmlns:a16="http://schemas.microsoft.com/office/drawing/2014/main" id="{A58F15D1-525A-4709-857C-B616723FE4EA}"/>
              </a:ext>
            </a:extLst>
          </p:cNvPr>
          <p:cNvSpPr>
            <a:spLocks xmlns:a="http://schemas.openxmlformats.org/drawingml/2006/main" noGrp="1"/>
          </p:cNvSpPr>
          <p:nvPr/>
        </p:nvSpPr>
        <p:spPr>
          <a:xfrm xmlns:a="http://schemas.openxmlformats.org/drawingml/2006/main">
            <a:off x="20240625" y="5762625"/>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23813">
            <a:solidFill>
              <a:srgbClr val="4D8F78"/>
            </a:solidFill>
            <a:prstDash val="solid"/>
          </a:ln>
        </p:spPr>
      </p:sp>
      <p:sp>
        <p:nvSpPr>
          <p:cNvPr id="38" name="Online line 38">
            <a:extLst xmlns:a="http://schemas.openxmlformats.org/drawingml/2006/main">
              <a:ext uri="{FF2B5EF4-FFF2-40B4-BE49-F238E27FC236}">
                <a16:creationId xmlns:a16="http://schemas.microsoft.com/office/drawing/2014/main" id="{D87D5103-4070-44BC-9E8D-1E2D56A21365}"/>
              </a:ext>
            </a:extLst>
          </p:cNvPr>
          <p:cNvSpPr>
            <a:spLocks xmlns:a="http://schemas.openxmlformats.org/drawingml/2006/main" noGrp="1"/>
          </p:cNvSpPr>
          <p:nvPr/>
        </p:nvSpPr>
        <p:spPr>
          <a:xfrm xmlns:a="http://schemas.openxmlformats.org/drawingml/2006/main">
            <a:off x="20250150" y="5943600"/>
            <a:ext cx="638175" cy="428625"/>
          </a:xfrm>
          <a:custGeom xmlns:a="http://schemas.openxmlformats.org/drawingml/2006/main">
            <a:pathLst>
              <a:path w="638175" h="428625">
                <a:moveTo>
                  <a:pt x="0" y="0"/>
                </a:moveTo>
                <a:lnTo>
                  <a:pt x="0" y="428625"/>
                </a:lnTo>
                <a:lnTo>
                  <a:pt x="638175" y="428625"/>
                </a:lnTo>
              </a:path>
            </a:pathLst>
          </a:custGeom>
          <a:noFill xmlns:a="http://schemas.openxmlformats.org/drawingml/2006/main"/>
          <a:ln xmlns:a="http://schemas.openxmlformats.org/drawingml/2006/main" w="19050">
            <a:solidFill>
              <a:srgbClr val="4D8F78"/>
            </a:solidFill>
            <a:prstDash val="solid"/>
          </a:ln>
        </p:spPr>
      </p:sp>
      <p:sp>
        <p:nvSpPr>
          <p:cNvPr id="39" name="Online module 39">
            <a:extLst xmlns:a="http://schemas.openxmlformats.org/drawingml/2006/main">
              <a:ext uri="{FF2B5EF4-FFF2-40B4-BE49-F238E27FC236}">
                <a16:creationId xmlns:a16="http://schemas.microsoft.com/office/drawing/2014/main" id="{8CBBE110-6BF3-4239-902D-D0ACD87F84C1}"/>
              </a:ext>
            </a:extLst>
          </p:cNvPr>
          <p:cNvSpPr>
            <a:spLocks xmlns:a="http://schemas.openxmlformats.org/drawingml/2006/main" noGrp="1"/>
          </p:cNvSpPr>
          <p:nvPr/>
        </p:nvSpPr>
        <p:spPr>
          <a:xfrm xmlns:a="http://schemas.openxmlformats.org/drawingml/2006/main">
            <a:off x="20345400" y="6191250"/>
            <a:ext cx="104775" cy="180975"/>
          </a:xfrm>
          <a:prstGeom xmlns:a="http://schemas.openxmlformats.org/drawingml/2006/main" prst="rect">
            <a:avLst/>
          </a:prstGeom>
          <a:solidFill xmlns:a="http://schemas.openxmlformats.org/drawingml/2006/main">
            <a:srgbClr val="4D8F78"/>
          </a:solidFill>
          <a:ln xmlns:a="http://schemas.openxmlformats.org/drawingml/2006/main" w="0">
            <a:noFill/>
          </a:ln>
        </p:spPr>
      </p:sp>
      <p:sp>
        <p:nvSpPr>
          <p:cNvPr id="40" name="Online module 40">
            <a:extLst xmlns:a="http://schemas.openxmlformats.org/drawingml/2006/main">
              <a:ext uri="{FF2B5EF4-FFF2-40B4-BE49-F238E27FC236}">
                <a16:creationId xmlns:a16="http://schemas.microsoft.com/office/drawing/2014/main" id="{04DD0013-6574-4202-A10F-48286CF1D279}"/>
              </a:ext>
            </a:extLst>
          </p:cNvPr>
          <p:cNvSpPr>
            <a:spLocks xmlns:a="http://schemas.openxmlformats.org/drawingml/2006/main" noGrp="1"/>
          </p:cNvSpPr>
          <p:nvPr/>
        </p:nvSpPr>
        <p:spPr>
          <a:xfrm xmlns:a="http://schemas.openxmlformats.org/drawingml/2006/main">
            <a:off x="20516850" y="6057900"/>
            <a:ext cx="104775" cy="314325"/>
          </a:xfrm>
          <a:prstGeom xmlns:a="http://schemas.openxmlformats.org/drawingml/2006/main" prst="rect">
            <a:avLst/>
          </a:prstGeom>
          <a:solidFill xmlns:a="http://schemas.openxmlformats.org/drawingml/2006/main">
            <a:srgbClr val="4D8F78"/>
          </a:solidFill>
          <a:ln xmlns:a="http://schemas.openxmlformats.org/drawingml/2006/main" w="0">
            <a:noFill/>
          </a:ln>
        </p:spPr>
      </p:sp>
      <p:sp>
        <p:nvSpPr>
          <p:cNvPr id="41" name="Online module 41">
            <a:extLst xmlns:a="http://schemas.openxmlformats.org/drawingml/2006/main">
              <a:ext uri="{FF2B5EF4-FFF2-40B4-BE49-F238E27FC236}">
                <a16:creationId xmlns:a16="http://schemas.microsoft.com/office/drawing/2014/main" id="{09620B61-C3D8-4020-92DF-02ED64190FDC}"/>
              </a:ext>
            </a:extLst>
          </p:cNvPr>
          <p:cNvSpPr>
            <a:spLocks xmlns:a="http://schemas.openxmlformats.org/drawingml/2006/main" noGrp="1"/>
          </p:cNvSpPr>
          <p:nvPr/>
        </p:nvSpPr>
        <p:spPr>
          <a:xfrm xmlns:a="http://schemas.openxmlformats.org/drawingml/2006/main">
            <a:off x="20688300" y="5943600"/>
            <a:ext cx="104775" cy="428625"/>
          </a:xfrm>
          <a:prstGeom xmlns:a="http://schemas.openxmlformats.org/drawingml/2006/main" prst="rect">
            <a:avLst/>
          </a:prstGeom>
          <a:solidFill xmlns:a="http://schemas.openxmlformats.org/drawingml/2006/main">
            <a:srgbClr val="4D8F78"/>
          </a:solidFill>
          <a:ln xmlns:a="http://schemas.openxmlformats.org/drawingml/2006/main" w="0">
            <a:noFill/>
          </a:ln>
        </p:spPr>
      </p:sp>
      <p:sp>
        <p:nvSpPr>
          <p:cNvPr id="42" name="Online text 42: Outage impact">
            <a:extLst xmlns:a="http://schemas.openxmlformats.org/drawingml/2006/main">
              <a:ext uri="{FF2B5EF4-FFF2-40B4-BE49-F238E27FC236}">
                <a16:creationId xmlns:a16="http://schemas.microsoft.com/office/drawing/2014/main" id="{5EB1E3A3-85A2-4E33-B064-CD824BE3295B}"/>
              </a:ext>
            </a:extLst>
          </p:cNvPr>
          <p:cNvSpPr>
            <a:spLocks xmlns:a="http://schemas.openxmlformats.org/drawingml/2006/main" noGrp="1"/>
          </p:cNvSpPr>
          <p:nvPr/>
        </p:nvSpPr>
        <p:spPr>
          <a:xfrm xmlns:a="http://schemas.openxmlformats.org/drawingml/2006/main">
            <a:off x="19505905" y="6742557"/>
            <a:ext cx="2231441"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400" b="1">
                <a:solidFill>
                  <a:srgbClr val="28664F"/>
                </a:solidFill>
                <a:latin typeface="Arial"/>
                <a:ea typeface="Arial"/>
                <a:cs typeface="Arial"/>
              </a:defRPr>
            </a:pPr>
            <a:r>
              <a:rPr sz="2400" b="1">
                <a:solidFill>
                  <a:srgbClr val="28664F"/>
                </a:solidFill>
                <a:latin typeface="Arial"/>
                <a:ea typeface="Arial"/>
                <a:cs typeface="Arial"/>
              </a:rPr>
              <a:t>Outage impact</a:t>
            </a:r>
          </a:p>
        </p:txBody>
      </p:sp>
      <p:sp>
        <p:nvSpPr>
          <p:cNvPr id="43" name="Online text 43: report">
            <a:extLst xmlns:a="http://schemas.openxmlformats.org/drawingml/2006/main">
              <a:ext uri="{FF2B5EF4-FFF2-40B4-BE49-F238E27FC236}">
                <a16:creationId xmlns:a16="http://schemas.microsoft.com/office/drawing/2014/main" id="{A5467D90-67E8-4BC5-A706-D2CE685EE278}"/>
              </a:ext>
            </a:extLst>
          </p:cNvPr>
          <p:cNvSpPr>
            <a:spLocks xmlns:a="http://schemas.openxmlformats.org/drawingml/2006/main" noGrp="1"/>
          </p:cNvSpPr>
          <p:nvPr/>
        </p:nvSpPr>
        <p:spPr>
          <a:xfrm xmlns:a="http://schemas.openxmlformats.org/drawingml/2006/main">
            <a:off x="20051873" y="7089743"/>
            <a:ext cx="1139504" cy="4757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775" b="1">
                <a:solidFill>
                  <a:srgbClr val="28664F"/>
                </a:solidFill>
                <a:latin typeface="Arial"/>
                <a:ea typeface="Arial"/>
                <a:cs typeface="Arial"/>
              </a:defRPr>
            </a:pPr>
            <a:r>
              <a:rPr sz="2775" b="1">
                <a:solidFill>
                  <a:srgbClr val="28664F"/>
                </a:solidFill>
                <a:latin typeface="Arial"/>
                <a:ea typeface="Arial"/>
                <a:cs typeface="Arial"/>
              </a:rPr>
              <a:t>report</a:t>
            </a:r>
          </a:p>
        </p:txBody>
      </p:sp>
      <p:sp>
        <p:nvSpPr>
          <p:cNvPr id="44" name="Online text 44: Coverage, backup, load">
            <a:extLst xmlns:a="http://schemas.openxmlformats.org/drawingml/2006/main">
              <a:ext uri="{FF2B5EF4-FFF2-40B4-BE49-F238E27FC236}">
                <a16:creationId xmlns:a16="http://schemas.microsoft.com/office/drawing/2014/main" id="{CA272A96-8CD7-4395-AC14-2D8F6152E047}"/>
              </a:ext>
            </a:extLst>
          </p:cNvPr>
          <p:cNvSpPr>
            <a:spLocks xmlns:a="http://schemas.openxmlformats.org/drawingml/2006/main" noGrp="1"/>
          </p:cNvSpPr>
          <p:nvPr/>
        </p:nvSpPr>
        <p:spPr>
          <a:xfrm xmlns:a="http://schemas.openxmlformats.org/drawingml/2006/main">
            <a:off x="19569970" y="7618095"/>
            <a:ext cx="2103311"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28664F"/>
                </a:solidFill>
                <a:latin typeface="Arial"/>
                <a:ea typeface="Arial"/>
                <a:cs typeface="Arial"/>
              </a:defRPr>
            </a:pPr>
            <a:r>
              <a:rPr sz="1500" b="0">
                <a:solidFill>
                  <a:srgbClr val="28664F"/>
                </a:solidFill>
                <a:latin typeface="Arial"/>
                <a:ea typeface="Arial"/>
                <a:cs typeface="Arial"/>
              </a:rPr>
              <a:t>Coverage, backup, load</a:t>
            </a:r>
          </a:p>
        </p:txBody>
      </p:sp>
      <p:sp>
        <p:nvSpPr>
          <p:cNvPr id="45" name="Online module 45">
            <a:extLst xmlns:a="http://schemas.openxmlformats.org/drawingml/2006/main">
              <a:ext uri="{FF2B5EF4-FFF2-40B4-BE49-F238E27FC236}">
                <a16:creationId xmlns:a16="http://schemas.microsoft.com/office/drawing/2014/main" id="{FA9D2273-F6BD-4106-8BA0-D14CD18A8B23}"/>
              </a:ext>
            </a:extLst>
          </p:cNvPr>
          <p:cNvSpPr>
            <a:spLocks xmlns:a="http://schemas.openxmlformats.org/drawingml/2006/main" noGrp="1"/>
          </p:cNvSpPr>
          <p:nvPr/>
        </p:nvSpPr>
        <p:spPr>
          <a:xfrm xmlns:a="http://schemas.openxmlformats.org/drawingml/2006/main">
            <a:off x="4286250" y="3524250"/>
            <a:ext cx="2095500" cy="952500"/>
          </a:xfrm>
          <a:prstGeom xmlns:a="http://schemas.openxmlformats.org/drawingml/2006/main" prst="roundRect">
            <a:avLst>
              <a:gd name="adj" fmla="val 6000"/>
            </a:avLst>
          </a:prstGeom>
          <a:solidFill xmlns:a="http://schemas.openxmlformats.org/drawingml/2006/main">
            <a:srgbClr val="FAF1E4"/>
          </a:solidFill>
          <a:ln xmlns:a="http://schemas.openxmlformats.org/drawingml/2006/main" w="20955">
            <a:solidFill>
              <a:srgbClr val="B99561"/>
            </a:solidFill>
            <a:prstDash val="solid"/>
          </a:ln>
        </p:spPr>
      </p:sp>
      <p:sp>
        <p:nvSpPr>
          <p:cNvPr id="46" name="Online line 46">
            <a:extLst xmlns:a="http://schemas.openxmlformats.org/drawingml/2006/main">
              <a:ext uri="{FF2B5EF4-FFF2-40B4-BE49-F238E27FC236}">
                <a16:creationId xmlns:a16="http://schemas.microsoft.com/office/drawing/2014/main" id="{D9140003-1E0F-408C-B845-A13EC3903594}"/>
              </a:ext>
            </a:extLst>
          </p:cNvPr>
          <p:cNvSpPr>
            <a:spLocks xmlns:a="http://schemas.openxmlformats.org/drawingml/2006/main" noGrp="1"/>
          </p:cNvSpPr>
          <p:nvPr/>
        </p:nvSpPr>
        <p:spPr>
          <a:xfrm xmlns:a="http://schemas.openxmlformats.org/drawingml/2006/main">
            <a:off x="5187315" y="3712845"/>
            <a:ext cx="293370" cy="253365"/>
          </a:xfrm>
          <a:custGeom xmlns:a="http://schemas.openxmlformats.org/drawingml/2006/main">
            <a:pathLst>
              <a:path w="293370" h="253365">
                <a:moveTo>
                  <a:pt x="0" y="0"/>
                </a:moveTo>
                <a:lnTo>
                  <a:pt x="100013" y="0"/>
                </a:lnTo>
                <a:lnTo>
                  <a:pt x="146685" y="33338"/>
                </a:lnTo>
                <a:lnTo>
                  <a:pt x="193357" y="0"/>
                </a:lnTo>
                <a:lnTo>
                  <a:pt x="293370" y="0"/>
                </a:lnTo>
                <a:lnTo>
                  <a:pt x="293370" y="220027"/>
                </a:lnTo>
                <a:lnTo>
                  <a:pt x="193357" y="220027"/>
                </a:lnTo>
                <a:lnTo>
                  <a:pt x="146685" y="253365"/>
                </a:lnTo>
                <a:lnTo>
                  <a:pt x="100013" y="220027"/>
                </a:lnTo>
                <a:lnTo>
                  <a:pt x="0" y="220027"/>
                </a:lnTo>
                <a:lnTo>
                  <a:pt x="0" y="0"/>
                </a:lnTo>
              </a:path>
            </a:pathLst>
          </a:custGeom>
          <a:noFill xmlns:a="http://schemas.openxmlformats.org/drawingml/2006/main"/>
          <a:ln xmlns:a="http://schemas.openxmlformats.org/drawingml/2006/main" w="16669">
            <a:solidFill>
              <a:srgbClr val="B99561"/>
            </a:solidFill>
            <a:prstDash val="solid"/>
          </a:ln>
        </p:spPr>
      </p:sp>
      <p:sp>
        <p:nvSpPr>
          <p:cNvPr id="47" name="Online line 47">
            <a:extLst xmlns:a="http://schemas.openxmlformats.org/drawingml/2006/main">
              <a:ext uri="{FF2B5EF4-FFF2-40B4-BE49-F238E27FC236}">
                <a16:creationId xmlns:a16="http://schemas.microsoft.com/office/drawing/2014/main" id="{79BC7CF9-3DD1-48E1-BAA3-21E38BC3B8B0}"/>
              </a:ext>
            </a:extLst>
          </p:cNvPr>
          <p:cNvSpPr>
            <a:spLocks xmlns:a="http://schemas.openxmlformats.org/drawingml/2006/main" noGrp="1"/>
          </p:cNvSpPr>
          <p:nvPr/>
        </p:nvSpPr>
        <p:spPr>
          <a:xfrm xmlns:a="http://schemas.openxmlformats.org/drawingml/2006/main">
            <a:off x="5334000" y="3746183"/>
            <a:ext cx="9525" cy="220027"/>
          </a:xfrm>
          <a:custGeom xmlns:a="http://schemas.openxmlformats.org/drawingml/2006/main">
            <a:pathLst>
              <a:path w="9525" h="220027">
                <a:moveTo>
                  <a:pt x="0" y="0"/>
                </a:moveTo>
                <a:lnTo>
                  <a:pt x="0" y="220027"/>
                </a:lnTo>
              </a:path>
            </a:pathLst>
          </a:custGeom>
          <a:noFill xmlns:a="http://schemas.openxmlformats.org/drawingml/2006/main"/>
          <a:ln xmlns:a="http://schemas.openxmlformats.org/drawingml/2006/main" w="16669">
            <a:solidFill>
              <a:srgbClr val="B99561"/>
            </a:solidFill>
            <a:prstDash val="solid"/>
          </a:ln>
        </p:spPr>
      </p:sp>
      <p:sp>
        <p:nvSpPr>
          <p:cNvPr id="48" name="Online line 48">
            <a:extLst xmlns:a="http://schemas.openxmlformats.org/drawingml/2006/main">
              <a:ext uri="{FF2B5EF4-FFF2-40B4-BE49-F238E27FC236}">
                <a16:creationId xmlns:a16="http://schemas.microsoft.com/office/drawing/2014/main" id="{C954C807-BBF1-4C09-AB55-B274435CD4AE}"/>
              </a:ext>
            </a:extLst>
          </p:cNvPr>
          <p:cNvSpPr>
            <a:spLocks xmlns:a="http://schemas.openxmlformats.org/drawingml/2006/main" noGrp="1"/>
          </p:cNvSpPr>
          <p:nvPr/>
        </p:nvSpPr>
        <p:spPr>
          <a:xfrm xmlns:a="http://schemas.openxmlformats.org/drawingml/2006/main">
            <a:off x="5233988" y="3786188"/>
            <a:ext cx="53340" cy="9525"/>
          </a:xfrm>
          <a:custGeom xmlns:a="http://schemas.openxmlformats.org/drawingml/2006/main">
            <a:pathLst>
              <a:path w="53340" h="9525">
                <a:moveTo>
                  <a:pt x="0" y="0"/>
                </a:moveTo>
                <a:lnTo>
                  <a:pt x="53340" y="0"/>
                </a:lnTo>
              </a:path>
            </a:pathLst>
          </a:custGeom>
          <a:noFill xmlns:a="http://schemas.openxmlformats.org/drawingml/2006/main"/>
          <a:ln xmlns:a="http://schemas.openxmlformats.org/drawingml/2006/main" w="16669">
            <a:solidFill>
              <a:srgbClr val="B99561"/>
            </a:solidFill>
            <a:prstDash val="solid"/>
          </a:ln>
        </p:spPr>
      </p:sp>
      <p:sp>
        <p:nvSpPr>
          <p:cNvPr id="49" name="Online line 49">
            <a:extLst xmlns:a="http://schemas.openxmlformats.org/drawingml/2006/main">
              <a:ext uri="{FF2B5EF4-FFF2-40B4-BE49-F238E27FC236}">
                <a16:creationId xmlns:a16="http://schemas.microsoft.com/office/drawing/2014/main" id="{2A1E9781-C94A-4544-85C6-71DAD5A6BDE4}"/>
              </a:ext>
            </a:extLst>
          </p:cNvPr>
          <p:cNvSpPr>
            <a:spLocks xmlns:a="http://schemas.openxmlformats.org/drawingml/2006/main" noGrp="1"/>
          </p:cNvSpPr>
          <p:nvPr/>
        </p:nvSpPr>
        <p:spPr>
          <a:xfrm xmlns:a="http://schemas.openxmlformats.org/drawingml/2006/main">
            <a:off x="5380673" y="3786188"/>
            <a:ext cx="53340" cy="9525"/>
          </a:xfrm>
          <a:custGeom xmlns:a="http://schemas.openxmlformats.org/drawingml/2006/main">
            <a:pathLst>
              <a:path w="53340" h="9525">
                <a:moveTo>
                  <a:pt x="0" y="0"/>
                </a:moveTo>
                <a:lnTo>
                  <a:pt x="53340" y="0"/>
                </a:lnTo>
              </a:path>
            </a:pathLst>
          </a:custGeom>
          <a:noFill xmlns:a="http://schemas.openxmlformats.org/drawingml/2006/main"/>
          <a:ln xmlns:a="http://schemas.openxmlformats.org/drawingml/2006/main" w="16669">
            <a:solidFill>
              <a:srgbClr val="B99561"/>
            </a:solidFill>
            <a:prstDash val="solid"/>
          </a:ln>
        </p:spPr>
      </p:sp>
      <p:sp>
        <p:nvSpPr>
          <p:cNvPr id="50" name="Online text 50: Fixed skill">
            <a:extLst xmlns:a="http://schemas.openxmlformats.org/drawingml/2006/main">
              <a:ext uri="{FF2B5EF4-FFF2-40B4-BE49-F238E27FC236}">
                <a16:creationId xmlns:a16="http://schemas.microsoft.com/office/drawing/2014/main" id="{46B8648E-B5CD-4EB1-9CD9-2CF4672CB02F}"/>
              </a:ext>
            </a:extLst>
          </p:cNvPr>
          <p:cNvSpPr>
            <a:spLocks xmlns:a="http://schemas.openxmlformats.org/drawingml/2006/main" noGrp="1"/>
          </p:cNvSpPr>
          <p:nvPr/>
        </p:nvSpPr>
        <p:spPr>
          <a:xfrm xmlns:a="http://schemas.openxmlformats.org/drawingml/2006/main">
            <a:off x="4656287" y="4033171"/>
            <a:ext cx="1355427" cy="347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1">
                <a:solidFill>
                  <a:srgbClr val="213247"/>
                </a:solidFill>
                <a:latin typeface="Arial"/>
                <a:ea typeface="Arial"/>
                <a:cs typeface="Arial"/>
              </a:defRPr>
            </a:pPr>
            <a:r>
              <a:rPr sz="2025" b="1">
                <a:solidFill>
                  <a:srgbClr val="213247"/>
                </a:solidFill>
                <a:latin typeface="Arial"/>
                <a:ea typeface="Arial"/>
                <a:cs typeface="Arial"/>
              </a:rPr>
              <a:t>Fixed skill</a:t>
            </a:r>
          </a:p>
        </p:txBody>
      </p:sp>
      <p:sp>
        <p:nvSpPr>
          <p:cNvPr id="51" name="Online line 51">
            <a:extLst xmlns:a="http://schemas.openxmlformats.org/drawingml/2006/main">
              <a:ext uri="{FF2B5EF4-FFF2-40B4-BE49-F238E27FC236}">
                <a16:creationId xmlns:a16="http://schemas.microsoft.com/office/drawing/2014/main" id="{713DEC5F-1277-41B9-9F8C-9425872A8F76}"/>
              </a:ext>
            </a:extLst>
          </p:cNvPr>
          <p:cNvSpPr>
            <a:spLocks xmlns:a="http://schemas.openxmlformats.org/drawingml/2006/main" noGrp="1"/>
          </p:cNvSpPr>
          <p:nvPr/>
        </p:nvSpPr>
        <p:spPr>
          <a:xfrm xmlns:a="http://schemas.openxmlformats.org/drawingml/2006/main">
            <a:off x="5334000" y="4476750"/>
            <a:ext cx="9525" cy="1047750"/>
          </a:xfrm>
          <a:custGeom xmlns:a="http://schemas.openxmlformats.org/drawingml/2006/main">
            <a:pathLst>
              <a:path w="9525" h="1047750">
                <a:moveTo>
                  <a:pt x="0" y="0"/>
                </a:moveTo>
                <a:lnTo>
                  <a:pt x="0" y="1047750"/>
                </a:lnTo>
              </a:path>
            </a:pathLst>
          </a:custGeom>
          <a:noFill xmlns:a="http://schemas.openxmlformats.org/drawingml/2006/main"/>
          <a:ln xmlns:a="http://schemas.openxmlformats.org/drawingml/2006/main" w="24765">
            <a:solidFill>
              <a:srgbClr val="B99561"/>
            </a:solidFill>
            <a:prstDash val="solid"/>
          </a:ln>
        </p:spPr>
      </p:sp>
      <p:sp>
        <p:nvSpPr>
          <p:cNvPr id="52" name="Online polygon 52">
            <a:extLst xmlns:a="http://schemas.openxmlformats.org/drawingml/2006/main">
              <a:ext uri="{FF2B5EF4-FFF2-40B4-BE49-F238E27FC236}">
                <a16:creationId xmlns:a16="http://schemas.microsoft.com/office/drawing/2014/main" id="{54DC71AE-C900-4490-861B-DDE2DC6E7D4A}"/>
              </a:ext>
            </a:extLst>
          </p:cNvPr>
          <p:cNvSpPr>
            <a:spLocks xmlns:a="http://schemas.openxmlformats.org/drawingml/2006/main" noGrp="1"/>
          </p:cNvSpPr>
          <p:nvPr/>
        </p:nvSpPr>
        <p:spPr>
          <a:xfrm xmlns:a="http://schemas.openxmlformats.org/drawingml/2006/main">
            <a:off x="5286375" y="5419725"/>
            <a:ext cx="95250" cy="104775"/>
          </a:xfrm>
          <a:custGeom xmlns:a="http://schemas.openxmlformats.org/drawingml/2006/main">
            <a:pathLst>
              <a:path w="95250" h="104775">
                <a:moveTo>
                  <a:pt x="47625" y="104775"/>
                </a:moveTo>
                <a:lnTo>
                  <a:pt x="95250" y="0"/>
                </a:lnTo>
                <a:lnTo>
                  <a:pt x="0" y="0"/>
                </a:lnTo>
                <a:close/>
              </a:path>
            </a:pathLst>
          </a:custGeom>
          <a:solidFill xmlns:a="http://schemas.openxmlformats.org/drawingml/2006/main">
            <a:srgbClr val="B99561"/>
          </a:solidFill>
          <a:ln xmlns:a="http://schemas.openxmlformats.org/drawingml/2006/main" w="0">
            <a:noFill/>
          </a:ln>
        </p:spPr>
      </p:sp>
      <p:sp>
        <p:nvSpPr>
          <p:cNvPr id="53" name="Online text 53: Instructions">
            <a:extLst xmlns:a="http://schemas.openxmlformats.org/drawingml/2006/main">
              <a:ext uri="{FF2B5EF4-FFF2-40B4-BE49-F238E27FC236}">
                <a16:creationId xmlns:a16="http://schemas.microsoft.com/office/drawing/2014/main" id="{68B278C0-39B8-41B5-A2D8-F57AB7B7D514}"/>
              </a:ext>
            </a:extLst>
          </p:cNvPr>
          <p:cNvSpPr>
            <a:spLocks xmlns:a="http://schemas.openxmlformats.org/drawingml/2006/main" noGrp="1"/>
          </p:cNvSpPr>
          <p:nvPr/>
        </p:nvSpPr>
        <p:spPr>
          <a:xfrm xmlns:a="http://schemas.openxmlformats.org/drawingml/2006/main">
            <a:off x="5514975" y="4855845"/>
            <a:ext cx="109118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9697A"/>
                </a:solidFill>
                <a:latin typeface="Arial"/>
                <a:ea typeface="Arial"/>
                <a:cs typeface="Arial"/>
              </a:defRPr>
            </a:pPr>
            <a:r>
              <a:rPr sz="1500" b="0">
                <a:solidFill>
                  <a:srgbClr val="59697A"/>
                </a:solidFill>
                <a:latin typeface="Arial"/>
                <a:ea typeface="Arial"/>
                <a:cs typeface="Arial"/>
              </a:rPr>
              <a:t>Instructions</a:t>
            </a:r>
          </a:p>
        </p:txBody>
      </p:sp>
      <p:sp>
        <p:nvSpPr>
          <p:cNvPr id="54" name="Online module 54">
            <a:extLst xmlns:a="http://schemas.openxmlformats.org/drawingml/2006/main">
              <a:ext uri="{FF2B5EF4-FFF2-40B4-BE49-F238E27FC236}">
                <a16:creationId xmlns:a16="http://schemas.microsoft.com/office/drawing/2014/main" id="{CA62B2DC-B8A0-442F-98B5-7C7FBA1CC356}"/>
              </a:ext>
            </a:extLst>
          </p:cNvPr>
          <p:cNvSpPr>
            <a:spLocks xmlns:a="http://schemas.openxmlformats.org/drawingml/2006/main" noGrp="1"/>
          </p:cNvSpPr>
          <p:nvPr/>
        </p:nvSpPr>
        <p:spPr>
          <a:xfrm xmlns:a="http://schemas.openxmlformats.org/drawingml/2006/main">
            <a:off x="4286250" y="5524500"/>
            <a:ext cx="2095500" cy="1143000"/>
          </a:xfrm>
          <a:prstGeom xmlns:a="http://schemas.openxmlformats.org/drawingml/2006/main" prst="roundRect">
            <a:avLst>
              <a:gd name="adj" fmla="val 5000"/>
            </a:avLst>
          </a:prstGeom>
          <a:solidFill xmlns:a="http://schemas.openxmlformats.org/drawingml/2006/main">
            <a:srgbClr val="E8F1FB"/>
          </a:solidFill>
          <a:ln xmlns:a="http://schemas.openxmlformats.org/drawingml/2006/main" w="20955">
            <a:solidFill>
              <a:srgbClr val="4475A5"/>
            </a:solidFill>
            <a:prstDash val="solid"/>
          </a:ln>
        </p:spPr>
      </p:sp>
      <p:sp>
        <p:nvSpPr>
          <p:cNvPr id="55" name="Online module 55">
            <a:extLst xmlns:a="http://schemas.openxmlformats.org/drawingml/2006/main">
              <a:ext uri="{FF2B5EF4-FFF2-40B4-BE49-F238E27FC236}">
                <a16:creationId xmlns:a16="http://schemas.microsoft.com/office/drawing/2014/main" id="{484F7569-DB49-40DA-9FB0-8D758127AB0D}"/>
              </a:ext>
            </a:extLst>
          </p:cNvPr>
          <p:cNvSpPr>
            <a:spLocks xmlns:a="http://schemas.openxmlformats.org/drawingml/2006/main" noGrp="1"/>
          </p:cNvSpPr>
          <p:nvPr/>
        </p:nvSpPr>
        <p:spPr>
          <a:xfrm xmlns:a="http://schemas.openxmlformats.org/drawingml/2006/main">
            <a:off x="5220081" y="5736717"/>
            <a:ext cx="210312" cy="271653"/>
          </a:xfrm>
          <a:prstGeom xmlns:a="http://schemas.openxmlformats.org/drawingml/2006/main" prst="roundRect">
            <a:avLst>
              <a:gd name="adj" fmla="val 8333"/>
            </a:avLst>
          </a:prstGeom>
          <a:noFill xmlns:a="http://schemas.openxmlformats.org/drawingml/2006/main"/>
          <a:ln xmlns:a="http://schemas.openxmlformats.org/drawingml/2006/main" w="21031">
            <a:solidFill>
              <a:srgbClr val="2E5F8B"/>
            </a:solidFill>
            <a:prstDash val="solid"/>
          </a:ln>
        </p:spPr>
      </p:sp>
      <p:sp>
        <p:nvSpPr>
          <p:cNvPr id="56" name="Online line 56">
            <a:extLst xmlns:a="http://schemas.openxmlformats.org/drawingml/2006/main">
              <a:ext uri="{FF2B5EF4-FFF2-40B4-BE49-F238E27FC236}">
                <a16:creationId xmlns:a16="http://schemas.microsoft.com/office/drawing/2014/main" id="{0E4E4889-7A83-471D-8602-024D37707ACB}"/>
              </a:ext>
            </a:extLst>
          </p:cNvPr>
          <p:cNvSpPr>
            <a:spLocks xmlns:a="http://schemas.openxmlformats.org/drawingml/2006/main" noGrp="1"/>
          </p:cNvSpPr>
          <p:nvPr/>
        </p:nvSpPr>
        <p:spPr>
          <a:xfrm xmlns:a="http://schemas.openxmlformats.org/drawingml/2006/main">
            <a:off x="5158740" y="5789295"/>
            <a:ext cx="219075" cy="262890"/>
          </a:xfrm>
          <a:custGeom xmlns:a="http://schemas.openxmlformats.org/drawingml/2006/main">
            <a:pathLst>
              <a:path w="219075" h="262890">
                <a:moveTo>
                  <a:pt x="26289" y="0"/>
                </a:moveTo>
                <a:lnTo>
                  <a:pt x="0" y="0"/>
                </a:lnTo>
                <a:lnTo>
                  <a:pt x="0" y="262890"/>
                </a:lnTo>
                <a:lnTo>
                  <a:pt x="219075" y="262890"/>
                </a:lnTo>
              </a:path>
            </a:pathLst>
          </a:custGeom>
          <a:noFill xmlns:a="http://schemas.openxmlformats.org/drawingml/2006/main"/>
          <a:ln xmlns:a="http://schemas.openxmlformats.org/drawingml/2006/main" w="21908">
            <a:solidFill>
              <a:srgbClr val="2E5F8B"/>
            </a:solidFill>
            <a:prstDash val="solid"/>
          </a:ln>
        </p:spPr>
      </p:sp>
      <p:sp>
        <p:nvSpPr>
          <p:cNvPr id="57" name="Online line 57">
            <a:extLst xmlns:a="http://schemas.openxmlformats.org/drawingml/2006/main">
              <a:ext uri="{FF2B5EF4-FFF2-40B4-BE49-F238E27FC236}">
                <a16:creationId xmlns:a16="http://schemas.microsoft.com/office/drawing/2014/main" id="{AFA9DFB7-1C51-49AF-A9C2-AF71AA461D63}"/>
              </a:ext>
            </a:extLst>
          </p:cNvPr>
          <p:cNvSpPr>
            <a:spLocks xmlns:a="http://schemas.openxmlformats.org/drawingml/2006/main" noGrp="1"/>
          </p:cNvSpPr>
          <p:nvPr/>
        </p:nvSpPr>
        <p:spPr>
          <a:xfrm xmlns:a="http://schemas.openxmlformats.org/drawingml/2006/main">
            <a:off x="5272659" y="5815584"/>
            <a:ext cx="105156" cy="9525"/>
          </a:xfrm>
          <a:custGeom xmlns:a="http://schemas.openxmlformats.org/drawingml/2006/main">
            <a:pathLst>
              <a:path w="105156" h="9525">
                <a:moveTo>
                  <a:pt x="0" y="0"/>
                </a:moveTo>
                <a:lnTo>
                  <a:pt x="105156" y="0"/>
                </a:lnTo>
              </a:path>
            </a:pathLst>
          </a:custGeom>
          <a:noFill xmlns:a="http://schemas.openxmlformats.org/drawingml/2006/main"/>
          <a:ln xmlns:a="http://schemas.openxmlformats.org/drawingml/2006/main" w="21908">
            <a:solidFill>
              <a:srgbClr val="2E5F8B"/>
            </a:solidFill>
            <a:prstDash val="solid"/>
          </a:ln>
        </p:spPr>
      </p:sp>
      <p:sp>
        <p:nvSpPr>
          <p:cNvPr id="58" name="Online line 58">
            <a:extLst xmlns:a="http://schemas.openxmlformats.org/drawingml/2006/main">
              <a:ext uri="{FF2B5EF4-FFF2-40B4-BE49-F238E27FC236}">
                <a16:creationId xmlns:a16="http://schemas.microsoft.com/office/drawing/2014/main" id="{19043B17-C2B4-4F63-B0A9-DBC9E298CD49}"/>
              </a:ext>
            </a:extLst>
          </p:cNvPr>
          <p:cNvSpPr>
            <a:spLocks xmlns:a="http://schemas.openxmlformats.org/drawingml/2006/main" noGrp="1"/>
          </p:cNvSpPr>
          <p:nvPr/>
        </p:nvSpPr>
        <p:spPr>
          <a:xfrm xmlns:a="http://schemas.openxmlformats.org/drawingml/2006/main">
            <a:off x="5272659" y="5876925"/>
            <a:ext cx="105156" cy="9525"/>
          </a:xfrm>
          <a:custGeom xmlns:a="http://schemas.openxmlformats.org/drawingml/2006/main">
            <a:pathLst>
              <a:path w="105156" h="9525">
                <a:moveTo>
                  <a:pt x="0" y="0"/>
                </a:moveTo>
                <a:lnTo>
                  <a:pt x="105156" y="0"/>
                </a:lnTo>
              </a:path>
            </a:pathLst>
          </a:custGeom>
          <a:noFill xmlns:a="http://schemas.openxmlformats.org/drawingml/2006/main"/>
          <a:ln xmlns:a="http://schemas.openxmlformats.org/drawingml/2006/main" w="21908">
            <a:solidFill>
              <a:srgbClr val="2E5F8B"/>
            </a:solidFill>
            <a:prstDash val="solid"/>
          </a:ln>
        </p:spPr>
      </p:sp>
      <p:sp>
        <p:nvSpPr>
          <p:cNvPr id="59" name="Online line 59">
            <a:extLst xmlns:a="http://schemas.openxmlformats.org/drawingml/2006/main">
              <a:ext uri="{FF2B5EF4-FFF2-40B4-BE49-F238E27FC236}">
                <a16:creationId xmlns:a16="http://schemas.microsoft.com/office/drawing/2014/main" id="{35FE8714-E8F1-4C09-8782-5A2DF1F534FD}"/>
              </a:ext>
            </a:extLst>
          </p:cNvPr>
          <p:cNvSpPr>
            <a:spLocks xmlns:a="http://schemas.openxmlformats.org/drawingml/2006/main" noGrp="1"/>
          </p:cNvSpPr>
          <p:nvPr/>
        </p:nvSpPr>
        <p:spPr>
          <a:xfrm xmlns:a="http://schemas.openxmlformats.org/drawingml/2006/main">
            <a:off x="5272659" y="5938266"/>
            <a:ext cx="70104" cy="9525"/>
          </a:xfrm>
          <a:custGeom xmlns:a="http://schemas.openxmlformats.org/drawingml/2006/main">
            <a:pathLst>
              <a:path w="70104" h="9525">
                <a:moveTo>
                  <a:pt x="0" y="0"/>
                </a:moveTo>
                <a:lnTo>
                  <a:pt x="70104" y="0"/>
                </a:lnTo>
              </a:path>
            </a:pathLst>
          </a:custGeom>
          <a:noFill xmlns:a="http://schemas.openxmlformats.org/drawingml/2006/main"/>
          <a:ln xmlns:a="http://schemas.openxmlformats.org/drawingml/2006/main" w="21908">
            <a:solidFill>
              <a:srgbClr val="2E5F8B"/>
            </a:solidFill>
            <a:prstDash val="solid"/>
          </a:ln>
        </p:spPr>
      </p:sp>
      <p:sp>
        <p:nvSpPr>
          <p:cNvPr id="60" name="Online text 60: Context builder">
            <a:extLst xmlns:a="http://schemas.openxmlformats.org/drawingml/2006/main">
              <a:ext uri="{FF2B5EF4-FFF2-40B4-BE49-F238E27FC236}">
                <a16:creationId xmlns:a16="http://schemas.microsoft.com/office/drawing/2014/main" id="{FE919F5F-96E6-4B52-B1A9-B8FF750DA40A}"/>
              </a:ext>
            </a:extLst>
          </p:cNvPr>
          <p:cNvSpPr>
            <a:spLocks xmlns:a="http://schemas.openxmlformats.org/drawingml/2006/main" noGrp="1"/>
          </p:cNvSpPr>
          <p:nvPr/>
        </p:nvSpPr>
        <p:spPr>
          <a:xfrm xmlns:a="http://schemas.openxmlformats.org/drawingml/2006/main">
            <a:off x="4373051" y="6223064"/>
            <a:ext cx="1921897"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213247"/>
                </a:solidFill>
                <a:latin typeface="Arial"/>
                <a:ea typeface="Arial"/>
                <a:cs typeface="Arial"/>
              </a:defRPr>
            </a:pPr>
            <a:r>
              <a:rPr sz="1950" b="1">
                <a:solidFill>
                  <a:srgbClr val="213247"/>
                </a:solidFill>
                <a:latin typeface="Arial"/>
                <a:ea typeface="Arial"/>
                <a:cs typeface="Arial"/>
              </a:rPr>
              <a:t>Context builder</a:t>
            </a:r>
          </a:p>
        </p:txBody>
      </p:sp>
      <p:sp>
        <p:nvSpPr>
          <p:cNvPr id="61" name="Online module 61">
            <a:extLst xmlns:a="http://schemas.openxmlformats.org/drawingml/2006/main">
              <a:ext uri="{FF2B5EF4-FFF2-40B4-BE49-F238E27FC236}">
                <a16:creationId xmlns:a16="http://schemas.microsoft.com/office/drawing/2014/main" id="{9C736F05-B983-4456-BBA1-4E2AED8A0C29}"/>
              </a:ext>
            </a:extLst>
          </p:cNvPr>
          <p:cNvSpPr>
            <a:spLocks xmlns:a="http://schemas.openxmlformats.org/drawingml/2006/main" noGrp="1"/>
          </p:cNvSpPr>
          <p:nvPr/>
        </p:nvSpPr>
        <p:spPr>
          <a:xfrm xmlns:a="http://schemas.openxmlformats.org/drawingml/2006/main">
            <a:off x="7810500" y="5524500"/>
            <a:ext cx="2095500" cy="1143000"/>
          </a:xfrm>
          <a:prstGeom xmlns:a="http://schemas.openxmlformats.org/drawingml/2006/main" prst="roundRect">
            <a:avLst>
              <a:gd name="adj" fmla="val 5000"/>
            </a:avLst>
          </a:prstGeom>
          <a:solidFill xmlns:a="http://schemas.openxmlformats.org/drawingml/2006/main">
            <a:srgbClr val="FFF0D4"/>
          </a:solidFill>
          <a:ln xmlns:a="http://schemas.openxmlformats.org/drawingml/2006/main" w="20955">
            <a:solidFill>
              <a:srgbClr val="C18B31"/>
            </a:solidFill>
            <a:prstDash val="solid"/>
          </a:ln>
        </p:spPr>
      </p:sp>
      <p:sp>
        <p:nvSpPr>
          <p:cNvPr id="62" name="Online line 62">
            <a:extLst xmlns:a="http://schemas.openxmlformats.org/drawingml/2006/main">
              <a:ext uri="{FF2B5EF4-FFF2-40B4-BE49-F238E27FC236}">
                <a16:creationId xmlns:a16="http://schemas.microsoft.com/office/drawing/2014/main" id="{85C0662E-6A06-4C6E-9111-CF82E1692231}"/>
              </a:ext>
            </a:extLst>
          </p:cNvPr>
          <p:cNvSpPr>
            <a:spLocks xmlns:a="http://schemas.openxmlformats.org/drawingml/2006/main" noGrp="1"/>
          </p:cNvSpPr>
          <p:nvPr/>
        </p:nvSpPr>
        <p:spPr>
          <a:xfrm xmlns:a="http://schemas.openxmlformats.org/drawingml/2006/main">
            <a:off x="8625435" y="5680853"/>
            <a:ext cx="232815" cy="402003"/>
          </a:xfrm>
          <a:custGeom xmlns:a="http://schemas.openxmlformats.org/drawingml/2006/main">
            <a:pathLst>
              <a:path w="232815" h="402003">
                <a:moveTo>
                  <a:pt x="232815" y="47101"/>
                </a:moveTo>
                <a:lnTo>
                  <a:pt x="220609" y="28427"/>
                </a:lnTo>
                <a:lnTo>
                  <a:pt x="205615" y="14433"/>
                </a:lnTo>
                <a:lnTo>
                  <a:pt x="188729" y="5065"/>
                </a:lnTo>
                <a:lnTo>
                  <a:pt x="170843" y="272"/>
                </a:lnTo>
                <a:lnTo>
                  <a:pt x="152853" y="0"/>
                </a:lnTo>
                <a:lnTo>
                  <a:pt x="135651" y="4197"/>
                </a:lnTo>
                <a:lnTo>
                  <a:pt x="120132" y="12812"/>
                </a:lnTo>
                <a:lnTo>
                  <a:pt x="107189" y="25790"/>
                </a:lnTo>
                <a:lnTo>
                  <a:pt x="97716" y="43079"/>
                </a:lnTo>
                <a:lnTo>
                  <a:pt x="92607" y="64627"/>
                </a:lnTo>
                <a:lnTo>
                  <a:pt x="72435" y="66643"/>
                </a:lnTo>
                <a:lnTo>
                  <a:pt x="54260" y="72339"/>
                </a:lnTo>
                <a:lnTo>
                  <a:pt x="38505" y="81189"/>
                </a:lnTo>
                <a:lnTo>
                  <a:pt x="25588" y="92669"/>
                </a:lnTo>
                <a:lnTo>
                  <a:pt x="15931" y="106251"/>
                </a:lnTo>
                <a:lnTo>
                  <a:pt x="9955" y="121411"/>
                </a:lnTo>
                <a:lnTo>
                  <a:pt x="8079" y="137623"/>
                </a:lnTo>
                <a:lnTo>
                  <a:pt x="10726" y="154360"/>
                </a:lnTo>
                <a:lnTo>
                  <a:pt x="18315" y="171098"/>
                </a:lnTo>
                <a:lnTo>
                  <a:pt x="31266" y="187309"/>
                </a:lnTo>
                <a:lnTo>
                  <a:pt x="15695" y="204011"/>
                </a:lnTo>
                <a:lnTo>
                  <a:pt x="5538" y="222081"/>
                </a:lnTo>
                <a:lnTo>
                  <a:pt x="429" y="240781"/>
                </a:lnTo>
                <a:lnTo>
                  <a:pt x="0" y="259376"/>
                </a:lnTo>
                <a:lnTo>
                  <a:pt x="3882" y="277130"/>
                </a:lnTo>
                <a:lnTo>
                  <a:pt x="11707" y="293306"/>
                </a:lnTo>
                <a:lnTo>
                  <a:pt x="23108" y="307169"/>
                </a:lnTo>
                <a:lnTo>
                  <a:pt x="37716" y="317983"/>
                </a:lnTo>
                <a:lnTo>
                  <a:pt x="55163" y="325011"/>
                </a:lnTo>
                <a:lnTo>
                  <a:pt x="75081" y="327517"/>
                </a:lnTo>
                <a:lnTo>
                  <a:pt x="80681" y="351668"/>
                </a:lnTo>
                <a:lnTo>
                  <a:pt x="91486" y="371402"/>
                </a:lnTo>
                <a:lnTo>
                  <a:pt x="106392" y="386510"/>
                </a:lnTo>
                <a:lnTo>
                  <a:pt x="124294" y="396780"/>
                </a:lnTo>
                <a:lnTo>
                  <a:pt x="144090" y="402003"/>
                </a:lnTo>
                <a:lnTo>
                  <a:pt x="164674" y="401968"/>
                </a:lnTo>
                <a:lnTo>
                  <a:pt x="184943" y="396464"/>
                </a:lnTo>
                <a:lnTo>
                  <a:pt x="203792" y="385283"/>
                </a:lnTo>
                <a:lnTo>
                  <a:pt x="220118" y="368212"/>
                </a:lnTo>
                <a:lnTo>
                  <a:pt x="232815" y="345043"/>
                </a:lnTo>
              </a:path>
            </a:pathLst>
          </a:custGeom>
          <a:noFill xmlns:a="http://schemas.openxmlformats.org/drawingml/2006/main"/>
          <a:ln xmlns:a="http://schemas.openxmlformats.org/drawingml/2006/main" w="21908">
            <a:solidFill>
              <a:srgbClr val="986817"/>
            </a:solidFill>
            <a:prstDash val="solid"/>
          </a:ln>
        </p:spPr>
      </p:sp>
      <p:sp>
        <p:nvSpPr>
          <p:cNvPr id="63" name="Online line 63">
            <a:extLst xmlns:a="http://schemas.openxmlformats.org/drawingml/2006/main">
              <a:ext uri="{FF2B5EF4-FFF2-40B4-BE49-F238E27FC236}">
                <a16:creationId xmlns:a16="http://schemas.microsoft.com/office/drawing/2014/main" id="{1499F6AD-5F18-4145-8747-718D42D65154}"/>
              </a:ext>
            </a:extLst>
          </p:cNvPr>
          <p:cNvSpPr>
            <a:spLocks xmlns:a="http://schemas.openxmlformats.org/drawingml/2006/main" noGrp="1"/>
          </p:cNvSpPr>
          <p:nvPr/>
        </p:nvSpPr>
        <p:spPr>
          <a:xfrm xmlns:a="http://schemas.openxmlformats.org/drawingml/2006/main">
            <a:off x="8858250" y="5680853"/>
            <a:ext cx="232815" cy="402003"/>
          </a:xfrm>
          <a:custGeom xmlns:a="http://schemas.openxmlformats.org/drawingml/2006/main">
            <a:pathLst>
              <a:path w="232815" h="402003">
                <a:moveTo>
                  <a:pt x="0" y="47101"/>
                </a:moveTo>
                <a:lnTo>
                  <a:pt x="12207" y="28427"/>
                </a:lnTo>
                <a:lnTo>
                  <a:pt x="27200" y="14433"/>
                </a:lnTo>
                <a:lnTo>
                  <a:pt x="44087" y="5065"/>
                </a:lnTo>
                <a:lnTo>
                  <a:pt x="61972" y="272"/>
                </a:lnTo>
                <a:lnTo>
                  <a:pt x="79962" y="0"/>
                </a:lnTo>
                <a:lnTo>
                  <a:pt x="97164" y="4197"/>
                </a:lnTo>
                <a:lnTo>
                  <a:pt x="112683" y="12812"/>
                </a:lnTo>
                <a:lnTo>
                  <a:pt x="125626" y="25790"/>
                </a:lnTo>
                <a:lnTo>
                  <a:pt x="135099" y="43079"/>
                </a:lnTo>
                <a:lnTo>
                  <a:pt x="140208" y="64627"/>
                </a:lnTo>
                <a:lnTo>
                  <a:pt x="160380" y="66643"/>
                </a:lnTo>
                <a:lnTo>
                  <a:pt x="178555" y="72339"/>
                </a:lnTo>
                <a:lnTo>
                  <a:pt x="194311" y="81189"/>
                </a:lnTo>
                <a:lnTo>
                  <a:pt x="207227" y="92669"/>
                </a:lnTo>
                <a:lnTo>
                  <a:pt x="216884" y="106251"/>
                </a:lnTo>
                <a:lnTo>
                  <a:pt x="222861" y="121411"/>
                </a:lnTo>
                <a:lnTo>
                  <a:pt x="224736" y="137623"/>
                </a:lnTo>
                <a:lnTo>
                  <a:pt x="222089" y="154360"/>
                </a:lnTo>
                <a:lnTo>
                  <a:pt x="214501" y="171098"/>
                </a:lnTo>
                <a:lnTo>
                  <a:pt x="201549" y="187309"/>
                </a:lnTo>
                <a:lnTo>
                  <a:pt x="217121" y="204011"/>
                </a:lnTo>
                <a:lnTo>
                  <a:pt x="227277" y="222081"/>
                </a:lnTo>
                <a:lnTo>
                  <a:pt x="232386" y="240781"/>
                </a:lnTo>
                <a:lnTo>
                  <a:pt x="232815" y="259376"/>
                </a:lnTo>
                <a:lnTo>
                  <a:pt x="228933" y="277130"/>
                </a:lnTo>
                <a:lnTo>
                  <a:pt x="221108" y="293306"/>
                </a:lnTo>
                <a:lnTo>
                  <a:pt x="209707" y="307169"/>
                </a:lnTo>
                <a:lnTo>
                  <a:pt x="195099" y="317983"/>
                </a:lnTo>
                <a:lnTo>
                  <a:pt x="177652" y="325011"/>
                </a:lnTo>
                <a:lnTo>
                  <a:pt x="157734" y="327517"/>
                </a:lnTo>
                <a:lnTo>
                  <a:pt x="152134" y="351668"/>
                </a:lnTo>
                <a:lnTo>
                  <a:pt x="141330" y="371402"/>
                </a:lnTo>
                <a:lnTo>
                  <a:pt x="126424" y="386510"/>
                </a:lnTo>
                <a:lnTo>
                  <a:pt x="108521" y="396780"/>
                </a:lnTo>
                <a:lnTo>
                  <a:pt x="88725" y="402003"/>
                </a:lnTo>
                <a:lnTo>
                  <a:pt x="68141" y="401968"/>
                </a:lnTo>
                <a:lnTo>
                  <a:pt x="47872" y="396464"/>
                </a:lnTo>
                <a:lnTo>
                  <a:pt x="29023" y="385283"/>
                </a:lnTo>
                <a:lnTo>
                  <a:pt x="12698" y="368212"/>
                </a:lnTo>
                <a:lnTo>
                  <a:pt x="0" y="345043"/>
                </a:lnTo>
              </a:path>
            </a:pathLst>
          </a:custGeom>
          <a:noFill xmlns:a="http://schemas.openxmlformats.org/drawingml/2006/main"/>
          <a:ln xmlns:a="http://schemas.openxmlformats.org/drawingml/2006/main" w="21908">
            <a:solidFill>
              <a:srgbClr val="986817"/>
            </a:solidFill>
            <a:prstDash val="solid"/>
          </a:ln>
        </p:spPr>
      </p:sp>
      <p:sp>
        <p:nvSpPr>
          <p:cNvPr id="64" name="Online line 64">
            <a:extLst xmlns:a="http://schemas.openxmlformats.org/drawingml/2006/main">
              <a:ext uri="{FF2B5EF4-FFF2-40B4-BE49-F238E27FC236}">
                <a16:creationId xmlns:a16="http://schemas.microsoft.com/office/drawing/2014/main" id="{C368E812-9B8D-448A-B0EA-34A0AB1B9C27}"/>
              </a:ext>
            </a:extLst>
          </p:cNvPr>
          <p:cNvSpPr>
            <a:spLocks xmlns:a="http://schemas.openxmlformats.org/drawingml/2006/main" noGrp="1"/>
          </p:cNvSpPr>
          <p:nvPr/>
        </p:nvSpPr>
        <p:spPr>
          <a:xfrm xmlns:a="http://schemas.openxmlformats.org/drawingml/2006/main">
            <a:off x="8858250" y="5727954"/>
            <a:ext cx="9525" cy="297942"/>
          </a:xfrm>
          <a:custGeom xmlns:a="http://schemas.openxmlformats.org/drawingml/2006/main">
            <a:pathLst>
              <a:path w="9525" h="297942">
                <a:moveTo>
                  <a:pt x="0" y="0"/>
                </a:moveTo>
                <a:lnTo>
                  <a:pt x="0" y="297942"/>
                </a:lnTo>
              </a:path>
            </a:pathLst>
          </a:custGeom>
          <a:noFill xmlns:a="http://schemas.openxmlformats.org/drawingml/2006/main"/>
          <a:ln xmlns:a="http://schemas.openxmlformats.org/drawingml/2006/main" w="21908">
            <a:solidFill>
              <a:srgbClr val="986817"/>
            </a:solidFill>
            <a:prstDash val="solid"/>
          </a:ln>
        </p:spPr>
      </p:sp>
      <p:sp>
        <p:nvSpPr>
          <p:cNvPr id="65" name="Online line 65">
            <a:extLst xmlns:a="http://schemas.openxmlformats.org/drawingml/2006/main">
              <a:ext uri="{FF2B5EF4-FFF2-40B4-BE49-F238E27FC236}">
                <a16:creationId xmlns:a16="http://schemas.microsoft.com/office/drawing/2014/main" id="{DA45DD33-96A8-41CE-86CC-556619AAAE8E}"/>
              </a:ext>
            </a:extLst>
          </p:cNvPr>
          <p:cNvSpPr>
            <a:spLocks xmlns:a="http://schemas.openxmlformats.org/drawingml/2006/main" noGrp="1"/>
          </p:cNvSpPr>
          <p:nvPr/>
        </p:nvSpPr>
        <p:spPr>
          <a:xfrm xmlns:a="http://schemas.openxmlformats.org/drawingml/2006/main">
            <a:off x="8718042" y="5745480"/>
            <a:ext cx="96393" cy="72067"/>
          </a:xfrm>
          <a:custGeom xmlns:a="http://schemas.openxmlformats.org/drawingml/2006/main">
            <a:pathLst>
              <a:path w="96393" h="72067">
                <a:moveTo>
                  <a:pt x="0" y="0"/>
                </a:moveTo>
                <a:lnTo>
                  <a:pt x="3645" y="17105"/>
                </a:lnTo>
                <a:lnTo>
                  <a:pt x="9184" y="31687"/>
                </a:lnTo>
                <a:lnTo>
                  <a:pt x="16404" y="43850"/>
                </a:lnTo>
                <a:lnTo>
                  <a:pt x="25097" y="53700"/>
                </a:lnTo>
                <a:lnTo>
                  <a:pt x="35052" y="61341"/>
                </a:lnTo>
                <a:lnTo>
                  <a:pt x="46058" y="66879"/>
                </a:lnTo>
                <a:lnTo>
                  <a:pt x="57906" y="70419"/>
                </a:lnTo>
                <a:lnTo>
                  <a:pt x="70384" y="72067"/>
                </a:lnTo>
                <a:lnTo>
                  <a:pt x="83284" y="71927"/>
                </a:lnTo>
                <a:lnTo>
                  <a:pt x="96393" y="70104"/>
                </a:lnTo>
              </a:path>
            </a:pathLst>
          </a:custGeom>
          <a:noFill xmlns:a="http://schemas.openxmlformats.org/drawingml/2006/main"/>
          <a:ln xmlns:a="http://schemas.openxmlformats.org/drawingml/2006/main" w="21908">
            <a:solidFill>
              <a:srgbClr val="986817"/>
            </a:solidFill>
            <a:prstDash val="solid"/>
          </a:ln>
        </p:spPr>
      </p:sp>
      <p:sp>
        <p:nvSpPr>
          <p:cNvPr id="66" name="Online line 66">
            <a:extLst xmlns:a="http://schemas.openxmlformats.org/drawingml/2006/main">
              <a:ext uri="{FF2B5EF4-FFF2-40B4-BE49-F238E27FC236}">
                <a16:creationId xmlns:a16="http://schemas.microsoft.com/office/drawing/2014/main" id="{3BC9389E-794A-460C-9768-164C5CAC5BA6}"/>
              </a:ext>
            </a:extLst>
          </p:cNvPr>
          <p:cNvSpPr>
            <a:spLocks xmlns:a="http://schemas.openxmlformats.org/drawingml/2006/main" noGrp="1"/>
          </p:cNvSpPr>
          <p:nvPr/>
        </p:nvSpPr>
        <p:spPr>
          <a:xfrm xmlns:a="http://schemas.openxmlformats.org/drawingml/2006/main">
            <a:off x="8656701" y="5859469"/>
            <a:ext cx="105997" cy="78797"/>
          </a:xfrm>
          <a:custGeom xmlns:a="http://schemas.openxmlformats.org/drawingml/2006/main">
            <a:pathLst>
              <a:path w="105997" h="78797">
                <a:moveTo>
                  <a:pt x="0" y="8693"/>
                </a:moveTo>
                <a:lnTo>
                  <a:pt x="18087" y="2611"/>
                </a:lnTo>
                <a:lnTo>
                  <a:pt x="35332" y="0"/>
                </a:lnTo>
                <a:lnTo>
                  <a:pt x="51421" y="648"/>
                </a:lnTo>
                <a:lnTo>
                  <a:pt x="66038" y="4346"/>
                </a:lnTo>
                <a:lnTo>
                  <a:pt x="78867" y="10884"/>
                </a:lnTo>
                <a:lnTo>
                  <a:pt x="89593" y="20050"/>
                </a:lnTo>
                <a:lnTo>
                  <a:pt x="97900" y="31634"/>
                </a:lnTo>
                <a:lnTo>
                  <a:pt x="103474" y="45427"/>
                </a:lnTo>
                <a:lnTo>
                  <a:pt x="105997" y="61218"/>
                </a:lnTo>
                <a:lnTo>
                  <a:pt x="105156" y="78797"/>
                </a:lnTo>
              </a:path>
            </a:pathLst>
          </a:custGeom>
          <a:noFill xmlns:a="http://schemas.openxmlformats.org/drawingml/2006/main"/>
          <a:ln xmlns:a="http://schemas.openxmlformats.org/drawingml/2006/main" w="21908">
            <a:solidFill>
              <a:srgbClr val="986817"/>
            </a:solidFill>
            <a:prstDash val="solid"/>
          </a:ln>
        </p:spPr>
      </p:sp>
      <p:sp>
        <p:nvSpPr>
          <p:cNvPr id="67" name="Online line 67">
            <a:extLst xmlns:a="http://schemas.openxmlformats.org/drawingml/2006/main">
              <a:ext uri="{FF2B5EF4-FFF2-40B4-BE49-F238E27FC236}">
                <a16:creationId xmlns:a16="http://schemas.microsoft.com/office/drawing/2014/main" id="{B081A027-D35E-4B49-87C6-BF6D1563B7BE}"/>
              </a:ext>
            </a:extLst>
          </p:cNvPr>
          <p:cNvSpPr>
            <a:spLocks xmlns:a="http://schemas.openxmlformats.org/drawingml/2006/main" noGrp="1"/>
          </p:cNvSpPr>
          <p:nvPr/>
        </p:nvSpPr>
        <p:spPr>
          <a:xfrm xmlns:a="http://schemas.openxmlformats.org/drawingml/2006/main">
            <a:off x="8700516" y="5947029"/>
            <a:ext cx="97243" cy="65898"/>
          </a:xfrm>
          <a:custGeom xmlns:a="http://schemas.openxmlformats.org/drawingml/2006/main">
            <a:pathLst>
              <a:path w="97243" h="65898">
                <a:moveTo>
                  <a:pt x="0" y="61341"/>
                </a:moveTo>
                <a:lnTo>
                  <a:pt x="15712" y="65065"/>
                </a:lnTo>
                <a:lnTo>
                  <a:pt x="31056" y="65898"/>
                </a:lnTo>
                <a:lnTo>
                  <a:pt x="45664" y="64101"/>
                </a:lnTo>
                <a:lnTo>
                  <a:pt x="59168" y="59939"/>
                </a:lnTo>
                <a:lnTo>
                  <a:pt x="71199" y="53673"/>
                </a:lnTo>
                <a:lnTo>
                  <a:pt x="81391" y="45568"/>
                </a:lnTo>
                <a:lnTo>
                  <a:pt x="89374" y="35884"/>
                </a:lnTo>
                <a:lnTo>
                  <a:pt x="94781" y="24887"/>
                </a:lnTo>
                <a:lnTo>
                  <a:pt x="97243" y="12838"/>
                </a:lnTo>
                <a:lnTo>
                  <a:pt x="96393" y="0"/>
                </a:lnTo>
              </a:path>
            </a:pathLst>
          </a:custGeom>
          <a:noFill xmlns:a="http://schemas.openxmlformats.org/drawingml/2006/main"/>
          <a:ln xmlns:a="http://schemas.openxmlformats.org/drawingml/2006/main" w="21908">
            <a:solidFill>
              <a:srgbClr val="986817"/>
            </a:solidFill>
            <a:prstDash val="solid"/>
          </a:ln>
        </p:spPr>
      </p:sp>
      <p:sp>
        <p:nvSpPr>
          <p:cNvPr id="68" name="Online line 68">
            <a:extLst xmlns:a="http://schemas.openxmlformats.org/drawingml/2006/main">
              <a:ext uri="{FF2B5EF4-FFF2-40B4-BE49-F238E27FC236}">
                <a16:creationId xmlns:a16="http://schemas.microsoft.com/office/drawing/2014/main" id="{A1A8FC21-7640-4E8C-B643-0EDED0312860}"/>
              </a:ext>
            </a:extLst>
          </p:cNvPr>
          <p:cNvSpPr>
            <a:spLocks xmlns:a="http://schemas.openxmlformats.org/drawingml/2006/main" noGrp="1"/>
          </p:cNvSpPr>
          <p:nvPr/>
        </p:nvSpPr>
        <p:spPr>
          <a:xfrm xmlns:a="http://schemas.openxmlformats.org/drawingml/2006/main">
            <a:off x="8902065" y="5745480"/>
            <a:ext cx="96393" cy="72067"/>
          </a:xfrm>
          <a:custGeom xmlns:a="http://schemas.openxmlformats.org/drawingml/2006/main">
            <a:pathLst>
              <a:path w="96393" h="72067">
                <a:moveTo>
                  <a:pt x="96393" y="0"/>
                </a:moveTo>
                <a:lnTo>
                  <a:pt x="92748" y="17105"/>
                </a:lnTo>
                <a:lnTo>
                  <a:pt x="87209" y="31687"/>
                </a:lnTo>
                <a:lnTo>
                  <a:pt x="79989" y="43850"/>
                </a:lnTo>
                <a:lnTo>
                  <a:pt x="71296" y="53700"/>
                </a:lnTo>
                <a:lnTo>
                  <a:pt x="61341" y="61341"/>
                </a:lnTo>
                <a:lnTo>
                  <a:pt x="50335" y="66879"/>
                </a:lnTo>
                <a:lnTo>
                  <a:pt x="38487" y="70419"/>
                </a:lnTo>
                <a:lnTo>
                  <a:pt x="26009" y="72067"/>
                </a:lnTo>
                <a:lnTo>
                  <a:pt x="13109" y="71927"/>
                </a:lnTo>
                <a:lnTo>
                  <a:pt x="0" y="70104"/>
                </a:lnTo>
              </a:path>
            </a:pathLst>
          </a:custGeom>
          <a:noFill xmlns:a="http://schemas.openxmlformats.org/drawingml/2006/main"/>
          <a:ln xmlns:a="http://schemas.openxmlformats.org/drawingml/2006/main" w="21908">
            <a:solidFill>
              <a:srgbClr val="986817"/>
            </a:solidFill>
            <a:prstDash val="solid"/>
          </a:ln>
        </p:spPr>
      </p:sp>
      <p:sp>
        <p:nvSpPr>
          <p:cNvPr id="69" name="Online line 69">
            <a:extLst xmlns:a="http://schemas.openxmlformats.org/drawingml/2006/main">
              <a:ext uri="{FF2B5EF4-FFF2-40B4-BE49-F238E27FC236}">
                <a16:creationId xmlns:a16="http://schemas.microsoft.com/office/drawing/2014/main" id="{C9C594CE-E662-4CB3-BE8C-A99F8846A8DF}"/>
              </a:ext>
            </a:extLst>
          </p:cNvPr>
          <p:cNvSpPr>
            <a:spLocks xmlns:a="http://schemas.openxmlformats.org/drawingml/2006/main" noGrp="1"/>
          </p:cNvSpPr>
          <p:nvPr/>
        </p:nvSpPr>
        <p:spPr>
          <a:xfrm xmlns:a="http://schemas.openxmlformats.org/drawingml/2006/main">
            <a:off x="8953802" y="5859469"/>
            <a:ext cx="105997" cy="78797"/>
          </a:xfrm>
          <a:custGeom xmlns:a="http://schemas.openxmlformats.org/drawingml/2006/main">
            <a:pathLst>
              <a:path w="105997" h="78797">
                <a:moveTo>
                  <a:pt x="105997" y="8693"/>
                </a:moveTo>
                <a:lnTo>
                  <a:pt x="87910" y="2611"/>
                </a:lnTo>
                <a:lnTo>
                  <a:pt x="70665" y="0"/>
                </a:lnTo>
                <a:lnTo>
                  <a:pt x="54576" y="648"/>
                </a:lnTo>
                <a:lnTo>
                  <a:pt x="39959" y="4346"/>
                </a:lnTo>
                <a:lnTo>
                  <a:pt x="27130" y="10884"/>
                </a:lnTo>
                <a:lnTo>
                  <a:pt x="16404" y="20050"/>
                </a:lnTo>
                <a:lnTo>
                  <a:pt x="8097" y="31634"/>
                </a:lnTo>
                <a:lnTo>
                  <a:pt x="2524" y="45427"/>
                </a:lnTo>
                <a:lnTo>
                  <a:pt x="0" y="61218"/>
                </a:lnTo>
                <a:lnTo>
                  <a:pt x="841" y="78797"/>
                </a:lnTo>
              </a:path>
            </a:pathLst>
          </a:custGeom>
          <a:noFill xmlns:a="http://schemas.openxmlformats.org/drawingml/2006/main"/>
          <a:ln xmlns:a="http://schemas.openxmlformats.org/drawingml/2006/main" w="21908">
            <a:solidFill>
              <a:srgbClr val="986817"/>
            </a:solidFill>
            <a:prstDash val="solid"/>
          </a:ln>
        </p:spPr>
      </p:sp>
      <p:sp>
        <p:nvSpPr>
          <p:cNvPr id="70" name="Online line 70">
            <a:extLst xmlns:a="http://schemas.openxmlformats.org/drawingml/2006/main">
              <a:ext uri="{FF2B5EF4-FFF2-40B4-BE49-F238E27FC236}">
                <a16:creationId xmlns:a16="http://schemas.microsoft.com/office/drawing/2014/main" id="{71EE547B-1915-4D79-AE53-F87000545289}"/>
              </a:ext>
            </a:extLst>
          </p:cNvPr>
          <p:cNvSpPr>
            <a:spLocks xmlns:a="http://schemas.openxmlformats.org/drawingml/2006/main" noGrp="1"/>
          </p:cNvSpPr>
          <p:nvPr/>
        </p:nvSpPr>
        <p:spPr>
          <a:xfrm xmlns:a="http://schemas.openxmlformats.org/drawingml/2006/main">
            <a:off x="8918741" y="5947029"/>
            <a:ext cx="97243" cy="65898"/>
          </a:xfrm>
          <a:custGeom xmlns:a="http://schemas.openxmlformats.org/drawingml/2006/main">
            <a:pathLst>
              <a:path w="97243" h="65898">
                <a:moveTo>
                  <a:pt x="97243" y="61341"/>
                </a:moveTo>
                <a:lnTo>
                  <a:pt x="81531" y="65065"/>
                </a:lnTo>
                <a:lnTo>
                  <a:pt x="66187" y="65898"/>
                </a:lnTo>
                <a:lnTo>
                  <a:pt x="51579" y="64101"/>
                </a:lnTo>
                <a:lnTo>
                  <a:pt x="38075" y="59939"/>
                </a:lnTo>
                <a:lnTo>
                  <a:pt x="26044" y="53673"/>
                </a:lnTo>
                <a:lnTo>
                  <a:pt x="15852" y="45568"/>
                </a:lnTo>
                <a:lnTo>
                  <a:pt x="7869" y="35884"/>
                </a:lnTo>
                <a:lnTo>
                  <a:pt x="2462" y="24887"/>
                </a:lnTo>
                <a:lnTo>
                  <a:pt x="0" y="12838"/>
                </a:lnTo>
                <a:lnTo>
                  <a:pt x="850" y="0"/>
                </a:lnTo>
              </a:path>
            </a:pathLst>
          </a:custGeom>
          <a:noFill xmlns:a="http://schemas.openxmlformats.org/drawingml/2006/main"/>
          <a:ln xmlns:a="http://schemas.openxmlformats.org/drawingml/2006/main" w="21908">
            <a:solidFill>
              <a:srgbClr val="986817"/>
            </a:solidFill>
            <a:prstDash val="solid"/>
          </a:ln>
        </p:spPr>
      </p:sp>
      <p:sp>
        <p:nvSpPr>
          <p:cNvPr id="71" name="Online text 71: Execution LLM">
            <a:extLst xmlns:a="http://schemas.openxmlformats.org/drawingml/2006/main">
              <a:ext uri="{FF2B5EF4-FFF2-40B4-BE49-F238E27FC236}">
                <a16:creationId xmlns:a16="http://schemas.microsoft.com/office/drawing/2014/main" id="{CF38120B-EE63-4176-8A20-6C2D0DFEE01C}"/>
              </a:ext>
            </a:extLst>
          </p:cNvPr>
          <p:cNvSpPr>
            <a:spLocks xmlns:a="http://schemas.openxmlformats.org/drawingml/2006/main" noGrp="1"/>
          </p:cNvSpPr>
          <p:nvPr/>
        </p:nvSpPr>
        <p:spPr>
          <a:xfrm xmlns:a="http://schemas.openxmlformats.org/drawingml/2006/main">
            <a:off x="7921695" y="6223064"/>
            <a:ext cx="1873110"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213247"/>
                </a:solidFill>
                <a:latin typeface="Arial"/>
                <a:ea typeface="Arial"/>
                <a:cs typeface="Arial"/>
              </a:defRPr>
            </a:pPr>
            <a:r>
              <a:rPr sz="1950" b="1">
                <a:solidFill>
                  <a:srgbClr val="213247"/>
                </a:solidFill>
                <a:latin typeface="Arial"/>
                <a:ea typeface="Arial"/>
                <a:cs typeface="Arial"/>
              </a:rPr>
              <a:t>Execution LLM</a:t>
            </a:r>
          </a:p>
        </p:txBody>
      </p:sp>
      <p:sp>
        <p:nvSpPr>
          <p:cNvPr id="72" name="Online module 72">
            <a:extLst xmlns:a="http://schemas.openxmlformats.org/drawingml/2006/main">
              <a:ext uri="{FF2B5EF4-FFF2-40B4-BE49-F238E27FC236}">
                <a16:creationId xmlns:a16="http://schemas.microsoft.com/office/drawing/2014/main" id="{C814443F-E20E-420E-8A0F-960064EDBAAC}"/>
              </a:ext>
            </a:extLst>
          </p:cNvPr>
          <p:cNvSpPr>
            <a:spLocks xmlns:a="http://schemas.openxmlformats.org/drawingml/2006/main" noGrp="1"/>
          </p:cNvSpPr>
          <p:nvPr/>
        </p:nvSpPr>
        <p:spPr>
          <a:xfrm xmlns:a="http://schemas.openxmlformats.org/drawingml/2006/main">
            <a:off x="11334750" y="5524500"/>
            <a:ext cx="2095500" cy="1143000"/>
          </a:xfrm>
          <a:prstGeom xmlns:a="http://schemas.openxmlformats.org/drawingml/2006/main" prst="roundRect">
            <a:avLst>
              <a:gd name="adj" fmla="val 5000"/>
            </a:avLst>
          </a:prstGeom>
          <a:solidFill xmlns:a="http://schemas.openxmlformats.org/drawingml/2006/main">
            <a:srgbClr val="F0E8F9"/>
          </a:solidFill>
          <a:ln xmlns:a="http://schemas.openxmlformats.org/drawingml/2006/main" w="20955">
            <a:solidFill>
              <a:srgbClr val="9272B6"/>
            </a:solidFill>
            <a:prstDash val="solid"/>
          </a:ln>
        </p:spPr>
      </p:sp>
      <p:sp>
        <p:nvSpPr>
          <p:cNvPr id="73" name="Online line 73">
            <a:extLst xmlns:a="http://schemas.openxmlformats.org/drawingml/2006/main">
              <a:ext uri="{FF2B5EF4-FFF2-40B4-BE49-F238E27FC236}">
                <a16:creationId xmlns:a16="http://schemas.microsoft.com/office/drawing/2014/main" id="{4A832BEB-0256-442A-B2D8-3D068F651E8E}"/>
              </a:ext>
            </a:extLst>
          </p:cNvPr>
          <p:cNvSpPr>
            <a:spLocks xmlns:a="http://schemas.openxmlformats.org/drawingml/2006/main" noGrp="1"/>
          </p:cNvSpPr>
          <p:nvPr/>
        </p:nvSpPr>
        <p:spPr>
          <a:xfrm xmlns:a="http://schemas.openxmlformats.org/drawingml/2006/main">
            <a:off x="12149685" y="5680853"/>
            <a:ext cx="232815" cy="402003"/>
          </a:xfrm>
          <a:custGeom xmlns:a="http://schemas.openxmlformats.org/drawingml/2006/main">
            <a:pathLst>
              <a:path w="232815" h="402003">
                <a:moveTo>
                  <a:pt x="232815" y="47101"/>
                </a:moveTo>
                <a:lnTo>
                  <a:pt x="220609" y="28427"/>
                </a:lnTo>
                <a:lnTo>
                  <a:pt x="205615" y="14433"/>
                </a:lnTo>
                <a:lnTo>
                  <a:pt x="188729" y="5065"/>
                </a:lnTo>
                <a:lnTo>
                  <a:pt x="170843" y="272"/>
                </a:lnTo>
                <a:lnTo>
                  <a:pt x="152853" y="0"/>
                </a:lnTo>
                <a:lnTo>
                  <a:pt x="135651" y="4197"/>
                </a:lnTo>
                <a:lnTo>
                  <a:pt x="120132" y="12812"/>
                </a:lnTo>
                <a:lnTo>
                  <a:pt x="107189" y="25790"/>
                </a:lnTo>
                <a:lnTo>
                  <a:pt x="97716" y="43079"/>
                </a:lnTo>
                <a:lnTo>
                  <a:pt x="92607" y="64627"/>
                </a:lnTo>
                <a:lnTo>
                  <a:pt x="72435" y="66643"/>
                </a:lnTo>
                <a:lnTo>
                  <a:pt x="54260" y="72339"/>
                </a:lnTo>
                <a:lnTo>
                  <a:pt x="38505" y="81189"/>
                </a:lnTo>
                <a:lnTo>
                  <a:pt x="25588" y="92669"/>
                </a:lnTo>
                <a:lnTo>
                  <a:pt x="15931" y="106251"/>
                </a:lnTo>
                <a:lnTo>
                  <a:pt x="9955" y="121411"/>
                </a:lnTo>
                <a:lnTo>
                  <a:pt x="8079" y="137623"/>
                </a:lnTo>
                <a:lnTo>
                  <a:pt x="10726" y="154360"/>
                </a:lnTo>
                <a:lnTo>
                  <a:pt x="18315" y="171098"/>
                </a:lnTo>
                <a:lnTo>
                  <a:pt x="31266" y="187309"/>
                </a:lnTo>
                <a:lnTo>
                  <a:pt x="15695" y="204011"/>
                </a:lnTo>
                <a:lnTo>
                  <a:pt x="5538" y="222081"/>
                </a:lnTo>
                <a:lnTo>
                  <a:pt x="429" y="240781"/>
                </a:lnTo>
                <a:lnTo>
                  <a:pt x="0" y="259376"/>
                </a:lnTo>
                <a:lnTo>
                  <a:pt x="3882" y="277130"/>
                </a:lnTo>
                <a:lnTo>
                  <a:pt x="11707" y="293306"/>
                </a:lnTo>
                <a:lnTo>
                  <a:pt x="23108" y="307169"/>
                </a:lnTo>
                <a:lnTo>
                  <a:pt x="37716" y="317983"/>
                </a:lnTo>
                <a:lnTo>
                  <a:pt x="55163" y="325011"/>
                </a:lnTo>
                <a:lnTo>
                  <a:pt x="75081" y="327517"/>
                </a:lnTo>
                <a:lnTo>
                  <a:pt x="80681" y="351668"/>
                </a:lnTo>
                <a:lnTo>
                  <a:pt x="91486" y="371402"/>
                </a:lnTo>
                <a:lnTo>
                  <a:pt x="106392" y="386510"/>
                </a:lnTo>
                <a:lnTo>
                  <a:pt x="124294" y="396780"/>
                </a:lnTo>
                <a:lnTo>
                  <a:pt x="144090" y="402003"/>
                </a:lnTo>
                <a:lnTo>
                  <a:pt x="164674" y="401968"/>
                </a:lnTo>
                <a:lnTo>
                  <a:pt x="184943" y="396464"/>
                </a:lnTo>
                <a:lnTo>
                  <a:pt x="203792" y="385283"/>
                </a:lnTo>
                <a:lnTo>
                  <a:pt x="220118" y="368212"/>
                </a:lnTo>
                <a:lnTo>
                  <a:pt x="232815" y="345043"/>
                </a:lnTo>
              </a:path>
            </a:pathLst>
          </a:custGeom>
          <a:noFill xmlns:a="http://schemas.openxmlformats.org/drawingml/2006/main"/>
          <a:ln xmlns:a="http://schemas.openxmlformats.org/drawingml/2006/main" w="21908">
            <a:solidFill>
              <a:srgbClr val="76539C"/>
            </a:solidFill>
            <a:prstDash val="solid"/>
          </a:ln>
        </p:spPr>
      </p:sp>
      <p:sp>
        <p:nvSpPr>
          <p:cNvPr id="74" name="Online line 74">
            <a:extLst xmlns:a="http://schemas.openxmlformats.org/drawingml/2006/main">
              <a:ext uri="{FF2B5EF4-FFF2-40B4-BE49-F238E27FC236}">
                <a16:creationId xmlns:a16="http://schemas.microsoft.com/office/drawing/2014/main" id="{249243D6-88DD-4DE1-8472-AE44D7AF69E6}"/>
              </a:ext>
            </a:extLst>
          </p:cNvPr>
          <p:cNvSpPr>
            <a:spLocks xmlns:a="http://schemas.openxmlformats.org/drawingml/2006/main" noGrp="1"/>
          </p:cNvSpPr>
          <p:nvPr/>
        </p:nvSpPr>
        <p:spPr>
          <a:xfrm xmlns:a="http://schemas.openxmlformats.org/drawingml/2006/main">
            <a:off x="12382500" y="5680853"/>
            <a:ext cx="232815" cy="402003"/>
          </a:xfrm>
          <a:custGeom xmlns:a="http://schemas.openxmlformats.org/drawingml/2006/main">
            <a:pathLst>
              <a:path w="232815" h="402003">
                <a:moveTo>
                  <a:pt x="0" y="47101"/>
                </a:moveTo>
                <a:lnTo>
                  <a:pt x="12207" y="28427"/>
                </a:lnTo>
                <a:lnTo>
                  <a:pt x="27200" y="14433"/>
                </a:lnTo>
                <a:lnTo>
                  <a:pt x="44087" y="5065"/>
                </a:lnTo>
                <a:lnTo>
                  <a:pt x="61972" y="272"/>
                </a:lnTo>
                <a:lnTo>
                  <a:pt x="79962" y="0"/>
                </a:lnTo>
                <a:lnTo>
                  <a:pt x="97164" y="4197"/>
                </a:lnTo>
                <a:lnTo>
                  <a:pt x="112683" y="12812"/>
                </a:lnTo>
                <a:lnTo>
                  <a:pt x="125626" y="25790"/>
                </a:lnTo>
                <a:lnTo>
                  <a:pt x="135099" y="43079"/>
                </a:lnTo>
                <a:lnTo>
                  <a:pt x="140208" y="64627"/>
                </a:lnTo>
                <a:lnTo>
                  <a:pt x="160380" y="66643"/>
                </a:lnTo>
                <a:lnTo>
                  <a:pt x="178555" y="72339"/>
                </a:lnTo>
                <a:lnTo>
                  <a:pt x="194311" y="81189"/>
                </a:lnTo>
                <a:lnTo>
                  <a:pt x="207227" y="92669"/>
                </a:lnTo>
                <a:lnTo>
                  <a:pt x="216884" y="106251"/>
                </a:lnTo>
                <a:lnTo>
                  <a:pt x="222861" y="121411"/>
                </a:lnTo>
                <a:lnTo>
                  <a:pt x="224736" y="137623"/>
                </a:lnTo>
                <a:lnTo>
                  <a:pt x="222089" y="154360"/>
                </a:lnTo>
                <a:lnTo>
                  <a:pt x="214501" y="171098"/>
                </a:lnTo>
                <a:lnTo>
                  <a:pt x="201549" y="187309"/>
                </a:lnTo>
                <a:lnTo>
                  <a:pt x="217121" y="204011"/>
                </a:lnTo>
                <a:lnTo>
                  <a:pt x="227277" y="222081"/>
                </a:lnTo>
                <a:lnTo>
                  <a:pt x="232386" y="240781"/>
                </a:lnTo>
                <a:lnTo>
                  <a:pt x="232815" y="259376"/>
                </a:lnTo>
                <a:lnTo>
                  <a:pt x="228933" y="277130"/>
                </a:lnTo>
                <a:lnTo>
                  <a:pt x="221108" y="293306"/>
                </a:lnTo>
                <a:lnTo>
                  <a:pt x="209707" y="307169"/>
                </a:lnTo>
                <a:lnTo>
                  <a:pt x="195099" y="317983"/>
                </a:lnTo>
                <a:lnTo>
                  <a:pt x="177652" y="325011"/>
                </a:lnTo>
                <a:lnTo>
                  <a:pt x="157734" y="327517"/>
                </a:lnTo>
                <a:lnTo>
                  <a:pt x="152134" y="351668"/>
                </a:lnTo>
                <a:lnTo>
                  <a:pt x="141330" y="371402"/>
                </a:lnTo>
                <a:lnTo>
                  <a:pt x="126424" y="386510"/>
                </a:lnTo>
                <a:lnTo>
                  <a:pt x="108521" y="396780"/>
                </a:lnTo>
                <a:lnTo>
                  <a:pt x="88725" y="402003"/>
                </a:lnTo>
                <a:lnTo>
                  <a:pt x="68141" y="401968"/>
                </a:lnTo>
                <a:lnTo>
                  <a:pt x="47872" y="396464"/>
                </a:lnTo>
                <a:lnTo>
                  <a:pt x="29023" y="385283"/>
                </a:lnTo>
                <a:lnTo>
                  <a:pt x="12698" y="368212"/>
                </a:lnTo>
                <a:lnTo>
                  <a:pt x="0" y="345043"/>
                </a:lnTo>
              </a:path>
            </a:pathLst>
          </a:custGeom>
          <a:noFill xmlns:a="http://schemas.openxmlformats.org/drawingml/2006/main"/>
          <a:ln xmlns:a="http://schemas.openxmlformats.org/drawingml/2006/main" w="21908">
            <a:solidFill>
              <a:srgbClr val="76539C"/>
            </a:solidFill>
            <a:prstDash val="solid"/>
          </a:ln>
        </p:spPr>
      </p:sp>
      <p:sp>
        <p:nvSpPr>
          <p:cNvPr id="75" name="Online line 75">
            <a:extLst xmlns:a="http://schemas.openxmlformats.org/drawingml/2006/main">
              <a:ext uri="{FF2B5EF4-FFF2-40B4-BE49-F238E27FC236}">
                <a16:creationId xmlns:a16="http://schemas.microsoft.com/office/drawing/2014/main" id="{16E71CAD-D464-4171-82B1-9A140F138C9D}"/>
              </a:ext>
            </a:extLst>
          </p:cNvPr>
          <p:cNvSpPr>
            <a:spLocks xmlns:a="http://schemas.openxmlformats.org/drawingml/2006/main" noGrp="1"/>
          </p:cNvSpPr>
          <p:nvPr/>
        </p:nvSpPr>
        <p:spPr>
          <a:xfrm xmlns:a="http://schemas.openxmlformats.org/drawingml/2006/main">
            <a:off x="12382500" y="5727954"/>
            <a:ext cx="9525" cy="297942"/>
          </a:xfrm>
          <a:custGeom xmlns:a="http://schemas.openxmlformats.org/drawingml/2006/main">
            <a:pathLst>
              <a:path w="9525" h="297942">
                <a:moveTo>
                  <a:pt x="0" y="0"/>
                </a:moveTo>
                <a:lnTo>
                  <a:pt x="0" y="297942"/>
                </a:lnTo>
              </a:path>
            </a:pathLst>
          </a:custGeom>
          <a:noFill xmlns:a="http://schemas.openxmlformats.org/drawingml/2006/main"/>
          <a:ln xmlns:a="http://schemas.openxmlformats.org/drawingml/2006/main" w="21908">
            <a:solidFill>
              <a:srgbClr val="76539C"/>
            </a:solidFill>
            <a:prstDash val="solid"/>
          </a:ln>
        </p:spPr>
      </p:sp>
      <p:sp>
        <p:nvSpPr>
          <p:cNvPr id="76" name="Online line 76">
            <a:extLst xmlns:a="http://schemas.openxmlformats.org/drawingml/2006/main">
              <a:ext uri="{FF2B5EF4-FFF2-40B4-BE49-F238E27FC236}">
                <a16:creationId xmlns:a16="http://schemas.microsoft.com/office/drawing/2014/main" id="{9E806498-31B2-4056-B006-EE08F6BCCF96}"/>
              </a:ext>
            </a:extLst>
          </p:cNvPr>
          <p:cNvSpPr>
            <a:spLocks xmlns:a="http://schemas.openxmlformats.org/drawingml/2006/main" noGrp="1"/>
          </p:cNvSpPr>
          <p:nvPr/>
        </p:nvSpPr>
        <p:spPr>
          <a:xfrm xmlns:a="http://schemas.openxmlformats.org/drawingml/2006/main">
            <a:off x="12242292" y="5745480"/>
            <a:ext cx="96393" cy="72067"/>
          </a:xfrm>
          <a:custGeom xmlns:a="http://schemas.openxmlformats.org/drawingml/2006/main">
            <a:pathLst>
              <a:path w="96393" h="72067">
                <a:moveTo>
                  <a:pt x="0" y="0"/>
                </a:moveTo>
                <a:lnTo>
                  <a:pt x="3645" y="17105"/>
                </a:lnTo>
                <a:lnTo>
                  <a:pt x="9184" y="31687"/>
                </a:lnTo>
                <a:lnTo>
                  <a:pt x="16404" y="43850"/>
                </a:lnTo>
                <a:lnTo>
                  <a:pt x="25097" y="53700"/>
                </a:lnTo>
                <a:lnTo>
                  <a:pt x="35052" y="61341"/>
                </a:lnTo>
                <a:lnTo>
                  <a:pt x="46058" y="66879"/>
                </a:lnTo>
                <a:lnTo>
                  <a:pt x="57906" y="70419"/>
                </a:lnTo>
                <a:lnTo>
                  <a:pt x="70384" y="72067"/>
                </a:lnTo>
                <a:lnTo>
                  <a:pt x="83284" y="71927"/>
                </a:lnTo>
                <a:lnTo>
                  <a:pt x="96393" y="70104"/>
                </a:lnTo>
              </a:path>
            </a:pathLst>
          </a:custGeom>
          <a:noFill xmlns:a="http://schemas.openxmlformats.org/drawingml/2006/main"/>
          <a:ln xmlns:a="http://schemas.openxmlformats.org/drawingml/2006/main" w="21908">
            <a:solidFill>
              <a:srgbClr val="76539C"/>
            </a:solidFill>
            <a:prstDash val="solid"/>
          </a:ln>
        </p:spPr>
      </p:sp>
      <p:sp>
        <p:nvSpPr>
          <p:cNvPr id="77" name="Online line 77">
            <a:extLst xmlns:a="http://schemas.openxmlformats.org/drawingml/2006/main">
              <a:ext uri="{FF2B5EF4-FFF2-40B4-BE49-F238E27FC236}">
                <a16:creationId xmlns:a16="http://schemas.microsoft.com/office/drawing/2014/main" id="{322D161D-F37B-4DF3-A84E-AAF3F0793189}"/>
              </a:ext>
            </a:extLst>
          </p:cNvPr>
          <p:cNvSpPr>
            <a:spLocks xmlns:a="http://schemas.openxmlformats.org/drawingml/2006/main" noGrp="1"/>
          </p:cNvSpPr>
          <p:nvPr/>
        </p:nvSpPr>
        <p:spPr>
          <a:xfrm xmlns:a="http://schemas.openxmlformats.org/drawingml/2006/main">
            <a:off x="12180951" y="5859469"/>
            <a:ext cx="105997" cy="78797"/>
          </a:xfrm>
          <a:custGeom xmlns:a="http://schemas.openxmlformats.org/drawingml/2006/main">
            <a:pathLst>
              <a:path w="105997" h="78797">
                <a:moveTo>
                  <a:pt x="0" y="8693"/>
                </a:moveTo>
                <a:lnTo>
                  <a:pt x="18087" y="2611"/>
                </a:lnTo>
                <a:lnTo>
                  <a:pt x="35332" y="0"/>
                </a:lnTo>
                <a:lnTo>
                  <a:pt x="51421" y="648"/>
                </a:lnTo>
                <a:lnTo>
                  <a:pt x="66038" y="4346"/>
                </a:lnTo>
                <a:lnTo>
                  <a:pt x="78867" y="10884"/>
                </a:lnTo>
                <a:lnTo>
                  <a:pt x="89593" y="20050"/>
                </a:lnTo>
                <a:lnTo>
                  <a:pt x="97900" y="31634"/>
                </a:lnTo>
                <a:lnTo>
                  <a:pt x="103474" y="45427"/>
                </a:lnTo>
                <a:lnTo>
                  <a:pt x="105997" y="61218"/>
                </a:lnTo>
                <a:lnTo>
                  <a:pt x="105156" y="78797"/>
                </a:lnTo>
              </a:path>
            </a:pathLst>
          </a:custGeom>
          <a:noFill xmlns:a="http://schemas.openxmlformats.org/drawingml/2006/main"/>
          <a:ln xmlns:a="http://schemas.openxmlformats.org/drawingml/2006/main" w="21908">
            <a:solidFill>
              <a:srgbClr val="76539C"/>
            </a:solidFill>
            <a:prstDash val="solid"/>
          </a:ln>
        </p:spPr>
      </p:sp>
      <p:sp>
        <p:nvSpPr>
          <p:cNvPr id="78" name="Online line 78">
            <a:extLst xmlns:a="http://schemas.openxmlformats.org/drawingml/2006/main">
              <a:ext uri="{FF2B5EF4-FFF2-40B4-BE49-F238E27FC236}">
                <a16:creationId xmlns:a16="http://schemas.microsoft.com/office/drawing/2014/main" id="{FB3DFF09-BFAE-4C7A-841A-D7F7CC70D93E}"/>
              </a:ext>
            </a:extLst>
          </p:cNvPr>
          <p:cNvSpPr>
            <a:spLocks xmlns:a="http://schemas.openxmlformats.org/drawingml/2006/main" noGrp="1"/>
          </p:cNvSpPr>
          <p:nvPr/>
        </p:nvSpPr>
        <p:spPr>
          <a:xfrm xmlns:a="http://schemas.openxmlformats.org/drawingml/2006/main">
            <a:off x="12224766" y="5947029"/>
            <a:ext cx="97243" cy="65898"/>
          </a:xfrm>
          <a:custGeom xmlns:a="http://schemas.openxmlformats.org/drawingml/2006/main">
            <a:pathLst>
              <a:path w="97243" h="65898">
                <a:moveTo>
                  <a:pt x="0" y="61341"/>
                </a:moveTo>
                <a:lnTo>
                  <a:pt x="15712" y="65065"/>
                </a:lnTo>
                <a:lnTo>
                  <a:pt x="31056" y="65898"/>
                </a:lnTo>
                <a:lnTo>
                  <a:pt x="45664" y="64101"/>
                </a:lnTo>
                <a:lnTo>
                  <a:pt x="59168" y="59939"/>
                </a:lnTo>
                <a:lnTo>
                  <a:pt x="71199" y="53673"/>
                </a:lnTo>
                <a:lnTo>
                  <a:pt x="81391" y="45568"/>
                </a:lnTo>
                <a:lnTo>
                  <a:pt x="89374" y="35884"/>
                </a:lnTo>
                <a:lnTo>
                  <a:pt x="94781" y="24887"/>
                </a:lnTo>
                <a:lnTo>
                  <a:pt x="97243" y="12838"/>
                </a:lnTo>
                <a:lnTo>
                  <a:pt x="96393" y="0"/>
                </a:lnTo>
              </a:path>
            </a:pathLst>
          </a:custGeom>
          <a:noFill xmlns:a="http://schemas.openxmlformats.org/drawingml/2006/main"/>
          <a:ln xmlns:a="http://schemas.openxmlformats.org/drawingml/2006/main" w="21908">
            <a:solidFill>
              <a:srgbClr val="76539C"/>
            </a:solidFill>
            <a:prstDash val="solid"/>
          </a:ln>
        </p:spPr>
      </p:sp>
      <p:sp>
        <p:nvSpPr>
          <p:cNvPr id="79" name="Online line 79">
            <a:extLst xmlns:a="http://schemas.openxmlformats.org/drawingml/2006/main">
              <a:ext uri="{FF2B5EF4-FFF2-40B4-BE49-F238E27FC236}">
                <a16:creationId xmlns:a16="http://schemas.microsoft.com/office/drawing/2014/main" id="{8282E225-9B3A-40C0-9C1C-83BB9C9A08BF}"/>
              </a:ext>
            </a:extLst>
          </p:cNvPr>
          <p:cNvSpPr>
            <a:spLocks xmlns:a="http://schemas.openxmlformats.org/drawingml/2006/main" noGrp="1"/>
          </p:cNvSpPr>
          <p:nvPr/>
        </p:nvSpPr>
        <p:spPr>
          <a:xfrm xmlns:a="http://schemas.openxmlformats.org/drawingml/2006/main">
            <a:off x="12426315" y="5745480"/>
            <a:ext cx="96393" cy="72067"/>
          </a:xfrm>
          <a:custGeom xmlns:a="http://schemas.openxmlformats.org/drawingml/2006/main">
            <a:pathLst>
              <a:path w="96393" h="72067">
                <a:moveTo>
                  <a:pt x="96393" y="0"/>
                </a:moveTo>
                <a:lnTo>
                  <a:pt x="92748" y="17105"/>
                </a:lnTo>
                <a:lnTo>
                  <a:pt x="87209" y="31687"/>
                </a:lnTo>
                <a:lnTo>
                  <a:pt x="79989" y="43850"/>
                </a:lnTo>
                <a:lnTo>
                  <a:pt x="71296" y="53700"/>
                </a:lnTo>
                <a:lnTo>
                  <a:pt x="61341" y="61341"/>
                </a:lnTo>
                <a:lnTo>
                  <a:pt x="50335" y="66879"/>
                </a:lnTo>
                <a:lnTo>
                  <a:pt x="38487" y="70419"/>
                </a:lnTo>
                <a:lnTo>
                  <a:pt x="26009" y="72067"/>
                </a:lnTo>
                <a:lnTo>
                  <a:pt x="13109" y="71927"/>
                </a:lnTo>
                <a:lnTo>
                  <a:pt x="0" y="70104"/>
                </a:lnTo>
              </a:path>
            </a:pathLst>
          </a:custGeom>
          <a:noFill xmlns:a="http://schemas.openxmlformats.org/drawingml/2006/main"/>
          <a:ln xmlns:a="http://schemas.openxmlformats.org/drawingml/2006/main" w="21908">
            <a:solidFill>
              <a:srgbClr val="76539C"/>
            </a:solidFill>
            <a:prstDash val="solid"/>
          </a:ln>
        </p:spPr>
      </p:sp>
      <p:sp>
        <p:nvSpPr>
          <p:cNvPr id="80" name="Online line 80">
            <a:extLst xmlns:a="http://schemas.openxmlformats.org/drawingml/2006/main">
              <a:ext uri="{FF2B5EF4-FFF2-40B4-BE49-F238E27FC236}">
                <a16:creationId xmlns:a16="http://schemas.microsoft.com/office/drawing/2014/main" id="{6B862456-F57C-40DC-8503-8EB7DDDE7C8F}"/>
              </a:ext>
            </a:extLst>
          </p:cNvPr>
          <p:cNvSpPr>
            <a:spLocks xmlns:a="http://schemas.openxmlformats.org/drawingml/2006/main" noGrp="1"/>
          </p:cNvSpPr>
          <p:nvPr/>
        </p:nvSpPr>
        <p:spPr>
          <a:xfrm xmlns:a="http://schemas.openxmlformats.org/drawingml/2006/main">
            <a:off x="12478052" y="5859469"/>
            <a:ext cx="105997" cy="78797"/>
          </a:xfrm>
          <a:custGeom xmlns:a="http://schemas.openxmlformats.org/drawingml/2006/main">
            <a:pathLst>
              <a:path w="105997" h="78797">
                <a:moveTo>
                  <a:pt x="105997" y="8693"/>
                </a:moveTo>
                <a:lnTo>
                  <a:pt x="87910" y="2611"/>
                </a:lnTo>
                <a:lnTo>
                  <a:pt x="70665" y="0"/>
                </a:lnTo>
                <a:lnTo>
                  <a:pt x="54576" y="648"/>
                </a:lnTo>
                <a:lnTo>
                  <a:pt x="39959" y="4346"/>
                </a:lnTo>
                <a:lnTo>
                  <a:pt x="27130" y="10884"/>
                </a:lnTo>
                <a:lnTo>
                  <a:pt x="16404" y="20050"/>
                </a:lnTo>
                <a:lnTo>
                  <a:pt x="8097" y="31634"/>
                </a:lnTo>
                <a:lnTo>
                  <a:pt x="2524" y="45427"/>
                </a:lnTo>
                <a:lnTo>
                  <a:pt x="0" y="61218"/>
                </a:lnTo>
                <a:lnTo>
                  <a:pt x="841" y="78797"/>
                </a:lnTo>
              </a:path>
            </a:pathLst>
          </a:custGeom>
          <a:noFill xmlns:a="http://schemas.openxmlformats.org/drawingml/2006/main"/>
          <a:ln xmlns:a="http://schemas.openxmlformats.org/drawingml/2006/main" w="21908">
            <a:solidFill>
              <a:srgbClr val="76539C"/>
            </a:solidFill>
            <a:prstDash val="solid"/>
          </a:ln>
        </p:spPr>
      </p:sp>
      <p:sp>
        <p:nvSpPr>
          <p:cNvPr id="81" name="Online line 81">
            <a:extLst xmlns:a="http://schemas.openxmlformats.org/drawingml/2006/main">
              <a:ext uri="{FF2B5EF4-FFF2-40B4-BE49-F238E27FC236}">
                <a16:creationId xmlns:a16="http://schemas.microsoft.com/office/drawing/2014/main" id="{33CEF54B-29F5-47A1-A18D-C6292FC28944}"/>
              </a:ext>
            </a:extLst>
          </p:cNvPr>
          <p:cNvSpPr>
            <a:spLocks xmlns:a="http://schemas.openxmlformats.org/drawingml/2006/main" noGrp="1"/>
          </p:cNvSpPr>
          <p:nvPr/>
        </p:nvSpPr>
        <p:spPr>
          <a:xfrm xmlns:a="http://schemas.openxmlformats.org/drawingml/2006/main">
            <a:off x="12442991" y="5947029"/>
            <a:ext cx="97243" cy="65898"/>
          </a:xfrm>
          <a:custGeom xmlns:a="http://schemas.openxmlformats.org/drawingml/2006/main">
            <a:pathLst>
              <a:path w="97243" h="65898">
                <a:moveTo>
                  <a:pt x="97243" y="61341"/>
                </a:moveTo>
                <a:lnTo>
                  <a:pt x="81531" y="65065"/>
                </a:lnTo>
                <a:lnTo>
                  <a:pt x="66187" y="65898"/>
                </a:lnTo>
                <a:lnTo>
                  <a:pt x="51579" y="64101"/>
                </a:lnTo>
                <a:lnTo>
                  <a:pt x="38075" y="59939"/>
                </a:lnTo>
                <a:lnTo>
                  <a:pt x="26044" y="53673"/>
                </a:lnTo>
                <a:lnTo>
                  <a:pt x="15852" y="45568"/>
                </a:lnTo>
                <a:lnTo>
                  <a:pt x="7869" y="35884"/>
                </a:lnTo>
                <a:lnTo>
                  <a:pt x="2462" y="24887"/>
                </a:lnTo>
                <a:lnTo>
                  <a:pt x="0" y="12838"/>
                </a:lnTo>
                <a:lnTo>
                  <a:pt x="850" y="0"/>
                </a:lnTo>
              </a:path>
            </a:pathLst>
          </a:custGeom>
          <a:noFill xmlns:a="http://schemas.openxmlformats.org/drawingml/2006/main"/>
          <a:ln xmlns:a="http://schemas.openxmlformats.org/drawingml/2006/main" w="21908">
            <a:solidFill>
              <a:srgbClr val="76539C"/>
            </a:solidFill>
            <a:prstDash val="solid"/>
          </a:ln>
        </p:spPr>
      </p:sp>
      <p:sp>
        <p:nvSpPr>
          <p:cNvPr id="82" name="Online text 82: Verifier LLM">
            <a:extLst xmlns:a="http://schemas.openxmlformats.org/drawingml/2006/main">
              <a:ext uri="{FF2B5EF4-FFF2-40B4-BE49-F238E27FC236}">
                <a16:creationId xmlns:a16="http://schemas.microsoft.com/office/drawing/2014/main" id="{CB9B72E7-043C-48C7-A441-46509BAA0B00}"/>
              </a:ext>
            </a:extLst>
          </p:cNvPr>
          <p:cNvSpPr>
            <a:spLocks xmlns:a="http://schemas.openxmlformats.org/drawingml/2006/main" noGrp="1"/>
          </p:cNvSpPr>
          <p:nvPr/>
        </p:nvSpPr>
        <p:spPr>
          <a:xfrm xmlns:a="http://schemas.openxmlformats.org/drawingml/2006/main">
            <a:off x="11615957" y="6223064"/>
            <a:ext cx="1533087"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213247"/>
                </a:solidFill>
                <a:latin typeface="Arial"/>
                <a:ea typeface="Arial"/>
                <a:cs typeface="Arial"/>
              </a:defRPr>
            </a:pPr>
            <a:r>
              <a:rPr sz="1950" b="1">
                <a:solidFill>
                  <a:srgbClr val="213247"/>
                </a:solidFill>
                <a:latin typeface="Arial"/>
                <a:ea typeface="Arial"/>
                <a:cs typeface="Arial"/>
              </a:rPr>
              <a:t>Verifier LLM</a:t>
            </a:r>
          </a:p>
        </p:txBody>
      </p:sp>
      <p:sp>
        <p:nvSpPr>
          <p:cNvPr id="83" name="Online text 83: [2]">
            <a:extLst xmlns:a="http://schemas.openxmlformats.org/drawingml/2006/main">
              <a:ext uri="{FF2B5EF4-FFF2-40B4-BE49-F238E27FC236}">
                <a16:creationId xmlns:a16="http://schemas.microsoft.com/office/drawing/2014/main" id="{EBC7693F-B57C-4B5B-A1C7-8BA5CFBDC1DF}"/>
              </a:ext>
            </a:extLst>
          </p:cNvPr>
          <p:cNvSpPr>
            <a:spLocks xmlns:a="http://schemas.openxmlformats.org/drawingml/2006/main" noGrp="1"/>
          </p:cNvSpPr>
          <p:nvPr/>
        </p:nvSpPr>
        <p:spPr>
          <a:xfrm xmlns:a="http://schemas.openxmlformats.org/drawingml/2006/main">
            <a:off x="12983489" y="5615273"/>
            <a:ext cx="294361" cy="2185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75" b="0">
                <a:solidFill>
                  <a:srgbClr val="76539C"/>
                </a:solidFill>
                <a:latin typeface="Arial"/>
                <a:ea typeface="Arial"/>
                <a:cs typeface="Arial"/>
              </a:defRPr>
            </a:pPr>
            <a:r>
              <a:rPr sz="1275" b="0">
                <a:solidFill>
                  <a:srgbClr val="76539C"/>
                </a:solidFill>
                <a:latin typeface="Arial"/>
                <a:ea typeface="Arial"/>
                <a:cs typeface="Arial"/>
              </a:rPr>
              <a:t>[2]</a:t>
            </a:r>
          </a:p>
        </p:txBody>
      </p:sp>
      <p:sp>
        <p:nvSpPr>
          <p:cNvPr id="84" name="Online module 84">
            <a:extLst xmlns:a="http://schemas.openxmlformats.org/drawingml/2006/main">
              <a:ext uri="{FF2B5EF4-FFF2-40B4-BE49-F238E27FC236}">
                <a16:creationId xmlns:a16="http://schemas.microsoft.com/office/drawing/2014/main" id="{839FC1EC-9743-4E9D-A0AC-151F1B364A7A}"/>
              </a:ext>
            </a:extLst>
          </p:cNvPr>
          <p:cNvSpPr>
            <a:spLocks xmlns:a="http://schemas.openxmlformats.org/drawingml/2006/main" noGrp="1"/>
          </p:cNvSpPr>
          <p:nvPr/>
        </p:nvSpPr>
        <p:spPr>
          <a:xfrm xmlns:a="http://schemas.openxmlformats.org/drawingml/2006/main">
            <a:off x="11334750" y="8191500"/>
            <a:ext cx="2095500" cy="1143000"/>
          </a:xfrm>
          <a:prstGeom xmlns:a="http://schemas.openxmlformats.org/drawingml/2006/main" prst="roundRect">
            <a:avLst>
              <a:gd name="adj" fmla="val 5000"/>
            </a:avLst>
          </a:prstGeom>
          <a:solidFill xmlns:a="http://schemas.openxmlformats.org/drawingml/2006/main">
            <a:srgbClr val="E8F1FB"/>
          </a:solidFill>
          <a:ln xmlns:a="http://schemas.openxmlformats.org/drawingml/2006/main" w="20955">
            <a:solidFill>
              <a:srgbClr val="4475A5"/>
            </a:solidFill>
            <a:prstDash val="solid"/>
          </a:ln>
        </p:spPr>
      </p:sp>
      <p:sp>
        <p:nvSpPr>
          <p:cNvPr id="85" name="Online line 85">
            <a:extLst xmlns:a="http://schemas.openxmlformats.org/drawingml/2006/main">
              <a:ext uri="{FF2B5EF4-FFF2-40B4-BE49-F238E27FC236}">
                <a16:creationId xmlns:a16="http://schemas.microsoft.com/office/drawing/2014/main" id="{D1D43442-4A93-4E78-8C1E-13B8527C8C9C}"/>
              </a:ext>
            </a:extLst>
          </p:cNvPr>
          <p:cNvSpPr>
            <a:spLocks xmlns:a="http://schemas.openxmlformats.org/drawingml/2006/main" noGrp="1"/>
          </p:cNvSpPr>
          <p:nvPr/>
        </p:nvSpPr>
        <p:spPr>
          <a:xfrm xmlns:a="http://schemas.openxmlformats.org/drawingml/2006/main">
            <a:off x="12233529" y="8377428"/>
            <a:ext cx="297942" cy="341757"/>
          </a:xfrm>
          <a:custGeom xmlns:a="http://schemas.openxmlformats.org/drawingml/2006/main">
            <a:pathLst>
              <a:path w="297942" h="341757">
                <a:moveTo>
                  <a:pt x="148971" y="0"/>
                </a:moveTo>
                <a:lnTo>
                  <a:pt x="297942" y="61341"/>
                </a:lnTo>
                <a:lnTo>
                  <a:pt x="271653" y="210312"/>
                </a:lnTo>
                <a:lnTo>
                  <a:pt x="219075" y="289179"/>
                </a:lnTo>
                <a:lnTo>
                  <a:pt x="148971" y="341757"/>
                </a:lnTo>
                <a:lnTo>
                  <a:pt x="78867" y="289179"/>
                </a:lnTo>
                <a:lnTo>
                  <a:pt x="26289" y="210312"/>
                </a:lnTo>
                <a:lnTo>
                  <a:pt x="0" y="61341"/>
                </a:lnTo>
                <a:lnTo>
                  <a:pt x="148971" y="0"/>
                </a:lnTo>
              </a:path>
            </a:pathLst>
          </a:custGeom>
          <a:noFill xmlns:a="http://schemas.openxmlformats.org/drawingml/2006/main"/>
          <a:ln xmlns:a="http://schemas.openxmlformats.org/drawingml/2006/main" w="21908">
            <a:solidFill>
              <a:srgbClr val="2E5F8B"/>
            </a:solidFill>
            <a:prstDash val="solid"/>
          </a:ln>
        </p:spPr>
      </p:sp>
      <p:sp>
        <p:nvSpPr>
          <p:cNvPr id="86" name="Online line 86">
            <a:extLst xmlns:a="http://schemas.openxmlformats.org/drawingml/2006/main">
              <a:ext uri="{FF2B5EF4-FFF2-40B4-BE49-F238E27FC236}">
                <a16:creationId xmlns:a16="http://schemas.microsoft.com/office/drawing/2014/main" id="{8BC0C9AB-EE3D-4620-AB6E-DA43CDE74794}"/>
              </a:ext>
            </a:extLst>
          </p:cNvPr>
          <p:cNvSpPr>
            <a:spLocks xmlns:a="http://schemas.openxmlformats.org/drawingml/2006/main" noGrp="1"/>
          </p:cNvSpPr>
          <p:nvPr/>
        </p:nvSpPr>
        <p:spPr>
          <a:xfrm xmlns:a="http://schemas.openxmlformats.org/drawingml/2006/main">
            <a:off x="12312396" y="8482584"/>
            <a:ext cx="148971" cy="113919"/>
          </a:xfrm>
          <a:custGeom xmlns:a="http://schemas.openxmlformats.org/drawingml/2006/main">
            <a:pathLst>
              <a:path w="148971" h="113919">
                <a:moveTo>
                  <a:pt x="0" y="52578"/>
                </a:moveTo>
                <a:lnTo>
                  <a:pt x="52578" y="113919"/>
                </a:lnTo>
                <a:lnTo>
                  <a:pt x="148971" y="0"/>
                </a:lnTo>
              </a:path>
            </a:pathLst>
          </a:custGeom>
          <a:noFill xmlns:a="http://schemas.openxmlformats.org/drawingml/2006/main"/>
          <a:ln xmlns:a="http://schemas.openxmlformats.org/drawingml/2006/main" w="21908">
            <a:solidFill>
              <a:srgbClr val="2E5F8B"/>
            </a:solidFill>
            <a:prstDash val="solid"/>
          </a:ln>
        </p:spPr>
      </p:sp>
      <p:sp>
        <p:nvSpPr>
          <p:cNvPr id="87" name="Online text 87: Action verifier">
            <a:extLst xmlns:a="http://schemas.openxmlformats.org/drawingml/2006/main">
              <a:ext uri="{FF2B5EF4-FFF2-40B4-BE49-F238E27FC236}">
                <a16:creationId xmlns:a16="http://schemas.microsoft.com/office/drawing/2014/main" id="{C43894C6-1D14-46C1-B992-790E5814D193}"/>
              </a:ext>
            </a:extLst>
          </p:cNvPr>
          <p:cNvSpPr>
            <a:spLocks xmlns:a="http://schemas.openxmlformats.org/drawingml/2006/main" noGrp="1"/>
          </p:cNvSpPr>
          <p:nvPr/>
        </p:nvSpPr>
        <p:spPr>
          <a:xfrm xmlns:a="http://schemas.openxmlformats.org/drawingml/2006/main">
            <a:off x="11492751" y="8890064"/>
            <a:ext cx="1779499"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213247"/>
                </a:solidFill>
                <a:latin typeface="Arial"/>
                <a:ea typeface="Arial"/>
                <a:cs typeface="Arial"/>
              </a:defRPr>
            </a:pPr>
            <a:r>
              <a:rPr sz="1950" b="1">
                <a:solidFill>
                  <a:srgbClr val="213247"/>
                </a:solidFill>
                <a:latin typeface="Arial"/>
                <a:ea typeface="Arial"/>
                <a:cs typeface="Arial"/>
              </a:rPr>
              <a:t>Action verifier</a:t>
            </a:r>
          </a:p>
        </p:txBody>
      </p:sp>
      <p:sp>
        <p:nvSpPr>
          <p:cNvPr id="88" name="Online text 88: [1]">
            <a:extLst xmlns:a="http://schemas.openxmlformats.org/drawingml/2006/main">
              <a:ext uri="{FF2B5EF4-FFF2-40B4-BE49-F238E27FC236}">
                <a16:creationId xmlns:a16="http://schemas.microsoft.com/office/drawing/2014/main" id="{DB4B0121-C1DF-4D35-A70E-235525B263D3}"/>
              </a:ext>
            </a:extLst>
          </p:cNvPr>
          <p:cNvSpPr>
            <a:spLocks xmlns:a="http://schemas.openxmlformats.org/drawingml/2006/main" noGrp="1"/>
          </p:cNvSpPr>
          <p:nvPr/>
        </p:nvSpPr>
        <p:spPr>
          <a:xfrm xmlns:a="http://schemas.openxmlformats.org/drawingml/2006/main">
            <a:off x="12983489" y="8282273"/>
            <a:ext cx="294361" cy="2185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75" b="0">
                <a:solidFill>
                  <a:srgbClr val="2E5F8B"/>
                </a:solidFill>
                <a:latin typeface="Arial"/>
                <a:ea typeface="Arial"/>
                <a:cs typeface="Arial"/>
              </a:defRPr>
            </a:pPr>
            <a:r>
              <a:rPr sz="1275" b="0">
                <a:solidFill>
                  <a:srgbClr val="2E5F8B"/>
                </a:solidFill>
                <a:latin typeface="Arial"/>
                <a:ea typeface="Arial"/>
                <a:cs typeface="Arial"/>
              </a:rPr>
              <a:t>[1]</a:t>
            </a:r>
          </a:p>
        </p:txBody>
      </p:sp>
      <p:sp>
        <p:nvSpPr>
          <p:cNvPr id="89" name="Online module 89">
            <a:extLst xmlns:a="http://schemas.openxmlformats.org/drawingml/2006/main">
              <a:ext uri="{FF2B5EF4-FFF2-40B4-BE49-F238E27FC236}">
                <a16:creationId xmlns:a16="http://schemas.microsoft.com/office/drawing/2014/main" id="{40C11650-DD47-4E68-BFA7-382E56EE5CA3}"/>
              </a:ext>
            </a:extLst>
          </p:cNvPr>
          <p:cNvSpPr>
            <a:spLocks xmlns:a="http://schemas.openxmlformats.org/drawingml/2006/main" noGrp="1"/>
          </p:cNvSpPr>
          <p:nvPr/>
        </p:nvSpPr>
        <p:spPr>
          <a:xfrm xmlns:a="http://schemas.openxmlformats.org/drawingml/2006/main">
            <a:off x="7810500" y="8191500"/>
            <a:ext cx="2095500" cy="1143000"/>
          </a:xfrm>
          <a:prstGeom xmlns:a="http://schemas.openxmlformats.org/drawingml/2006/main" prst="roundRect">
            <a:avLst>
              <a:gd name="adj" fmla="val 5000"/>
            </a:avLst>
          </a:prstGeom>
          <a:solidFill xmlns:a="http://schemas.openxmlformats.org/drawingml/2006/main">
            <a:srgbClr val="E8F1FB"/>
          </a:solidFill>
          <a:ln xmlns:a="http://schemas.openxmlformats.org/drawingml/2006/main" w="20955">
            <a:solidFill>
              <a:srgbClr val="4475A5"/>
            </a:solidFill>
            <a:prstDash val="solid"/>
          </a:ln>
        </p:spPr>
      </p:sp>
      <p:sp>
        <p:nvSpPr>
          <p:cNvPr id="90" name="Online line 90">
            <a:extLst xmlns:a="http://schemas.openxmlformats.org/drawingml/2006/main">
              <a:ext uri="{FF2B5EF4-FFF2-40B4-BE49-F238E27FC236}">
                <a16:creationId xmlns:a16="http://schemas.microsoft.com/office/drawing/2014/main" id="{5FBCF6B2-146C-4114-9C1F-2F7925E7201F}"/>
              </a:ext>
            </a:extLst>
          </p:cNvPr>
          <p:cNvSpPr>
            <a:spLocks xmlns:a="http://schemas.openxmlformats.org/drawingml/2006/main" noGrp="1"/>
          </p:cNvSpPr>
          <p:nvPr/>
        </p:nvSpPr>
        <p:spPr>
          <a:xfrm xmlns:a="http://schemas.openxmlformats.org/drawingml/2006/main">
            <a:off x="8709279" y="8377428"/>
            <a:ext cx="306705" cy="359283"/>
          </a:xfrm>
          <a:custGeom xmlns:a="http://schemas.openxmlformats.org/drawingml/2006/main">
            <a:pathLst>
              <a:path w="306705" h="359283">
                <a:moveTo>
                  <a:pt x="0" y="315468"/>
                </a:moveTo>
                <a:lnTo>
                  <a:pt x="113919" y="201549"/>
                </a:lnTo>
                <a:lnTo>
                  <a:pt x="78867" y="122682"/>
                </a:lnTo>
                <a:lnTo>
                  <a:pt x="105156" y="35052"/>
                </a:lnTo>
                <a:lnTo>
                  <a:pt x="184023" y="0"/>
                </a:lnTo>
                <a:lnTo>
                  <a:pt x="166497" y="96393"/>
                </a:lnTo>
                <a:lnTo>
                  <a:pt x="227838" y="140208"/>
                </a:lnTo>
                <a:lnTo>
                  <a:pt x="306705" y="87630"/>
                </a:lnTo>
                <a:lnTo>
                  <a:pt x="306705" y="184023"/>
                </a:lnTo>
                <a:lnTo>
                  <a:pt x="245364" y="245364"/>
                </a:lnTo>
                <a:lnTo>
                  <a:pt x="175260" y="236601"/>
                </a:lnTo>
                <a:lnTo>
                  <a:pt x="52578" y="359283"/>
                </a:lnTo>
                <a:lnTo>
                  <a:pt x="0" y="315468"/>
                </a:lnTo>
              </a:path>
            </a:pathLst>
          </a:custGeom>
          <a:noFill xmlns:a="http://schemas.openxmlformats.org/drawingml/2006/main"/>
          <a:ln xmlns:a="http://schemas.openxmlformats.org/drawingml/2006/main" w="21908">
            <a:solidFill>
              <a:srgbClr val="2E5F8B"/>
            </a:solidFill>
            <a:prstDash val="solid"/>
          </a:ln>
        </p:spPr>
      </p:sp>
      <p:sp>
        <p:nvSpPr>
          <p:cNvPr id="91" name="Online polygon 91">
            <a:extLst xmlns:a="http://schemas.openxmlformats.org/drawingml/2006/main">
              <a:ext uri="{FF2B5EF4-FFF2-40B4-BE49-F238E27FC236}">
                <a16:creationId xmlns:a16="http://schemas.microsoft.com/office/drawing/2014/main" id="{A51E4E0A-907C-4E8C-93AA-70AFFB381E17}"/>
              </a:ext>
            </a:extLst>
          </p:cNvPr>
          <p:cNvSpPr>
            <a:spLocks xmlns:a="http://schemas.openxmlformats.org/drawingml/2006/main" noGrp="1"/>
          </p:cNvSpPr>
          <p:nvPr/>
        </p:nvSpPr>
        <p:spPr>
          <a:xfrm xmlns:a="http://schemas.openxmlformats.org/drawingml/2006/main">
            <a:off x="8747836" y="8670112"/>
            <a:ext cx="28042" cy="28042"/>
          </a:xfrm>
          <a:custGeom xmlns:a="http://schemas.openxmlformats.org/drawingml/2006/main">
            <a:pathLst>
              <a:path w="28042" h="28042">
                <a:moveTo>
                  <a:pt x="28042" y="14021"/>
                </a:moveTo>
                <a:lnTo>
                  <a:pt x="27922" y="15851"/>
                </a:lnTo>
                <a:lnTo>
                  <a:pt x="27564" y="17650"/>
                </a:lnTo>
                <a:lnTo>
                  <a:pt x="26974" y="19386"/>
                </a:lnTo>
                <a:lnTo>
                  <a:pt x="26163" y="21031"/>
                </a:lnTo>
                <a:lnTo>
                  <a:pt x="25144" y="22556"/>
                </a:lnTo>
                <a:lnTo>
                  <a:pt x="23935" y="23935"/>
                </a:lnTo>
                <a:lnTo>
                  <a:pt x="22556" y="25144"/>
                </a:lnTo>
                <a:lnTo>
                  <a:pt x="21031" y="26163"/>
                </a:lnTo>
                <a:lnTo>
                  <a:pt x="19386" y="26974"/>
                </a:lnTo>
                <a:lnTo>
                  <a:pt x="17650" y="27564"/>
                </a:lnTo>
                <a:lnTo>
                  <a:pt x="15851" y="27922"/>
                </a:lnTo>
                <a:lnTo>
                  <a:pt x="14021" y="28042"/>
                </a:lnTo>
                <a:lnTo>
                  <a:pt x="12191" y="27922"/>
                </a:lnTo>
                <a:lnTo>
                  <a:pt x="10392" y="27564"/>
                </a:lnTo>
                <a:lnTo>
                  <a:pt x="8655" y="26974"/>
                </a:lnTo>
                <a:lnTo>
                  <a:pt x="7010" y="26163"/>
                </a:lnTo>
                <a:lnTo>
                  <a:pt x="5485" y="25144"/>
                </a:lnTo>
                <a:lnTo>
                  <a:pt x="4107" y="23935"/>
                </a:lnTo>
                <a:lnTo>
                  <a:pt x="2897" y="22556"/>
                </a:lnTo>
                <a:lnTo>
                  <a:pt x="1878" y="21031"/>
                </a:lnTo>
                <a:lnTo>
                  <a:pt x="1067" y="19386"/>
                </a:lnTo>
                <a:lnTo>
                  <a:pt x="478" y="17650"/>
                </a:lnTo>
                <a:lnTo>
                  <a:pt x="120" y="15851"/>
                </a:lnTo>
                <a:lnTo>
                  <a:pt x="0" y="14021"/>
                </a:lnTo>
                <a:lnTo>
                  <a:pt x="120" y="12191"/>
                </a:lnTo>
                <a:lnTo>
                  <a:pt x="478" y="10392"/>
                </a:lnTo>
                <a:lnTo>
                  <a:pt x="1067" y="8655"/>
                </a:lnTo>
                <a:lnTo>
                  <a:pt x="1878" y="7010"/>
                </a:lnTo>
                <a:lnTo>
                  <a:pt x="2897" y="5485"/>
                </a:lnTo>
                <a:lnTo>
                  <a:pt x="4107" y="4107"/>
                </a:lnTo>
                <a:lnTo>
                  <a:pt x="5485" y="2897"/>
                </a:lnTo>
                <a:lnTo>
                  <a:pt x="7010" y="1878"/>
                </a:lnTo>
                <a:lnTo>
                  <a:pt x="8655" y="1067"/>
                </a:lnTo>
                <a:lnTo>
                  <a:pt x="10392" y="478"/>
                </a:lnTo>
                <a:lnTo>
                  <a:pt x="12191" y="120"/>
                </a:lnTo>
                <a:lnTo>
                  <a:pt x="14021" y="0"/>
                </a:lnTo>
                <a:lnTo>
                  <a:pt x="15851" y="120"/>
                </a:lnTo>
                <a:lnTo>
                  <a:pt x="17650" y="478"/>
                </a:lnTo>
                <a:lnTo>
                  <a:pt x="19386" y="1067"/>
                </a:lnTo>
                <a:lnTo>
                  <a:pt x="21031" y="1878"/>
                </a:lnTo>
                <a:lnTo>
                  <a:pt x="22556" y="2897"/>
                </a:lnTo>
                <a:lnTo>
                  <a:pt x="23935" y="4107"/>
                </a:lnTo>
                <a:lnTo>
                  <a:pt x="25144" y="5485"/>
                </a:lnTo>
                <a:lnTo>
                  <a:pt x="26163" y="7010"/>
                </a:lnTo>
                <a:lnTo>
                  <a:pt x="26974" y="8655"/>
                </a:lnTo>
                <a:lnTo>
                  <a:pt x="27564" y="10392"/>
                </a:lnTo>
                <a:lnTo>
                  <a:pt x="27922" y="12191"/>
                </a:lnTo>
                <a:lnTo>
                  <a:pt x="28042" y="14021"/>
                </a:lnTo>
                <a:close/>
              </a:path>
            </a:pathLst>
          </a:custGeom>
          <a:solidFill xmlns:a="http://schemas.openxmlformats.org/drawingml/2006/main">
            <a:srgbClr val="2E5F8B"/>
          </a:solidFill>
          <a:ln xmlns:a="http://schemas.openxmlformats.org/drawingml/2006/main" w="0">
            <a:noFill/>
          </a:ln>
        </p:spPr>
      </p:sp>
      <p:sp>
        <p:nvSpPr>
          <p:cNvPr id="92" name="Online line 92">
            <a:extLst xmlns:a="http://schemas.openxmlformats.org/drawingml/2006/main">
              <a:ext uri="{FF2B5EF4-FFF2-40B4-BE49-F238E27FC236}">
                <a16:creationId xmlns:a16="http://schemas.microsoft.com/office/drawing/2014/main" id="{520D18C2-360A-45DC-82C6-113B1FEE202D}"/>
              </a:ext>
            </a:extLst>
          </p:cNvPr>
          <p:cNvSpPr>
            <a:spLocks xmlns:a="http://schemas.openxmlformats.org/drawingml/2006/main" noGrp="1"/>
          </p:cNvSpPr>
          <p:nvPr/>
        </p:nvSpPr>
        <p:spPr>
          <a:xfrm xmlns:a="http://schemas.openxmlformats.org/drawingml/2006/main">
            <a:off x="8747836" y="8670112"/>
            <a:ext cx="28042" cy="28042"/>
          </a:xfrm>
          <a:custGeom xmlns:a="http://schemas.openxmlformats.org/drawingml/2006/main">
            <a:pathLst>
              <a:path w="28042" h="28042">
                <a:moveTo>
                  <a:pt x="28042" y="14021"/>
                </a:moveTo>
                <a:lnTo>
                  <a:pt x="27922" y="15851"/>
                </a:lnTo>
                <a:lnTo>
                  <a:pt x="27564" y="17650"/>
                </a:lnTo>
                <a:lnTo>
                  <a:pt x="26974" y="19386"/>
                </a:lnTo>
                <a:lnTo>
                  <a:pt x="26163" y="21031"/>
                </a:lnTo>
                <a:lnTo>
                  <a:pt x="25144" y="22556"/>
                </a:lnTo>
                <a:lnTo>
                  <a:pt x="23935" y="23935"/>
                </a:lnTo>
                <a:lnTo>
                  <a:pt x="22556" y="25144"/>
                </a:lnTo>
                <a:lnTo>
                  <a:pt x="21031" y="26163"/>
                </a:lnTo>
                <a:lnTo>
                  <a:pt x="19386" y="26974"/>
                </a:lnTo>
                <a:lnTo>
                  <a:pt x="17650" y="27564"/>
                </a:lnTo>
                <a:lnTo>
                  <a:pt x="15851" y="27922"/>
                </a:lnTo>
                <a:lnTo>
                  <a:pt x="14021" y="28042"/>
                </a:lnTo>
                <a:lnTo>
                  <a:pt x="12191" y="27922"/>
                </a:lnTo>
                <a:lnTo>
                  <a:pt x="10392" y="27564"/>
                </a:lnTo>
                <a:lnTo>
                  <a:pt x="8655" y="26974"/>
                </a:lnTo>
                <a:lnTo>
                  <a:pt x="7010" y="26163"/>
                </a:lnTo>
                <a:lnTo>
                  <a:pt x="5485" y="25144"/>
                </a:lnTo>
                <a:lnTo>
                  <a:pt x="4107" y="23935"/>
                </a:lnTo>
                <a:lnTo>
                  <a:pt x="2897" y="22556"/>
                </a:lnTo>
                <a:lnTo>
                  <a:pt x="1878" y="21031"/>
                </a:lnTo>
                <a:lnTo>
                  <a:pt x="1067" y="19386"/>
                </a:lnTo>
                <a:lnTo>
                  <a:pt x="478" y="17650"/>
                </a:lnTo>
                <a:lnTo>
                  <a:pt x="120" y="15851"/>
                </a:lnTo>
                <a:lnTo>
                  <a:pt x="0" y="14021"/>
                </a:lnTo>
                <a:lnTo>
                  <a:pt x="120" y="12191"/>
                </a:lnTo>
                <a:lnTo>
                  <a:pt x="478" y="10392"/>
                </a:lnTo>
                <a:lnTo>
                  <a:pt x="1067" y="8655"/>
                </a:lnTo>
                <a:lnTo>
                  <a:pt x="1878" y="7010"/>
                </a:lnTo>
                <a:lnTo>
                  <a:pt x="2897" y="5485"/>
                </a:lnTo>
                <a:lnTo>
                  <a:pt x="4107" y="4107"/>
                </a:lnTo>
                <a:lnTo>
                  <a:pt x="5485" y="2897"/>
                </a:lnTo>
                <a:lnTo>
                  <a:pt x="7010" y="1878"/>
                </a:lnTo>
                <a:lnTo>
                  <a:pt x="8655" y="1067"/>
                </a:lnTo>
                <a:lnTo>
                  <a:pt x="10392" y="478"/>
                </a:lnTo>
                <a:lnTo>
                  <a:pt x="12191" y="120"/>
                </a:lnTo>
                <a:lnTo>
                  <a:pt x="14021" y="0"/>
                </a:lnTo>
                <a:lnTo>
                  <a:pt x="15851" y="120"/>
                </a:lnTo>
                <a:lnTo>
                  <a:pt x="17650" y="478"/>
                </a:lnTo>
                <a:lnTo>
                  <a:pt x="19386" y="1067"/>
                </a:lnTo>
                <a:lnTo>
                  <a:pt x="21031" y="1878"/>
                </a:lnTo>
                <a:lnTo>
                  <a:pt x="22556" y="2897"/>
                </a:lnTo>
                <a:lnTo>
                  <a:pt x="23935" y="4107"/>
                </a:lnTo>
                <a:lnTo>
                  <a:pt x="25144" y="5485"/>
                </a:lnTo>
                <a:lnTo>
                  <a:pt x="26163" y="7010"/>
                </a:lnTo>
                <a:lnTo>
                  <a:pt x="26974" y="8655"/>
                </a:lnTo>
                <a:lnTo>
                  <a:pt x="27564" y="10392"/>
                </a:lnTo>
                <a:lnTo>
                  <a:pt x="27922" y="12191"/>
                </a:lnTo>
                <a:lnTo>
                  <a:pt x="28042" y="14021"/>
                </a:lnTo>
              </a:path>
            </a:pathLst>
          </a:custGeom>
          <a:noFill xmlns:a="http://schemas.openxmlformats.org/drawingml/2006/main"/>
          <a:ln xmlns:a="http://schemas.openxmlformats.org/drawingml/2006/main" w="9525">
            <a:solidFill>
              <a:srgbClr val="2E5F8B"/>
            </a:solidFill>
            <a:prstDash val="solid"/>
          </a:ln>
        </p:spPr>
      </p:sp>
      <p:sp>
        <p:nvSpPr>
          <p:cNvPr id="93" name="Online text 93: Tool node">
            <a:extLst xmlns:a="http://schemas.openxmlformats.org/drawingml/2006/main">
              <a:ext uri="{FF2B5EF4-FFF2-40B4-BE49-F238E27FC236}">
                <a16:creationId xmlns:a16="http://schemas.microsoft.com/office/drawing/2014/main" id="{FC4D63F0-9235-4306-9B4C-6B1C6255C1AD}"/>
              </a:ext>
            </a:extLst>
          </p:cNvPr>
          <p:cNvSpPr>
            <a:spLocks xmlns:a="http://schemas.openxmlformats.org/drawingml/2006/main" noGrp="1"/>
          </p:cNvSpPr>
          <p:nvPr/>
        </p:nvSpPr>
        <p:spPr>
          <a:xfrm xmlns:a="http://schemas.openxmlformats.org/drawingml/2006/main">
            <a:off x="8219370" y="8890064"/>
            <a:ext cx="1277760"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213247"/>
                </a:solidFill>
                <a:latin typeface="Arial"/>
                <a:ea typeface="Arial"/>
                <a:cs typeface="Arial"/>
              </a:defRPr>
            </a:pPr>
            <a:r>
              <a:rPr sz="1950" b="1">
                <a:solidFill>
                  <a:srgbClr val="213247"/>
                </a:solidFill>
                <a:latin typeface="Arial"/>
                <a:ea typeface="Arial"/>
                <a:cs typeface="Arial"/>
              </a:rPr>
              <a:t>Tool node</a:t>
            </a:r>
          </a:p>
        </p:txBody>
      </p:sp>
      <p:sp>
        <p:nvSpPr>
          <p:cNvPr id="94" name="Online module 94">
            <a:extLst xmlns:a="http://schemas.openxmlformats.org/drawingml/2006/main">
              <a:ext uri="{FF2B5EF4-FFF2-40B4-BE49-F238E27FC236}">
                <a16:creationId xmlns:a16="http://schemas.microsoft.com/office/drawing/2014/main" id="{772619C9-385F-45F1-8D44-AC1DD02D5ABF}"/>
              </a:ext>
            </a:extLst>
          </p:cNvPr>
          <p:cNvSpPr>
            <a:spLocks xmlns:a="http://schemas.openxmlformats.org/drawingml/2006/main" noGrp="1"/>
          </p:cNvSpPr>
          <p:nvPr/>
        </p:nvSpPr>
        <p:spPr>
          <a:xfrm xmlns:a="http://schemas.openxmlformats.org/drawingml/2006/main">
            <a:off x="3238500" y="8191500"/>
            <a:ext cx="3143250" cy="1714500"/>
          </a:xfrm>
          <a:prstGeom xmlns:a="http://schemas.openxmlformats.org/drawingml/2006/main" prst="roundRect">
            <a:avLst>
              <a:gd name="adj" fmla="val 3333"/>
            </a:avLst>
          </a:prstGeom>
          <a:solidFill xmlns:a="http://schemas.openxmlformats.org/drawingml/2006/main">
            <a:srgbClr val="E8F1FB"/>
          </a:solidFill>
          <a:ln xmlns:a="http://schemas.openxmlformats.org/drawingml/2006/main" w="20955">
            <a:solidFill>
              <a:srgbClr val="4475A5"/>
            </a:solidFill>
            <a:prstDash val="solid"/>
          </a:ln>
        </p:spPr>
      </p:sp>
      <p:sp>
        <p:nvSpPr>
          <p:cNvPr id="95" name="Online module 95">
            <a:extLst xmlns:a="http://schemas.openxmlformats.org/drawingml/2006/main">
              <a:ext uri="{FF2B5EF4-FFF2-40B4-BE49-F238E27FC236}">
                <a16:creationId xmlns:a16="http://schemas.microsoft.com/office/drawing/2014/main" id="{61F2ACB2-7E5A-4D88-80D6-D35C7EAD7B67}"/>
              </a:ext>
            </a:extLst>
          </p:cNvPr>
          <p:cNvSpPr>
            <a:spLocks xmlns:a="http://schemas.openxmlformats.org/drawingml/2006/main" noGrp="1"/>
          </p:cNvSpPr>
          <p:nvPr/>
        </p:nvSpPr>
        <p:spPr>
          <a:xfrm xmlns:a="http://schemas.openxmlformats.org/drawingml/2006/main">
            <a:off x="3509010" y="8402955"/>
            <a:ext cx="198120" cy="228600"/>
          </a:xfrm>
          <a:prstGeom xmlns:a="http://schemas.openxmlformats.org/drawingml/2006/main" prst="roundRect">
            <a:avLst>
              <a:gd name="adj" fmla="val 7692"/>
            </a:avLst>
          </a:prstGeom>
          <a:noFill xmlns:a="http://schemas.openxmlformats.org/drawingml/2006/main"/>
          <a:ln xmlns:a="http://schemas.openxmlformats.org/drawingml/2006/main" w="18288">
            <a:solidFill>
              <a:srgbClr val="2E5F8B"/>
            </a:solidFill>
            <a:prstDash val="solid"/>
          </a:ln>
        </p:spPr>
      </p:sp>
      <p:sp>
        <p:nvSpPr>
          <p:cNvPr id="96" name="Online line 96">
            <a:extLst xmlns:a="http://schemas.openxmlformats.org/drawingml/2006/main">
              <a:ext uri="{FF2B5EF4-FFF2-40B4-BE49-F238E27FC236}">
                <a16:creationId xmlns:a16="http://schemas.microsoft.com/office/drawing/2014/main" id="{2421D392-C251-411C-B145-7618183910F9}"/>
              </a:ext>
            </a:extLst>
          </p:cNvPr>
          <p:cNvSpPr>
            <a:spLocks xmlns:a="http://schemas.openxmlformats.org/drawingml/2006/main" noGrp="1"/>
          </p:cNvSpPr>
          <p:nvPr/>
        </p:nvSpPr>
        <p:spPr>
          <a:xfrm xmlns:a="http://schemas.openxmlformats.org/drawingml/2006/main">
            <a:off x="3554730" y="8471535"/>
            <a:ext cx="106680" cy="9525"/>
          </a:xfrm>
          <a:custGeom xmlns:a="http://schemas.openxmlformats.org/drawingml/2006/main">
            <a:pathLst>
              <a:path w="106680" h="9525">
                <a:moveTo>
                  <a:pt x="0" y="0"/>
                </a:moveTo>
                <a:lnTo>
                  <a:pt x="106680" y="0"/>
                </a:lnTo>
              </a:path>
            </a:pathLst>
          </a:custGeom>
          <a:noFill xmlns:a="http://schemas.openxmlformats.org/drawingml/2006/main"/>
          <a:ln xmlns:a="http://schemas.openxmlformats.org/drawingml/2006/main" w="19050">
            <a:solidFill>
              <a:srgbClr val="2E5F8B"/>
            </a:solidFill>
            <a:prstDash val="solid"/>
          </a:ln>
        </p:spPr>
      </p:sp>
      <p:sp>
        <p:nvSpPr>
          <p:cNvPr id="97" name="Online line 97">
            <a:extLst xmlns:a="http://schemas.openxmlformats.org/drawingml/2006/main">
              <a:ext uri="{FF2B5EF4-FFF2-40B4-BE49-F238E27FC236}">
                <a16:creationId xmlns:a16="http://schemas.microsoft.com/office/drawing/2014/main" id="{70583E7D-6AFA-4FA4-BAF4-9D95FED94D4C}"/>
              </a:ext>
            </a:extLst>
          </p:cNvPr>
          <p:cNvSpPr>
            <a:spLocks xmlns:a="http://schemas.openxmlformats.org/drawingml/2006/main" noGrp="1"/>
          </p:cNvSpPr>
          <p:nvPr/>
        </p:nvSpPr>
        <p:spPr>
          <a:xfrm xmlns:a="http://schemas.openxmlformats.org/drawingml/2006/main">
            <a:off x="3554730" y="8524875"/>
            <a:ext cx="83820" cy="9525"/>
          </a:xfrm>
          <a:custGeom xmlns:a="http://schemas.openxmlformats.org/drawingml/2006/main">
            <a:pathLst>
              <a:path w="83820" h="9525">
                <a:moveTo>
                  <a:pt x="0" y="0"/>
                </a:moveTo>
                <a:lnTo>
                  <a:pt x="83820" y="0"/>
                </a:lnTo>
              </a:path>
            </a:pathLst>
          </a:custGeom>
          <a:noFill xmlns:a="http://schemas.openxmlformats.org/drawingml/2006/main"/>
          <a:ln xmlns:a="http://schemas.openxmlformats.org/drawingml/2006/main" w="19050">
            <a:solidFill>
              <a:srgbClr val="2E5F8B"/>
            </a:solidFill>
            <a:prstDash val="solid"/>
          </a:ln>
        </p:spPr>
      </p:sp>
      <p:sp>
        <p:nvSpPr>
          <p:cNvPr id="98" name="Online line 98">
            <a:extLst xmlns:a="http://schemas.openxmlformats.org/drawingml/2006/main">
              <a:ext uri="{FF2B5EF4-FFF2-40B4-BE49-F238E27FC236}">
                <a16:creationId xmlns:a16="http://schemas.microsoft.com/office/drawing/2014/main" id="{1D6702A1-4DFB-4DAB-BFE3-DBD5F19A051F}"/>
              </a:ext>
            </a:extLst>
          </p:cNvPr>
          <p:cNvSpPr>
            <a:spLocks xmlns:a="http://schemas.openxmlformats.org/drawingml/2006/main" noGrp="1"/>
          </p:cNvSpPr>
          <p:nvPr/>
        </p:nvSpPr>
        <p:spPr>
          <a:xfrm xmlns:a="http://schemas.openxmlformats.org/drawingml/2006/main">
            <a:off x="3729990" y="8509635"/>
            <a:ext cx="53340" cy="106680"/>
          </a:xfrm>
          <a:custGeom xmlns:a="http://schemas.openxmlformats.org/drawingml/2006/main">
            <a:pathLst>
              <a:path w="53340" h="106680">
                <a:moveTo>
                  <a:pt x="0" y="0"/>
                </a:moveTo>
                <a:lnTo>
                  <a:pt x="53340" y="53340"/>
                </a:lnTo>
                <a:lnTo>
                  <a:pt x="0" y="106680"/>
                </a:lnTo>
              </a:path>
            </a:pathLst>
          </a:custGeom>
          <a:noFill xmlns:a="http://schemas.openxmlformats.org/drawingml/2006/main"/>
          <a:ln xmlns:a="http://schemas.openxmlformats.org/drawingml/2006/main" w="19050">
            <a:solidFill>
              <a:srgbClr val="2E5F8B"/>
            </a:solidFill>
            <a:prstDash val="solid"/>
          </a:ln>
        </p:spPr>
      </p:sp>
      <p:sp>
        <p:nvSpPr>
          <p:cNvPr id="99" name="Online line 99">
            <a:extLst xmlns:a="http://schemas.openxmlformats.org/drawingml/2006/main">
              <a:ext uri="{FF2B5EF4-FFF2-40B4-BE49-F238E27FC236}">
                <a16:creationId xmlns:a16="http://schemas.microsoft.com/office/drawing/2014/main" id="{A36EF060-DD02-4F83-B5C8-7A73BA4CF9B8}"/>
              </a:ext>
            </a:extLst>
          </p:cNvPr>
          <p:cNvSpPr>
            <a:spLocks xmlns:a="http://schemas.openxmlformats.org/drawingml/2006/main" noGrp="1"/>
          </p:cNvSpPr>
          <p:nvPr/>
        </p:nvSpPr>
        <p:spPr>
          <a:xfrm xmlns:a="http://schemas.openxmlformats.org/drawingml/2006/main">
            <a:off x="3646170" y="8562975"/>
            <a:ext cx="137160" cy="9525"/>
          </a:xfrm>
          <a:custGeom xmlns:a="http://schemas.openxmlformats.org/drawingml/2006/main">
            <a:pathLst>
              <a:path w="137160" h="9525">
                <a:moveTo>
                  <a:pt x="137160" y="0"/>
                </a:moveTo>
                <a:lnTo>
                  <a:pt x="0" y="0"/>
                </a:lnTo>
              </a:path>
            </a:pathLst>
          </a:custGeom>
          <a:noFill xmlns:a="http://schemas.openxmlformats.org/drawingml/2006/main"/>
          <a:ln xmlns:a="http://schemas.openxmlformats.org/drawingml/2006/main" w="19050">
            <a:solidFill>
              <a:srgbClr val="2E5F8B"/>
            </a:solidFill>
            <a:prstDash val="solid"/>
          </a:ln>
        </p:spPr>
      </p:sp>
      <p:sp>
        <p:nvSpPr>
          <p:cNvPr id="100" name="Online line 100">
            <a:extLst xmlns:a="http://schemas.openxmlformats.org/drawingml/2006/main">
              <a:ext uri="{FF2B5EF4-FFF2-40B4-BE49-F238E27FC236}">
                <a16:creationId xmlns:a16="http://schemas.microsoft.com/office/drawing/2014/main" id="{965F4EF9-775D-47DA-952C-B7694DC0224E}"/>
              </a:ext>
            </a:extLst>
          </p:cNvPr>
          <p:cNvSpPr>
            <a:spLocks xmlns:a="http://schemas.openxmlformats.org/drawingml/2006/main" noGrp="1"/>
          </p:cNvSpPr>
          <p:nvPr/>
        </p:nvSpPr>
        <p:spPr>
          <a:xfrm xmlns:a="http://schemas.openxmlformats.org/drawingml/2006/main">
            <a:off x="3501390" y="8616315"/>
            <a:ext cx="53340" cy="106680"/>
          </a:xfrm>
          <a:custGeom xmlns:a="http://schemas.openxmlformats.org/drawingml/2006/main">
            <a:pathLst>
              <a:path w="53340" h="106680">
                <a:moveTo>
                  <a:pt x="53340" y="0"/>
                </a:moveTo>
                <a:lnTo>
                  <a:pt x="0" y="53340"/>
                </a:lnTo>
                <a:lnTo>
                  <a:pt x="53340" y="106680"/>
                </a:lnTo>
              </a:path>
            </a:pathLst>
          </a:custGeom>
          <a:noFill xmlns:a="http://schemas.openxmlformats.org/drawingml/2006/main"/>
          <a:ln xmlns:a="http://schemas.openxmlformats.org/drawingml/2006/main" w="19050">
            <a:solidFill>
              <a:srgbClr val="2E5F8B"/>
            </a:solidFill>
            <a:prstDash val="solid"/>
          </a:ln>
        </p:spPr>
      </p:sp>
      <p:sp>
        <p:nvSpPr>
          <p:cNvPr id="101" name="Online line 101">
            <a:extLst xmlns:a="http://schemas.openxmlformats.org/drawingml/2006/main">
              <a:ext uri="{FF2B5EF4-FFF2-40B4-BE49-F238E27FC236}">
                <a16:creationId xmlns:a16="http://schemas.microsoft.com/office/drawing/2014/main" id="{3D9EDF2A-0786-48E7-8BC6-CF5B24357E4B}"/>
              </a:ext>
            </a:extLst>
          </p:cNvPr>
          <p:cNvSpPr>
            <a:spLocks xmlns:a="http://schemas.openxmlformats.org/drawingml/2006/main" noGrp="1"/>
          </p:cNvSpPr>
          <p:nvPr/>
        </p:nvSpPr>
        <p:spPr>
          <a:xfrm xmlns:a="http://schemas.openxmlformats.org/drawingml/2006/main">
            <a:off x="3501390" y="8669655"/>
            <a:ext cx="198120" cy="9525"/>
          </a:xfrm>
          <a:custGeom xmlns:a="http://schemas.openxmlformats.org/drawingml/2006/main">
            <a:pathLst>
              <a:path w="198120" h="9525">
                <a:moveTo>
                  <a:pt x="0" y="0"/>
                </a:moveTo>
                <a:lnTo>
                  <a:pt x="198120" y="0"/>
                </a:lnTo>
              </a:path>
            </a:pathLst>
          </a:custGeom>
          <a:noFill xmlns:a="http://schemas.openxmlformats.org/drawingml/2006/main"/>
          <a:ln xmlns:a="http://schemas.openxmlformats.org/drawingml/2006/main" w="19050">
            <a:solidFill>
              <a:srgbClr val="2E5F8B"/>
            </a:solidFill>
            <a:prstDash val="solid"/>
          </a:ln>
        </p:spPr>
      </p:sp>
      <p:sp>
        <p:nvSpPr>
          <p:cNvPr id="102" name="Online text 102: State update">
            <a:extLst xmlns:a="http://schemas.openxmlformats.org/drawingml/2006/main">
              <a:ext uri="{FF2B5EF4-FFF2-40B4-BE49-F238E27FC236}">
                <a16:creationId xmlns:a16="http://schemas.microsoft.com/office/drawing/2014/main" id="{DD36DB2B-F877-47D9-9491-B6CC96F7E646}"/>
              </a:ext>
            </a:extLst>
          </p:cNvPr>
          <p:cNvSpPr>
            <a:spLocks xmlns:a="http://schemas.openxmlformats.org/drawingml/2006/main" noGrp="1"/>
          </p:cNvSpPr>
          <p:nvPr/>
        </p:nvSpPr>
        <p:spPr>
          <a:xfrm xmlns:a="http://schemas.openxmlformats.org/drawingml/2006/main">
            <a:off x="4257551" y="8404289"/>
            <a:ext cx="1600448"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213247"/>
                </a:solidFill>
                <a:latin typeface="Arial"/>
                <a:ea typeface="Arial"/>
                <a:cs typeface="Arial"/>
              </a:defRPr>
            </a:pPr>
            <a:r>
              <a:rPr sz="1950" b="1">
                <a:solidFill>
                  <a:srgbClr val="213247"/>
                </a:solidFill>
                <a:latin typeface="Arial"/>
                <a:ea typeface="Arial"/>
                <a:cs typeface="Arial"/>
              </a:rPr>
              <a:t>State update</a:t>
            </a:r>
          </a:p>
        </p:txBody>
      </p:sp>
      <p:sp>
        <p:nvSpPr>
          <p:cNvPr id="103" name="Online text 103: Scanned areas &amp; open frontiers">
            <a:extLst xmlns:a="http://schemas.openxmlformats.org/drawingml/2006/main">
              <a:ext uri="{FF2B5EF4-FFF2-40B4-BE49-F238E27FC236}">
                <a16:creationId xmlns:a16="http://schemas.microsoft.com/office/drawing/2014/main" id="{C715825B-F18C-4C45-84C7-3EB8A2EA02F4}"/>
              </a:ext>
            </a:extLst>
          </p:cNvPr>
          <p:cNvSpPr>
            <a:spLocks xmlns:a="http://schemas.openxmlformats.org/drawingml/2006/main" noGrp="1"/>
          </p:cNvSpPr>
          <p:nvPr/>
        </p:nvSpPr>
        <p:spPr>
          <a:xfrm xmlns:a="http://schemas.openxmlformats.org/drawingml/2006/main">
            <a:off x="3413474" y="8856345"/>
            <a:ext cx="279330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2E5F8B"/>
                </a:solidFill>
                <a:latin typeface="Arial"/>
                <a:ea typeface="Arial"/>
                <a:cs typeface="Arial"/>
              </a:defRPr>
            </a:pPr>
            <a:r>
              <a:rPr sz="1500" b="0">
                <a:solidFill>
                  <a:srgbClr val="2E5F8B"/>
                </a:solidFill>
                <a:latin typeface="Arial"/>
                <a:ea typeface="Arial"/>
                <a:cs typeface="Arial"/>
              </a:rPr>
              <a:t>Scanned areas &amp; open frontiers</a:t>
            </a:r>
          </a:p>
        </p:txBody>
      </p:sp>
      <p:sp>
        <p:nvSpPr>
          <p:cNvPr id="104" name="Online text 104: Coverage holes &amp; backup cells">
            <a:extLst xmlns:a="http://schemas.openxmlformats.org/drawingml/2006/main">
              <a:ext uri="{FF2B5EF4-FFF2-40B4-BE49-F238E27FC236}">
                <a16:creationId xmlns:a16="http://schemas.microsoft.com/office/drawing/2014/main" id="{838EC860-49FE-4614-9D49-98DF3C8BBAD3}"/>
              </a:ext>
            </a:extLst>
          </p:cNvPr>
          <p:cNvSpPr>
            <a:spLocks xmlns:a="http://schemas.openxmlformats.org/drawingml/2006/main" noGrp="1"/>
          </p:cNvSpPr>
          <p:nvPr/>
        </p:nvSpPr>
        <p:spPr>
          <a:xfrm xmlns:a="http://schemas.openxmlformats.org/drawingml/2006/main">
            <a:off x="3452050" y="9132570"/>
            <a:ext cx="2716149"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2E5F8B"/>
                </a:solidFill>
                <a:latin typeface="Arial"/>
                <a:ea typeface="Arial"/>
                <a:cs typeface="Arial"/>
              </a:defRPr>
            </a:pPr>
            <a:r>
              <a:rPr sz="1500" b="0">
                <a:solidFill>
                  <a:srgbClr val="2E5F8B"/>
                </a:solidFill>
                <a:latin typeface="Arial"/>
                <a:ea typeface="Arial"/>
                <a:cs typeface="Arial"/>
              </a:rPr>
              <a:t>Coverage holes &amp; backup cells</a:t>
            </a:r>
          </a:p>
        </p:txBody>
      </p:sp>
      <p:sp>
        <p:nvSpPr>
          <p:cNvPr id="105" name="Online text 105: KPI, traffic &amp; load estimates">
            <a:extLst xmlns:a="http://schemas.openxmlformats.org/drawingml/2006/main">
              <a:ext uri="{FF2B5EF4-FFF2-40B4-BE49-F238E27FC236}">
                <a16:creationId xmlns:a16="http://schemas.microsoft.com/office/drawing/2014/main" id="{3A88841F-2390-4E67-A3F7-E1BBE9150987}"/>
              </a:ext>
            </a:extLst>
          </p:cNvPr>
          <p:cNvSpPr>
            <a:spLocks xmlns:a="http://schemas.openxmlformats.org/drawingml/2006/main" noGrp="1"/>
          </p:cNvSpPr>
          <p:nvPr/>
        </p:nvSpPr>
        <p:spPr>
          <a:xfrm xmlns:a="http://schemas.openxmlformats.org/drawingml/2006/main">
            <a:off x="3583972" y="9408795"/>
            <a:ext cx="2452307"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2E5F8B"/>
                </a:solidFill>
                <a:latin typeface="Arial"/>
                <a:ea typeface="Arial"/>
                <a:cs typeface="Arial"/>
              </a:defRPr>
            </a:pPr>
            <a:r>
              <a:rPr sz="1500" b="0">
                <a:solidFill>
                  <a:srgbClr val="2E5F8B"/>
                </a:solidFill>
                <a:latin typeface="Arial"/>
                <a:ea typeface="Arial"/>
                <a:cs typeface="Arial"/>
              </a:rPr>
              <a:t>KPI, traffic &amp; load estimates</a:t>
            </a:r>
          </a:p>
        </p:txBody>
      </p:sp>
      <p:sp>
        <p:nvSpPr>
          <p:cNvPr id="106" name="Online module 106">
            <a:extLst xmlns:a="http://schemas.openxmlformats.org/drawingml/2006/main">
              <a:ext uri="{FF2B5EF4-FFF2-40B4-BE49-F238E27FC236}">
                <a16:creationId xmlns:a16="http://schemas.microsoft.com/office/drawing/2014/main" id="{BAAE5490-FC8D-4519-ACF2-2E91925F35B6}"/>
              </a:ext>
            </a:extLst>
          </p:cNvPr>
          <p:cNvSpPr>
            <a:spLocks xmlns:a="http://schemas.openxmlformats.org/drawingml/2006/main" noGrp="1"/>
          </p:cNvSpPr>
          <p:nvPr/>
        </p:nvSpPr>
        <p:spPr>
          <a:xfrm xmlns:a="http://schemas.openxmlformats.org/drawingml/2006/main">
            <a:off x="15621000" y="5524500"/>
            <a:ext cx="2095500" cy="1143000"/>
          </a:xfrm>
          <a:prstGeom xmlns:a="http://schemas.openxmlformats.org/drawingml/2006/main" prst="roundRect">
            <a:avLst>
              <a:gd name="adj" fmla="val 5000"/>
            </a:avLst>
          </a:prstGeom>
          <a:solidFill xmlns:a="http://schemas.openxmlformats.org/drawingml/2006/main">
            <a:srgbClr val="E8F1FB"/>
          </a:solidFill>
          <a:ln xmlns:a="http://schemas.openxmlformats.org/drawingml/2006/main" w="20955">
            <a:solidFill>
              <a:srgbClr val="4475A5"/>
            </a:solidFill>
            <a:prstDash val="solid"/>
          </a:ln>
        </p:spPr>
      </p:sp>
      <p:sp>
        <p:nvSpPr>
          <p:cNvPr id="107" name="Online line 107">
            <a:extLst xmlns:a="http://schemas.openxmlformats.org/drawingml/2006/main">
              <a:ext uri="{FF2B5EF4-FFF2-40B4-BE49-F238E27FC236}">
                <a16:creationId xmlns:a16="http://schemas.microsoft.com/office/drawing/2014/main" id="{AA4CFF33-F29C-40A3-8FFA-F001EDFE8A06}"/>
              </a:ext>
            </a:extLst>
          </p:cNvPr>
          <p:cNvSpPr>
            <a:spLocks xmlns:a="http://schemas.openxmlformats.org/drawingml/2006/main" noGrp="1"/>
          </p:cNvSpPr>
          <p:nvPr/>
        </p:nvSpPr>
        <p:spPr>
          <a:xfrm xmlns:a="http://schemas.openxmlformats.org/drawingml/2006/main">
            <a:off x="16493490" y="5701665"/>
            <a:ext cx="350520" cy="350520"/>
          </a:xfrm>
          <a:custGeom xmlns:a="http://schemas.openxmlformats.org/drawingml/2006/main">
            <a:pathLst>
              <a:path w="350520" h="350520">
                <a:moveTo>
                  <a:pt x="350520" y="175260"/>
                </a:moveTo>
                <a:lnTo>
                  <a:pt x="349021" y="198136"/>
                </a:lnTo>
                <a:lnTo>
                  <a:pt x="344548" y="220621"/>
                </a:lnTo>
                <a:lnTo>
                  <a:pt x="337179" y="242329"/>
                </a:lnTo>
                <a:lnTo>
                  <a:pt x="327040" y="262890"/>
                </a:lnTo>
                <a:lnTo>
                  <a:pt x="314303" y="281952"/>
                </a:lnTo>
                <a:lnTo>
                  <a:pt x="299188" y="299188"/>
                </a:lnTo>
                <a:lnTo>
                  <a:pt x="281952" y="314303"/>
                </a:lnTo>
                <a:lnTo>
                  <a:pt x="262890" y="327040"/>
                </a:lnTo>
                <a:lnTo>
                  <a:pt x="242329" y="337179"/>
                </a:lnTo>
                <a:lnTo>
                  <a:pt x="220621" y="344548"/>
                </a:lnTo>
                <a:lnTo>
                  <a:pt x="198136" y="349021"/>
                </a:lnTo>
                <a:lnTo>
                  <a:pt x="175260" y="350520"/>
                </a:lnTo>
                <a:lnTo>
                  <a:pt x="152384" y="349021"/>
                </a:lnTo>
                <a:lnTo>
                  <a:pt x="129899" y="344548"/>
                </a:lnTo>
                <a:lnTo>
                  <a:pt x="108191" y="337179"/>
                </a:lnTo>
                <a:lnTo>
                  <a:pt x="87630" y="327040"/>
                </a:lnTo>
                <a:lnTo>
                  <a:pt x="68568" y="314303"/>
                </a:lnTo>
                <a:lnTo>
                  <a:pt x="51332" y="299188"/>
                </a:lnTo>
                <a:lnTo>
                  <a:pt x="36217" y="281952"/>
                </a:lnTo>
                <a:lnTo>
                  <a:pt x="23480" y="262890"/>
                </a:lnTo>
                <a:lnTo>
                  <a:pt x="13341" y="242329"/>
                </a:lnTo>
                <a:lnTo>
                  <a:pt x="5972" y="220621"/>
                </a:lnTo>
                <a:lnTo>
                  <a:pt x="1499" y="198136"/>
                </a:lnTo>
                <a:lnTo>
                  <a:pt x="0" y="175260"/>
                </a:lnTo>
                <a:lnTo>
                  <a:pt x="1499" y="152384"/>
                </a:lnTo>
                <a:lnTo>
                  <a:pt x="5972" y="129899"/>
                </a:lnTo>
                <a:lnTo>
                  <a:pt x="13341" y="108191"/>
                </a:lnTo>
                <a:lnTo>
                  <a:pt x="23480" y="87630"/>
                </a:lnTo>
                <a:lnTo>
                  <a:pt x="36217" y="68568"/>
                </a:lnTo>
                <a:lnTo>
                  <a:pt x="51332" y="51332"/>
                </a:lnTo>
                <a:lnTo>
                  <a:pt x="68568" y="36217"/>
                </a:lnTo>
                <a:lnTo>
                  <a:pt x="87630" y="23480"/>
                </a:lnTo>
                <a:lnTo>
                  <a:pt x="108191" y="13341"/>
                </a:lnTo>
                <a:lnTo>
                  <a:pt x="129899" y="5972"/>
                </a:lnTo>
                <a:lnTo>
                  <a:pt x="152384" y="1499"/>
                </a:lnTo>
                <a:lnTo>
                  <a:pt x="175260" y="0"/>
                </a:lnTo>
                <a:lnTo>
                  <a:pt x="198136" y="1499"/>
                </a:lnTo>
                <a:lnTo>
                  <a:pt x="220621" y="5972"/>
                </a:lnTo>
                <a:lnTo>
                  <a:pt x="242329" y="13341"/>
                </a:lnTo>
                <a:lnTo>
                  <a:pt x="262890" y="23480"/>
                </a:lnTo>
                <a:lnTo>
                  <a:pt x="281952" y="36217"/>
                </a:lnTo>
                <a:lnTo>
                  <a:pt x="299188" y="51332"/>
                </a:lnTo>
                <a:lnTo>
                  <a:pt x="314303" y="68568"/>
                </a:lnTo>
                <a:lnTo>
                  <a:pt x="327040" y="87630"/>
                </a:lnTo>
                <a:lnTo>
                  <a:pt x="337179" y="108191"/>
                </a:lnTo>
                <a:lnTo>
                  <a:pt x="344548" y="129899"/>
                </a:lnTo>
                <a:lnTo>
                  <a:pt x="349021" y="152384"/>
                </a:lnTo>
                <a:lnTo>
                  <a:pt x="350520" y="175260"/>
                </a:lnTo>
              </a:path>
            </a:pathLst>
          </a:custGeom>
          <a:noFill xmlns:a="http://schemas.openxmlformats.org/drawingml/2006/main"/>
          <a:ln xmlns:a="http://schemas.openxmlformats.org/drawingml/2006/main" w="21908">
            <a:solidFill>
              <a:srgbClr val="2E5F8B"/>
            </a:solidFill>
            <a:prstDash val="solid"/>
          </a:ln>
        </p:spPr>
      </p:sp>
      <p:sp>
        <p:nvSpPr>
          <p:cNvPr id="108" name="Online line 108">
            <a:extLst xmlns:a="http://schemas.openxmlformats.org/drawingml/2006/main">
              <a:ext uri="{FF2B5EF4-FFF2-40B4-BE49-F238E27FC236}">
                <a16:creationId xmlns:a16="http://schemas.microsoft.com/office/drawing/2014/main" id="{EC503F5C-1D48-40B5-AC0E-CFF26892B3A2}"/>
              </a:ext>
            </a:extLst>
          </p:cNvPr>
          <p:cNvSpPr>
            <a:spLocks xmlns:a="http://schemas.openxmlformats.org/drawingml/2006/main" noGrp="1"/>
          </p:cNvSpPr>
          <p:nvPr/>
        </p:nvSpPr>
        <p:spPr>
          <a:xfrm xmlns:a="http://schemas.openxmlformats.org/drawingml/2006/main">
            <a:off x="16581120" y="5806821"/>
            <a:ext cx="192786" cy="140208"/>
          </a:xfrm>
          <a:custGeom xmlns:a="http://schemas.openxmlformats.org/drawingml/2006/main">
            <a:pathLst>
              <a:path w="192786" h="140208">
                <a:moveTo>
                  <a:pt x="0" y="70104"/>
                </a:moveTo>
                <a:lnTo>
                  <a:pt x="61341" y="140208"/>
                </a:lnTo>
                <a:lnTo>
                  <a:pt x="192786" y="0"/>
                </a:lnTo>
              </a:path>
            </a:pathLst>
          </a:custGeom>
          <a:noFill xmlns:a="http://schemas.openxmlformats.org/drawingml/2006/main"/>
          <a:ln xmlns:a="http://schemas.openxmlformats.org/drawingml/2006/main" w="21908">
            <a:solidFill>
              <a:srgbClr val="2E5F8B"/>
            </a:solidFill>
            <a:prstDash val="solid"/>
          </a:ln>
        </p:spPr>
      </p:sp>
      <p:sp>
        <p:nvSpPr>
          <p:cNvPr id="109" name="Online text 109: Completion check">
            <a:extLst xmlns:a="http://schemas.openxmlformats.org/drawingml/2006/main">
              <a:ext uri="{FF2B5EF4-FFF2-40B4-BE49-F238E27FC236}">
                <a16:creationId xmlns:a16="http://schemas.microsoft.com/office/drawing/2014/main" id="{6833A02F-959E-48E4-BB91-EAA93198C50D}"/>
              </a:ext>
            </a:extLst>
          </p:cNvPr>
          <p:cNvSpPr>
            <a:spLocks xmlns:a="http://schemas.openxmlformats.org/drawingml/2006/main" noGrp="1"/>
          </p:cNvSpPr>
          <p:nvPr/>
        </p:nvSpPr>
        <p:spPr>
          <a:xfrm xmlns:a="http://schemas.openxmlformats.org/drawingml/2006/main">
            <a:off x="15671440" y="6249067"/>
            <a:ext cx="1994621" cy="2957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213247"/>
                </a:solidFill>
                <a:latin typeface="Arial"/>
                <a:ea typeface="Arial"/>
                <a:cs typeface="Arial"/>
              </a:defRPr>
            </a:pPr>
            <a:r>
              <a:rPr sz="1725" b="1">
                <a:solidFill>
                  <a:srgbClr val="213247"/>
                </a:solidFill>
                <a:latin typeface="Arial"/>
                <a:ea typeface="Arial"/>
                <a:cs typeface="Arial"/>
              </a:rPr>
              <a:t>Completion check</a:t>
            </a:r>
          </a:p>
        </p:txBody>
      </p:sp>
      <p:sp>
        <p:nvSpPr>
          <p:cNvPr id="110" name="Online line 110">
            <a:extLst xmlns:a="http://schemas.openxmlformats.org/drawingml/2006/main">
              <a:ext uri="{FF2B5EF4-FFF2-40B4-BE49-F238E27FC236}">
                <a16:creationId xmlns:a16="http://schemas.microsoft.com/office/drawing/2014/main" id="{1864C84E-A2EC-419F-935B-618E76F30014}"/>
              </a:ext>
            </a:extLst>
          </p:cNvPr>
          <p:cNvSpPr>
            <a:spLocks xmlns:a="http://schemas.openxmlformats.org/drawingml/2006/main" noGrp="1"/>
          </p:cNvSpPr>
          <p:nvPr/>
        </p:nvSpPr>
        <p:spPr>
          <a:xfrm xmlns:a="http://schemas.openxmlformats.org/drawingml/2006/main">
            <a:off x="2905125" y="6096000"/>
            <a:ext cx="1381125" cy="9525"/>
          </a:xfrm>
          <a:custGeom xmlns:a="http://schemas.openxmlformats.org/drawingml/2006/main">
            <a:pathLst>
              <a:path w="1381125" h="9525">
                <a:moveTo>
                  <a:pt x="0" y="0"/>
                </a:moveTo>
                <a:lnTo>
                  <a:pt x="1381125" y="0"/>
                </a:lnTo>
              </a:path>
            </a:pathLst>
          </a:custGeom>
          <a:noFill xmlns:a="http://schemas.openxmlformats.org/drawingml/2006/main"/>
          <a:ln xmlns:a="http://schemas.openxmlformats.org/drawingml/2006/main" w="28575">
            <a:solidFill>
              <a:srgbClr val="465E76"/>
            </a:solidFill>
            <a:prstDash val="solid"/>
          </a:ln>
        </p:spPr>
      </p:sp>
      <p:sp>
        <p:nvSpPr>
          <p:cNvPr id="111" name="Online polygon 111">
            <a:extLst xmlns:a="http://schemas.openxmlformats.org/drawingml/2006/main">
              <a:ext uri="{FF2B5EF4-FFF2-40B4-BE49-F238E27FC236}">
                <a16:creationId xmlns:a16="http://schemas.microsoft.com/office/drawing/2014/main" id="{A772425C-EF6F-42DC-9A70-9220871E5C0E}"/>
              </a:ext>
            </a:extLst>
          </p:cNvPr>
          <p:cNvSpPr>
            <a:spLocks xmlns:a="http://schemas.openxmlformats.org/drawingml/2006/main" noGrp="1"/>
          </p:cNvSpPr>
          <p:nvPr/>
        </p:nvSpPr>
        <p:spPr>
          <a:xfrm xmlns:a="http://schemas.openxmlformats.org/drawingml/2006/main">
            <a:off x="4181475" y="6048375"/>
            <a:ext cx="104775" cy="95250"/>
          </a:xfrm>
          <a:custGeom xmlns:a="http://schemas.openxmlformats.org/drawingml/2006/main">
            <a:pathLst>
              <a:path w="104775" h="95250">
                <a:moveTo>
                  <a:pt x="104775" y="47625"/>
                </a:moveTo>
                <a:lnTo>
                  <a:pt x="0" y="0"/>
                </a:lnTo>
                <a:lnTo>
                  <a:pt x="0" y="95250"/>
                </a:lnTo>
                <a:close/>
              </a:path>
            </a:pathLst>
          </a:custGeom>
          <a:solidFill xmlns:a="http://schemas.openxmlformats.org/drawingml/2006/main">
            <a:srgbClr val="465E76"/>
          </a:solidFill>
          <a:ln xmlns:a="http://schemas.openxmlformats.org/drawingml/2006/main" w="0">
            <a:noFill/>
          </a:ln>
        </p:spPr>
      </p:sp>
      <p:sp>
        <p:nvSpPr>
          <p:cNvPr id="112" name="Online text 112: Initial state">
            <a:extLst xmlns:a="http://schemas.openxmlformats.org/drawingml/2006/main">
              <a:ext uri="{FF2B5EF4-FFF2-40B4-BE49-F238E27FC236}">
                <a16:creationId xmlns:a16="http://schemas.microsoft.com/office/drawing/2014/main" id="{AC4D636C-2811-4985-8FA2-31825CC27590}"/>
              </a:ext>
            </a:extLst>
          </p:cNvPr>
          <p:cNvSpPr>
            <a:spLocks xmlns:a="http://schemas.openxmlformats.org/drawingml/2006/main" noGrp="1"/>
          </p:cNvSpPr>
          <p:nvPr/>
        </p:nvSpPr>
        <p:spPr>
          <a:xfrm xmlns:a="http://schemas.openxmlformats.org/drawingml/2006/main">
            <a:off x="3078480" y="5741670"/>
            <a:ext cx="102489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9697A"/>
                </a:solidFill>
                <a:latin typeface="Arial"/>
                <a:ea typeface="Arial"/>
                <a:cs typeface="Arial"/>
              </a:defRPr>
            </a:pPr>
            <a:r>
              <a:rPr sz="1500" b="0">
                <a:solidFill>
                  <a:srgbClr val="59697A"/>
                </a:solidFill>
                <a:latin typeface="Arial"/>
                <a:ea typeface="Arial"/>
                <a:cs typeface="Arial"/>
              </a:rPr>
              <a:t>Initial state</a:t>
            </a:r>
          </a:p>
        </p:txBody>
      </p:sp>
      <p:sp>
        <p:nvSpPr>
          <p:cNvPr id="113" name="Online line 113">
            <a:extLst xmlns:a="http://schemas.openxmlformats.org/drawingml/2006/main">
              <a:ext uri="{FF2B5EF4-FFF2-40B4-BE49-F238E27FC236}">
                <a16:creationId xmlns:a16="http://schemas.microsoft.com/office/drawing/2014/main" id="{7E75EE59-81A7-412A-82C2-DD657E5CBE09}"/>
              </a:ext>
            </a:extLst>
          </p:cNvPr>
          <p:cNvSpPr>
            <a:spLocks xmlns:a="http://schemas.openxmlformats.org/drawingml/2006/main" noGrp="1"/>
          </p:cNvSpPr>
          <p:nvPr/>
        </p:nvSpPr>
        <p:spPr>
          <a:xfrm xmlns:a="http://schemas.openxmlformats.org/drawingml/2006/main">
            <a:off x="6381750" y="6096000"/>
            <a:ext cx="1428750" cy="9525"/>
          </a:xfrm>
          <a:custGeom xmlns:a="http://schemas.openxmlformats.org/drawingml/2006/main">
            <a:pathLst>
              <a:path w="1428750" h="9525">
                <a:moveTo>
                  <a:pt x="0" y="0"/>
                </a:moveTo>
                <a:lnTo>
                  <a:pt x="1428750" y="0"/>
                </a:lnTo>
              </a:path>
            </a:pathLst>
          </a:custGeom>
          <a:noFill xmlns:a="http://schemas.openxmlformats.org/drawingml/2006/main"/>
          <a:ln xmlns:a="http://schemas.openxmlformats.org/drawingml/2006/main" w="28575">
            <a:solidFill>
              <a:srgbClr val="465E76"/>
            </a:solidFill>
            <a:prstDash val="solid"/>
          </a:ln>
        </p:spPr>
      </p:sp>
      <p:sp>
        <p:nvSpPr>
          <p:cNvPr id="114" name="Online polygon 114">
            <a:extLst xmlns:a="http://schemas.openxmlformats.org/drawingml/2006/main">
              <a:ext uri="{FF2B5EF4-FFF2-40B4-BE49-F238E27FC236}">
                <a16:creationId xmlns:a16="http://schemas.microsoft.com/office/drawing/2014/main" id="{60D15C74-721D-4130-BAAD-6CFBF44602BA}"/>
              </a:ext>
            </a:extLst>
          </p:cNvPr>
          <p:cNvSpPr>
            <a:spLocks xmlns:a="http://schemas.openxmlformats.org/drawingml/2006/main" noGrp="1"/>
          </p:cNvSpPr>
          <p:nvPr/>
        </p:nvSpPr>
        <p:spPr>
          <a:xfrm xmlns:a="http://schemas.openxmlformats.org/drawingml/2006/main">
            <a:off x="7705725" y="6048375"/>
            <a:ext cx="104775" cy="95250"/>
          </a:xfrm>
          <a:custGeom xmlns:a="http://schemas.openxmlformats.org/drawingml/2006/main">
            <a:pathLst>
              <a:path w="104775" h="95250">
                <a:moveTo>
                  <a:pt x="104775" y="47625"/>
                </a:moveTo>
                <a:lnTo>
                  <a:pt x="0" y="0"/>
                </a:lnTo>
                <a:lnTo>
                  <a:pt x="0" y="95250"/>
                </a:lnTo>
                <a:close/>
              </a:path>
            </a:pathLst>
          </a:custGeom>
          <a:solidFill xmlns:a="http://schemas.openxmlformats.org/drawingml/2006/main">
            <a:srgbClr val="465E76"/>
          </a:solidFill>
          <a:ln xmlns:a="http://schemas.openxmlformats.org/drawingml/2006/main" w="0">
            <a:noFill/>
          </a:ln>
        </p:spPr>
      </p:sp>
      <p:sp>
        <p:nvSpPr>
          <p:cNvPr id="115" name="Online text 115: Context +">
            <a:extLst xmlns:a="http://schemas.openxmlformats.org/drawingml/2006/main">
              <a:ext uri="{FF2B5EF4-FFF2-40B4-BE49-F238E27FC236}">
                <a16:creationId xmlns:a16="http://schemas.microsoft.com/office/drawing/2014/main" id="{4C555724-24BC-4FCA-B9B8-9DF90E6CDE42}"/>
              </a:ext>
            </a:extLst>
          </p:cNvPr>
          <p:cNvSpPr>
            <a:spLocks xmlns:a="http://schemas.openxmlformats.org/drawingml/2006/main" noGrp="1"/>
          </p:cNvSpPr>
          <p:nvPr/>
        </p:nvSpPr>
        <p:spPr>
          <a:xfrm xmlns:a="http://schemas.openxmlformats.org/drawingml/2006/main">
            <a:off x="6631496" y="5513070"/>
            <a:ext cx="929259"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9697A"/>
                </a:solidFill>
                <a:latin typeface="Arial"/>
                <a:ea typeface="Arial"/>
                <a:cs typeface="Arial"/>
              </a:defRPr>
            </a:pPr>
            <a:r>
              <a:rPr sz="1500" b="0">
                <a:solidFill>
                  <a:srgbClr val="59697A"/>
                </a:solidFill>
                <a:latin typeface="Arial"/>
                <a:ea typeface="Arial"/>
                <a:cs typeface="Arial"/>
              </a:rPr>
              <a:t>Context +</a:t>
            </a:r>
          </a:p>
        </p:txBody>
      </p:sp>
      <p:sp>
        <p:nvSpPr>
          <p:cNvPr id="116" name="Online text 116: tool schemas">
            <a:extLst xmlns:a="http://schemas.openxmlformats.org/drawingml/2006/main">
              <a:ext uri="{FF2B5EF4-FFF2-40B4-BE49-F238E27FC236}">
                <a16:creationId xmlns:a16="http://schemas.microsoft.com/office/drawing/2014/main" id="{B7D60A87-3FF6-4CBD-A8EB-9CFD6B7FE6F4}"/>
              </a:ext>
            </a:extLst>
          </p:cNvPr>
          <p:cNvSpPr>
            <a:spLocks xmlns:a="http://schemas.openxmlformats.org/drawingml/2006/main" noGrp="1"/>
          </p:cNvSpPr>
          <p:nvPr/>
        </p:nvSpPr>
        <p:spPr>
          <a:xfrm xmlns:a="http://schemas.openxmlformats.org/drawingml/2006/main">
            <a:off x="6477857" y="5741670"/>
            <a:ext cx="1236536"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9697A"/>
                </a:solidFill>
                <a:latin typeface="Arial"/>
                <a:ea typeface="Arial"/>
                <a:cs typeface="Arial"/>
              </a:defRPr>
            </a:pPr>
            <a:r>
              <a:rPr sz="1500" b="0">
                <a:solidFill>
                  <a:srgbClr val="59697A"/>
                </a:solidFill>
                <a:latin typeface="Arial"/>
                <a:ea typeface="Arial"/>
                <a:cs typeface="Arial"/>
              </a:rPr>
              <a:t>tool schemas</a:t>
            </a:r>
          </a:p>
        </p:txBody>
      </p:sp>
      <p:sp>
        <p:nvSpPr>
          <p:cNvPr id="117" name="Online line 117">
            <a:extLst xmlns:a="http://schemas.openxmlformats.org/drawingml/2006/main">
              <a:ext uri="{FF2B5EF4-FFF2-40B4-BE49-F238E27FC236}">
                <a16:creationId xmlns:a16="http://schemas.microsoft.com/office/drawing/2014/main" id="{6CBBDE1A-0BF8-4333-913A-F1922C249E4B}"/>
              </a:ext>
            </a:extLst>
          </p:cNvPr>
          <p:cNvSpPr>
            <a:spLocks xmlns:a="http://schemas.openxmlformats.org/drawingml/2006/main" noGrp="1"/>
          </p:cNvSpPr>
          <p:nvPr/>
        </p:nvSpPr>
        <p:spPr>
          <a:xfrm xmlns:a="http://schemas.openxmlformats.org/drawingml/2006/main">
            <a:off x="6096000" y="6334125"/>
            <a:ext cx="5238750" cy="857250"/>
          </a:xfrm>
          <a:custGeom xmlns:a="http://schemas.openxmlformats.org/drawingml/2006/main">
            <a:pathLst>
              <a:path w="5238750" h="857250">
                <a:moveTo>
                  <a:pt x="0" y="333375"/>
                </a:moveTo>
                <a:lnTo>
                  <a:pt x="0" y="857250"/>
                </a:lnTo>
                <a:lnTo>
                  <a:pt x="4619625" y="857250"/>
                </a:lnTo>
                <a:lnTo>
                  <a:pt x="4619625" y="0"/>
                </a:lnTo>
                <a:lnTo>
                  <a:pt x="5238750" y="0"/>
                </a:lnTo>
              </a:path>
            </a:pathLst>
          </a:custGeom>
          <a:noFill xmlns:a="http://schemas.openxmlformats.org/drawingml/2006/main"/>
          <a:ln xmlns:a="http://schemas.openxmlformats.org/drawingml/2006/main" w="24765">
            <a:solidFill>
              <a:srgbClr val="9272B6"/>
            </a:solidFill>
            <a:prstDash val="solid"/>
          </a:ln>
        </p:spPr>
      </p:sp>
      <p:sp>
        <p:nvSpPr>
          <p:cNvPr id="118" name="Online polygon 118">
            <a:extLst xmlns:a="http://schemas.openxmlformats.org/drawingml/2006/main">
              <a:ext uri="{FF2B5EF4-FFF2-40B4-BE49-F238E27FC236}">
                <a16:creationId xmlns:a16="http://schemas.microsoft.com/office/drawing/2014/main" id="{B6BAEB18-95E5-4EEB-ADE0-29961055CB6F}"/>
              </a:ext>
            </a:extLst>
          </p:cNvPr>
          <p:cNvSpPr>
            <a:spLocks xmlns:a="http://schemas.openxmlformats.org/drawingml/2006/main" noGrp="1"/>
          </p:cNvSpPr>
          <p:nvPr/>
        </p:nvSpPr>
        <p:spPr>
          <a:xfrm xmlns:a="http://schemas.openxmlformats.org/drawingml/2006/main">
            <a:off x="11229975" y="6286500"/>
            <a:ext cx="104775" cy="95250"/>
          </a:xfrm>
          <a:custGeom xmlns:a="http://schemas.openxmlformats.org/drawingml/2006/main">
            <a:pathLst>
              <a:path w="104775" h="95250">
                <a:moveTo>
                  <a:pt x="104775" y="47625"/>
                </a:moveTo>
                <a:lnTo>
                  <a:pt x="0" y="0"/>
                </a:lnTo>
                <a:lnTo>
                  <a:pt x="0" y="95250"/>
                </a:lnTo>
                <a:close/>
              </a:path>
            </a:pathLst>
          </a:custGeom>
          <a:solidFill xmlns:a="http://schemas.openxmlformats.org/drawingml/2006/main">
            <a:srgbClr val="9272B6"/>
          </a:solidFill>
          <a:ln xmlns:a="http://schemas.openxmlformats.org/drawingml/2006/main" w="0">
            <a:noFill/>
          </a:ln>
        </p:spPr>
      </p:sp>
      <p:sp>
        <p:nvSpPr>
          <p:cNvPr id="119" name="Online text 119: Verification context">
            <a:extLst xmlns:a="http://schemas.openxmlformats.org/drawingml/2006/main">
              <a:ext uri="{FF2B5EF4-FFF2-40B4-BE49-F238E27FC236}">
                <a16:creationId xmlns:a16="http://schemas.microsoft.com/office/drawing/2014/main" id="{7D1A88D9-5CB7-416C-AC04-DB2DEBC9CA19}"/>
              </a:ext>
            </a:extLst>
          </p:cNvPr>
          <p:cNvSpPr>
            <a:spLocks xmlns:a="http://schemas.openxmlformats.org/drawingml/2006/main" noGrp="1"/>
          </p:cNvSpPr>
          <p:nvPr/>
        </p:nvSpPr>
        <p:spPr>
          <a:xfrm xmlns:a="http://schemas.openxmlformats.org/drawingml/2006/main">
            <a:off x="7986427" y="6875145"/>
            <a:ext cx="1705547"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76539C"/>
                </a:solidFill>
                <a:latin typeface="Arial"/>
                <a:ea typeface="Arial"/>
                <a:cs typeface="Arial"/>
              </a:defRPr>
            </a:pPr>
            <a:r>
              <a:rPr sz="1500" b="0">
                <a:solidFill>
                  <a:srgbClr val="76539C"/>
                </a:solidFill>
                <a:latin typeface="Arial"/>
                <a:ea typeface="Arial"/>
                <a:cs typeface="Arial"/>
              </a:rPr>
              <a:t>Verification context</a:t>
            </a:r>
          </a:p>
        </p:txBody>
      </p:sp>
      <p:sp>
        <p:nvSpPr>
          <p:cNvPr id="120" name="Online line 120">
            <a:extLst xmlns:a="http://schemas.openxmlformats.org/drawingml/2006/main">
              <a:ext uri="{FF2B5EF4-FFF2-40B4-BE49-F238E27FC236}">
                <a16:creationId xmlns:a16="http://schemas.microsoft.com/office/drawing/2014/main" id="{0B516046-A710-4727-9012-E1B7E88879B6}"/>
              </a:ext>
            </a:extLst>
          </p:cNvPr>
          <p:cNvSpPr>
            <a:spLocks xmlns:a="http://schemas.openxmlformats.org/drawingml/2006/main" noGrp="1"/>
          </p:cNvSpPr>
          <p:nvPr/>
        </p:nvSpPr>
        <p:spPr>
          <a:xfrm xmlns:a="http://schemas.openxmlformats.org/drawingml/2006/main">
            <a:off x="9906000" y="6096000"/>
            <a:ext cx="1428750" cy="9525"/>
          </a:xfrm>
          <a:custGeom xmlns:a="http://schemas.openxmlformats.org/drawingml/2006/main">
            <a:pathLst>
              <a:path w="1428750" h="9525">
                <a:moveTo>
                  <a:pt x="0" y="0"/>
                </a:moveTo>
                <a:lnTo>
                  <a:pt x="1428750" y="0"/>
                </a:lnTo>
              </a:path>
            </a:pathLst>
          </a:custGeom>
          <a:noFill xmlns:a="http://schemas.openxmlformats.org/drawingml/2006/main"/>
          <a:ln xmlns:a="http://schemas.openxmlformats.org/drawingml/2006/main" w="28575">
            <a:solidFill>
              <a:srgbClr val="465E76"/>
            </a:solidFill>
            <a:prstDash val="solid"/>
          </a:ln>
        </p:spPr>
      </p:sp>
      <p:sp>
        <p:nvSpPr>
          <p:cNvPr id="121" name="Online polygon 121">
            <a:extLst xmlns:a="http://schemas.openxmlformats.org/drawingml/2006/main">
              <a:ext uri="{FF2B5EF4-FFF2-40B4-BE49-F238E27FC236}">
                <a16:creationId xmlns:a16="http://schemas.microsoft.com/office/drawing/2014/main" id="{2C760435-37EA-4E05-A66B-AFAD79DE57E5}"/>
              </a:ext>
            </a:extLst>
          </p:cNvPr>
          <p:cNvSpPr>
            <a:spLocks xmlns:a="http://schemas.openxmlformats.org/drawingml/2006/main" noGrp="1"/>
          </p:cNvSpPr>
          <p:nvPr/>
        </p:nvSpPr>
        <p:spPr>
          <a:xfrm xmlns:a="http://schemas.openxmlformats.org/drawingml/2006/main">
            <a:off x="11229975" y="6048375"/>
            <a:ext cx="104775" cy="95250"/>
          </a:xfrm>
          <a:custGeom xmlns:a="http://schemas.openxmlformats.org/drawingml/2006/main">
            <a:pathLst>
              <a:path w="104775" h="95250">
                <a:moveTo>
                  <a:pt x="104775" y="47625"/>
                </a:moveTo>
                <a:lnTo>
                  <a:pt x="0" y="0"/>
                </a:lnTo>
                <a:lnTo>
                  <a:pt x="0" y="95250"/>
                </a:lnTo>
                <a:close/>
              </a:path>
            </a:pathLst>
          </a:custGeom>
          <a:solidFill xmlns:a="http://schemas.openxmlformats.org/drawingml/2006/main">
            <a:srgbClr val="465E76"/>
          </a:solidFill>
          <a:ln xmlns:a="http://schemas.openxmlformats.org/drawingml/2006/main" w="0">
            <a:noFill/>
          </a:ln>
        </p:spPr>
      </p:sp>
      <p:sp>
        <p:nvSpPr>
          <p:cNvPr id="122" name="Online text 122: Action + args">
            <a:extLst xmlns:a="http://schemas.openxmlformats.org/drawingml/2006/main">
              <a:ext uri="{FF2B5EF4-FFF2-40B4-BE49-F238E27FC236}">
                <a16:creationId xmlns:a16="http://schemas.microsoft.com/office/drawing/2014/main" id="{317714EC-5943-4C37-A389-3D53707693CC}"/>
              </a:ext>
            </a:extLst>
          </p:cNvPr>
          <p:cNvSpPr>
            <a:spLocks xmlns:a="http://schemas.openxmlformats.org/drawingml/2006/main" noGrp="1"/>
          </p:cNvSpPr>
          <p:nvPr/>
        </p:nvSpPr>
        <p:spPr>
          <a:xfrm xmlns:a="http://schemas.openxmlformats.org/drawingml/2006/main">
            <a:off x="10004679" y="5513070"/>
            <a:ext cx="123139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9697A"/>
                </a:solidFill>
                <a:latin typeface="Arial"/>
                <a:ea typeface="Arial"/>
                <a:cs typeface="Arial"/>
              </a:defRPr>
            </a:pPr>
            <a:r>
              <a:rPr sz="1500" b="0">
                <a:solidFill>
                  <a:srgbClr val="59697A"/>
                </a:solidFill>
                <a:latin typeface="Arial"/>
                <a:ea typeface="Arial"/>
                <a:cs typeface="Arial"/>
              </a:rPr>
              <a:t>Action + args</a:t>
            </a:r>
          </a:p>
        </p:txBody>
      </p:sp>
      <p:sp>
        <p:nvSpPr>
          <p:cNvPr id="123" name="Online text 123: Purpose + gap">
            <a:extLst xmlns:a="http://schemas.openxmlformats.org/drawingml/2006/main">
              <a:ext uri="{FF2B5EF4-FFF2-40B4-BE49-F238E27FC236}">
                <a16:creationId xmlns:a16="http://schemas.microsoft.com/office/drawing/2014/main" id="{406783F4-1A16-441C-A0DE-7C2540938D49}"/>
              </a:ext>
            </a:extLst>
          </p:cNvPr>
          <p:cNvSpPr>
            <a:spLocks xmlns:a="http://schemas.openxmlformats.org/drawingml/2006/main" noGrp="1"/>
          </p:cNvSpPr>
          <p:nvPr/>
        </p:nvSpPr>
        <p:spPr>
          <a:xfrm xmlns:a="http://schemas.openxmlformats.org/drawingml/2006/main">
            <a:off x="9938195" y="5741670"/>
            <a:ext cx="1364361"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9697A"/>
                </a:solidFill>
                <a:latin typeface="Arial"/>
                <a:ea typeface="Arial"/>
                <a:cs typeface="Arial"/>
              </a:defRPr>
            </a:pPr>
            <a:r>
              <a:rPr sz="1500" b="0">
                <a:solidFill>
                  <a:srgbClr val="59697A"/>
                </a:solidFill>
                <a:latin typeface="Arial"/>
                <a:ea typeface="Arial"/>
                <a:cs typeface="Arial"/>
              </a:rPr>
              <a:t>Purpose + gap</a:t>
            </a:r>
          </a:p>
        </p:txBody>
      </p:sp>
      <p:sp>
        <p:nvSpPr>
          <p:cNvPr id="124" name="Online line 124">
            <a:extLst xmlns:a="http://schemas.openxmlformats.org/drawingml/2006/main">
              <a:ext uri="{FF2B5EF4-FFF2-40B4-BE49-F238E27FC236}">
                <a16:creationId xmlns:a16="http://schemas.microsoft.com/office/drawing/2014/main" id="{471B6D04-9A55-4D11-A836-491B63409133}"/>
              </a:ext>
            </a:extLst>
          </p:cNvPr>
          <p:cNvSpPr>
            <a:spLocks xmlns:a="http://schemas.openxmlformats.org/drawingml/2006/main" noGrp="1"/>
          </p:cNvSpPr>
          <p:nvPr/>
        </p:nvSpPr>
        <p:spPr>
          <a:xfrm xmlns:a="http://schemas.openxmlformats.org/drawingml/2006/main">
            <a:off x="12382500" y="6667500"/>
            <a:ext cx="9525" cy="1524000"/>
          </a:xfrm>
          <a:custGeom xmlns:a="http://schemas.openxmlformats.org/drawingml/2006/main">
            <a:pathLst>
              <a:path w="9525" h="1524000">
                <a:moveTo>
                  <a:pt x="0" y="0"/>
                </a:moveTo>
                <a:lnTo>
                  <a:pt x="0" y="1524000"/>
                </a:lnTo>
              </a:path>
            </a:pathLst>
          </a:custGeom>
          <a:noFill xmlns:a="http://schemas.openxmlformats.org/drawingml/2006/main"/>
          <a:ln xmlns:a="http://schemas.openxmlformats.org/drawingml/2006/main" w="28575">
            <a:solidFill>
              <a:srgbClr val="465E76"/>
            </a:solidFill>
            <a:prstDash val="solid"/>
          </a:ln>
        </p:spPr>
      </p:sp>
      <p:sp>
        <p:nvSpPr>
          <p:cNvPr id="125" name="Online polygon 125">
            <a:extLst xmlns:a="http://schemas.openxmlformats.org/drawingml/2006/main">
              <a:ext uri="{FF2B5EF4-FFF2-40B4-BE49-F238E27FC236}">
                <a16:creationId xmlns:a16="http://schemas.microsoft.com/office/drawing/2014/main" id="{6069E92A-394B-4E7D-B595-7C790E43515B}"/>
              </a:ext>
            </a:extLst>
          </p:cNvPr>
          <p:cNvSpPr>
            <a:spLocks xmlns:a="http://schemas.openxmlformats.org/drawingml/2006/main" noGrp="1"/>
          </p:cNvSpPr>
          <p:nvPr/>
        </p:nvSpPr>
        <p:spPr>
          <a:xfrm xmlns:a="http://schemas.openxmlformats.org/drawingml/2006/main">
            <a:off x="12334875" y="8086725"/>
            <a:ext cx="95250" cy="104775"/>
          </a:xfrm>
          <a:custGeom xmlns:a="http://schemas.openxmlformats.org/drawingml/2006/main">
            <a:pathLst>
              <a:path w="95250" h="104775">
                <a:moveTo>
                  <a:pt x="47625" y="104775"/>
                </a:moveTo>
                <a:lnTo>
                  <a:pt x="95250" y="0"/>
                </a:lnTo>
                <a:lnTo>
                  <a:pt x="0" y="0"/>
                </a:lnTo>
                <a:close/>
              </a:path>
            </a:pathLst>
          </a:custGeom>
          <a:solidFill xmlns:a="http://schemas.openxmlformats.org/drawingml/2006/main">
            <a:srgbClr val="465E76"/>
          </a:solidFill>
          <a:ln xmlns:a="http://schemas.openxmlformats.org/drawingml/2006/main" w="0">
            <a:noFill/>
          </a:ln>
        </p:spPr>
      </p:sp>
      <p:sp>
        <p:nvSpPr>
          <p:cNvPr id="126" name="Online text 126: Accepted">
            <a:extLst xmlns:a="http://schemas.openxmlformats.org/drawingml/2006/main">
              <a:ext uri="{FF2B5EF4-FFF2-40B4-BE49-F238E27FC236}">
                <a16:creationId xmlns:a16="http://schemas.microsoft.com/office/drawing/2014/main" id="{B1F99A58-AF72-42E3-BF91-67EFC033F17F}"/>
              </a:ext>
            </a:extLst>
          </p:cNvPr>
          <p:cNvSpPr>
            <a:spLocks xmlns:a="http://schemas.openxmlformats.org/drawingml/2006/main" noGrp="1"/>
          </p:cNvSpPr>
          <p:nvPr/>
        </p:nvSpPr>
        <p:spPr>
          <a:xfrm xmlns:a="http://schemas.openxmlformats.org/drawingml/2006/main">
            <a:off x="12499753" y="7189470"/>
            <a:ext cx="90849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9697A"/>
                </a:solidFill>
                <a:latin typeface="Arial"/>
                <a:ea typeface="Arial"/>
                <a:cs typeface="Arial"/>
              </a:defRPr>
            </a:pPr>
            <a:r>
              <a:rPr sz="1500" b="0">
                <a:solidFill>
                  <a:srgbClr val="59697A"/>
                </a:solidFill>
                <a:latin typeface="Arial"/>
                <a:ea typeface="Arial"/>
                <a:cs typeface="Arial"/>
              </a:rPr>
              <a:t>Accepted</a:t>
            </a:r>
          </a:p>
        </p:txBody>
      </p:sp>
      <p:sp>
        <p:nvSpPr>
          <p:cNvPr id="127" name="Online line 127">
            <a:extLst xmlns:a="http://schemas.openxmlformats.org/drawingml/2006/main">
              <a:ext uri="{FF2B5EF4-FFF2-40B4-BE49-F238E27FC236}">
                <a16:creationId xmlns:a16="http://schemas.microsoft.com/office/drawing/2014/main" id="{869B5DE2-E42D-4364-9398-A4D2820D0252}"/>
              </a:ext>
            </a:extLst>
          </p:cNvPr>
          <p:cNvSpPr>
            <a:spLocks xmlns:a="http://schemas.openxmlformats.org/drawingml/2006/main" noGrp="1"/>
          </p:cNvSpPr>
          <p:nvPr/>
        </p:nvSpPr>
        <p:spPr>
          <a:xfrm xmlns:a="http://schemas.openxmlformats.org/drawingml/2006/main">
            <a:off x="9906000" y="8763000"/>
            <a:ext cx="1428750" cy="9525"/>
          </a:xfrm>
          <a:custGeom xmlns:a="http://schemas.openxmlformats.org/drawingml/2006/main">
            <a:pathLst>
              <a:path w="1428750" h="9525">
                <a:moveTo>
                  <a:pt x="1428750" y="0"/>
                </a:moveTo>
                <a:lnTo>
                  <a:pt x="0" y="0"/>
                </a:lnTo>
              </a:path>
            </a:pathLst>
          </a:custGeom>
          <a:noFill xmlns:a="http://schemas.openxmlformats.org/drawingml/2006/main"/>
          <a:ln xmlns:a="http://schemas.openxmlformats.org/drawingml/2006/main" w="28575">
            <a:solidFill>
              <a:srgbClr val="465E76"/>
            </a:solidFill>
            <a:prstDash val="solid"/>
          </a:ln>
        </p:spPr>
      </p:sp>
      <p:sp>
        <p:nvSpPr>
          <p:cNvPr id="128" name="Online polygon 128">
            <a:extLst xmlns:a="http://schemas.openxmlformats.org/drawingml/2006/main">
              <a:ext uri="{FF2B5EF4-FFF2-40B4-BE49-F238E27FC236}">
                <a16:creationId xmlns:a16="http://schemas.microsoft.com/office/drawing/2014/main" id="{7FBC2017-EE26-45A3-95A1-F121EE09B603}"/>
              </a:ext>
            </a:extLst>
          </p:cNvPr>
          <p:cNvSpPr>
            <a:spLocks xmlns:a="http://schemas.openxmlformats.org/drawingml/2006/main" noGrp="1"/>
          </p:cNvSpPr>
          <p:nvPr/>
        </p:nvSpPr>
        <p:spPr>
          <a:xfrm xmlns:a="http://schemas.openxmlformats.org/drawingml/2006/main">
            <a:off x="9906000" y="8715375"/>
            <a:ext cx="104775" cy="95250"/>
          </a:xfrm>
          <a:custGeom xmlns:a="http://schemas.openxmlformats.org/drawingml/2006/main">
            <a:pathLst>
              <a:path w="104775" h="95250">
                <a:moveTo>
                  <a:pt x="0" y="47625"/>
                </a:moveTo>
                <a:lnTo>
                  <a:pt x="104775" y="95250"/>
                </a:lnTo>
                <a:lnTo>
                  <a:pt x="104775" y="0"/>
                </a:lnTo>
                <a:close/>
              </a:path>
            </a:pathLst>
          </a:custGeom>
          <a:solidFill xmlns:a="http://schemas.openxmlformats.org/drawingml/2006/main">
            <a:srgbClr val="465E76"/>
          </a:solidFill>
          <a:ln xmlns:a="http://schemas.openxmlformats.org/drawingml/2006/main" w="0">
            <a:noFill/>
          </a:ln>
        </p:spPr>
      </p:sp>
      <p:sp>
        <p:nvSpPr>
          <p:cNvPr id="129" name="Online text 129: Valid action">
            <a:extLst xmlns:a="http://schemas.openxmlformats.org/drawingml/2006/main">
              <a:ext uri="{FF2B5EF4-FFF2-40B4-BE49-F238E27FC236}">
                <a16:creationId xmlns:a16="http://schemas.microsoft.com/office/drawing/2014/main" id="{CDBE966B-9485-4864-AA26-69DAEDBAFDCF}"/>
              </a:ext>
            </a:extLst>
          </p:cNvPr>
          <p:cNvSpPr>
            <a:spLocks xmlns:a="http://schemas.openxmlformats.org/drawingml/2006/main" noGrp="1"/>
          </p:cNvSpPr>
          <p:nvPr/>
        </p:nvSpPr>
        <p:spPr>
          <a:xfrm xmlns:a="http://schemas.openxmlformats.org/drawingml/2006/main">
            <a:off x="10077545" y="8408670"/>
            <a:ext cx="108566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9697A"/>
                </a:solidFill>
                <a:latin typeface="Arial"/>
                <a:ea typeface="Arial"/>
                <a:cs typeface="Arial"/>
              </a:defRPr>
            </a:pPr>
            <a:r>
              <a:rPr sz="1500" b="0">
                <a:solidFill>
                  <a:srgbClr val="59697A"/>
                </a:solidFill>
                <a:latin typeface="Arial"/>
                <a:ea typeface="Arial"/>
                <a:cs typeface="Arial"/>
              </a:rPr>
              <a:t>Valid action</a:t>
            </a:r>
          </a:p>
        </p:txBody>
      </p:sp>
      <p:sp>
        <p:nvSpPr>
          <p:cNvPr id="130" name="Online line 130">
            <a:extLst xmlns:a="http://schemas.openxmlformats.org/drawingml/2006/main">
              <a:ext uri="{FF2B5EF4-FFF2-40B4-BE49-F238E27FC236}">
                <a16:creationId xmlns:a16="http://schemas.microsoft.com/office/drawing/2014/main" id="{43C44549-E7ED-4D9D-BD1A-AA7256DA047D}"/>
              </a:ext>
            </a:extLst>
          </p:cNvPr>
          <p:cNvSpPr>
            <a:spLocks xmlns:a="http://schemas.openxmlformats.org/drawingml/2006/main" noGrp="1"/>
          </p:cNvSpPr>
          <p:nvPr/>
        </p:nvSpPr>
        <p:spPr>
          <a:xfrm xmlns:a="http://schemas.openxmlformats.org/drawingml/2006/main">
            <a:off x="6381750" y="8763000"/>
            <a:ext cx="1428750" cy="9525"/>
          </a:xfrm>
          <a:custGeom xmlns:a="http://schemas.openxmlformats.org/drawingml/2006/main">
            <a:pathLst>
              <a:path w="1428750" h="9525">
                <a:moveTo>
                  <a:pt x="1428750" y="0"/>
                </a:moveTo>
                <a:lnTo>
                  <a:pt x="0" y="0"/>
                </a:lnTo>
              </a:path>
            </a:pathLst>
          </a:custGeom>
          <a:noFill xmlns:a="http://schemas.openxmlformats.org/drawingml/2006/main"/>
          <a:ln xmlns:a="http://schemas.openxmlformats.org/drawingml/2006/main" w="28575">
            <a:solidFill>
              <a:srgbClr val="465E76"/>
            </a:solidFill>
            <a:prstDash val="solid"/>
          </a:ln>
        </p:spPr>
      </p:sp>
      <p:sp>
        <p:nvSpPr>
          <p:cNvPr id="131" name="Online polygon 131">
            <a:extLst xmlns:a="http://schemas.openxmlformats.org/drawingml/2006/main">
              <a:ext uri="{FF2B5EF4-FFF2-40B4-BE49-F238E27FC236}">
                <a16:creationId xmlns:a16="http://schemas.microsoft.com/office/drawing/2014/main" id="{AC9E3FF5-A344-4E39-9463-619F73C9C946}"/>
              </a:ext>
            </a:extLst>
          </p:cNvPr>
          <p:cNvSpPr>
            <a:spLocks xmlns:a="http://schemas.openxmlformats.org/drawingml/2006/main" noGrp="1"/>
          </p:cNvSpPr>
          <p:nvPr/>
        </p:nvSpPr>
        <p:spPr>
          <a:xfrm xmlns:a="http://schemas.openxmlformats.org/drawingml/2006/main">
            <a:off x="6381750" y="8715375"/>
            <a:ext cx="104775" cy="95250"/>
          </a:xfrm>
          <a:custGeom xmlns:a="http://schemas.openxmlformats.org/drawingml/2006/main">
            <a:pathLst>
              <a:path w="104775" h="95250">
                <a:moveTo>
                  <a:pt x="0" y="47625"/>
                </a:moveTo>
                <a:lnTo>
                  <a:pt x="104775" y="95250"/>
                </a:lnTo>
                <a:lnTo>
                  <a:pt x="104775" y="0"/>
                </a:lnTo>
                <a:close/>
              </a:path>
            </a:pathLst>
          </a:custGeom>
          <a:solidFill xmlns:a="http://schemas.openxmlformats.org/drawingml/2006/main">
            <a:srgbClr val="465E76"/>
          </a:solidFill>
          <a:ln xmlns:a="http://schemas.openxmlformats.org/drawingml/2006/main" w="0">
            <a:noFill/>
          </a:ln>
        </p:spPr>
      </p:sp>
      <p:sp>
        <p:nvSpPr>
          <p:cNvPr id="132" name="Online text 132: Observation">
            <a:extLst xmlns:a="http://schemas.openxmlformats.org/drawingml/2006/main">
              <a:ext uri="{FF2B5EF4-FFF2-40B4-BE49-F238E27FC236}">
                <a16:creationId xmlns:a16="http://schemas.microsoft.com/office/drawing/2014/main" id="{6D3045EF-7D6F-4E32-8F1B-851B5A108DD0}"/>
              </a:ext>
            </a:extLst>
          </p:cNvPr>
          <p:cNvSpPr>
            <a:spLocks xmlns:a="http://schemas.openxmlformats.org/drawingml/2006/main" noGrp="1"/>
          </p:cNvSpPr>
          <p:nvPr/>
        </p:nvSpPr>
        <p:spPr>
          <a:xfrm xmlns:a="http://schemas.openxmlformats.org/drawingml/2006/main">
            <a:off x="6525006" y="8408670"/>
            <a:ext cx="114223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9697A"/>
                </a:solidFill>
                <a:latin typeface="Arial"/>
                <a:ea typeface="Arial"/>
                <a:cs typeface="Arial"/>
              </a:defRPr>
            </a:pPr>
            <a:r>
              <a:rPr sz="1500" b="0">
                <a:solidFill>
                  <a:srgbClr val="59697A"/>
                </a:solidFill>
                <a:latin typeface="Arial"/>
                <a:ea typeface="Arial"/>
                <a:cs typeface="Arial"/>
              </a:rPr>
              <a:t>Observation</a:t>
            </a:r>
          </a:p>
        </p:txBody>
      </p:sp>
      <p:sp>
        <p:nvSpPr>
          <p:cNvPr id="133" name="Online line 133">
            <a:extLst xmlns:a="http://schemas.openxmlformats.org/drawingml/2006/main">
              <a:ext uri="{FF2B5EF4-FFF2-40B4-BE49-F238E27FC236}">
                <a16:creationId xmlns:a16="http://schemas.microsoft.com/office/drawing/2014/main" id="{B43F99F3-5A8B-470D-BF65-C19451343446}"/>
              </a:ext>
            </a:extLst>
          </p:cNvPr>
          <p:cNvSpPr>
            <a:spLocks xmlns:a="http://schemas.openxmlformats.org/drawingml/2006/main" noGrp="1"/>
          </p:cNvSpPr>
          <p:nvPr/>
        </p:nvSpPr>
        <p:spPr>
          <a:xfrm xmlns:a="http://schemas.openxmlformats.org/drawingml/2006/main">
            <a:off x="4619625" y="6667500"/>
            <a:ext cx="9525" cy="1524000"/>
          </a:xfrm>
          <a:custGeom xmlns:a="http://schemas.openxmlformats.org/drawingml/2006/main">
            <a:pathLst>
              <a:path w="9525" h="1524000">
                <a:moveTo>
                  <a:pt x="0" y="1524000"/>
                </a:moveTo>
                <a:lnTo>
                  <a:pt x="0" y="0"/>
                </a:lnTo>
              </a:path>
            </a:pathLst>
          </a:custGeom>
          <a:noFill xmlns:a="http://schemas.openxmlformats.org/drawingml/2006/main"/>
          <a:ln xmlns:a="http://schemas.openxmlformats.org/drawingml/2006/main" w="28575">
            <a:solidFill>
              <a:srgbClr val="465E76"/>
            </a:solidFill>
            <a:prstDash val="solid"/>
          </a:ln>
        </p:spPr>
      </p:sp>
      <p:sp>
        <p:nvSpPr>
          <p:cNvPr id="134" name="Online polygon 134">
            <a:extLst xmlns:a="http://schemas.openxmlformats.org/drawingml/2006/main">
              <a:ext uri="{FF2B5EF4-FFF2-40B4-BE49-F238E27FC236}">
                <a16:creationId xmlns:a16="http://schemas.microsoft.com/office/drawing/2014/main" id="{862D0FF0-9B34-44A2-8E52-854A39191F5C}"/>
              </a:ext>
            </a:extLst>
          </p:cNvPr>
          <p:cNvSpPr>
            <a:spLocks xmlns:a="http://schemas.openxmlformats.org/drawingml/2006/main" noGrp="1"/>
          </p:cNvSpPr>
          <p:nvPr/>
        </p:nvSpPr>
        <p:spPr>
          <a:xfrm xmlns:a="http://schemas.openxmlformats.org/drawingml/2006/main">
            <a:off x="4572000" y="6667500"/>
            <a:ext cx="95250" cy="104775"/>
          </a:xfrm>
          <a:custGeom xmlns:a="http://schemas.openxmlformats.org/drawingml/2006/main">
            <a:pathLst>
              <a:path w="95250" h="104775">
                <a:moveTo>
                  <a:pt x="47625" y="0"/>
                </a:moveTo>
                <a:lnTo>
                  <a:pt x="0" y="104775"/>
                </a:lnTo>
                <a:lnTo>
                  <a:pt x="95250" y="104775"/>
                </a:lnTo>
                <a:close/>
              </a:path>
            </a:pathLst>
          </a:custGeom>
          <a:solidFill xmlns:a="http://schemas.openxmlformats.org/drawingml/2006/main">
            <a:srgbClr val="465E76"/>
          </a:solidFill>
          <a:ln xmlns:a="http://schemas.openxmlformats.org/drawingml/2006/main" w="0">
            <a:noFill/>
          </a:ln>
        </p:spPr>
      </p:sp>
      <p:sp>
        <p:nvSpPr>
          <p:cNvPr id="135" name="Online text 135: Updated">
            <a:extLst xmlns:a="http://schemas.openxmlformats.org/drawingml/2006/main">
              <a:ext uri="{FF2B5EF4-FFF2-40B4-BE49-F238E27FC236}">
                <a16:creationId xmlns:a16="http://schemas.microsoft.com/office/drawing/2014/main" id="{F59926BB-5126-4E08-8900-53C64E7F7763}"/>
              </a:ext>
            </a:extLst>
          </p:cNvPr>
          <p:cNvSpPr>
            <a:spLocks xmlns:a="http://schemas.openxmlformats.org/drawingml/2006/main" noGrp="1"/>
          </p:cNvSpPr>
          <p:nvPr/>
        </p:nvSpPr>
        <p:spPr>
          <a:xfrm xmlns:a="http://schemas.openxmlformats.org/drawingml/2006/main">
            <a:off x="4781550" y="6932295"/>
            <a:ext cx="83439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9697A"/>
                </a:solidFill>
                <a:latin typeface="Arial"/>
                <a:ea typeface="Arial"/>
                <a:cs typeface="Arial"/>
              </a:defRPr>
            </a:pPr>
            <a:r>
              <a:rPr sz="1500" b="0">
                <a:solidFill>
                  <a:srgbClr val="59697A"/>
                </a:solidFill>
                <a:latin typeface="Arial"/>
                <a:ea typeface="Arial"/>
                <a:cs typeface="Arial"/>
              </a:rPr>
              <a:t>Updated</a:t>
            </a:r>
          </a:p>
        </p:txBody>
      </p:sp>
      <p:sp>
        <p:nvSpPr>
          <p:cNvPr id="136" name="Online text 136: state">
            <a:extLst xmlns:a="http://schemas.openxmlformats.org/drawingml/2006/main">
              <a:ext uri="{FF2B5EF4-FFF2-40B4-BE49-F238E27FC236}">
                <a16:creationId xmlns:a16="http://schemas.microsoft.com/office/drawing/2014/main" id="{0ADD70E4-8B77-44DF-94E7-559A5767B1A0}"/>
              </a:ext>
            </a:extLst>
          </p:cNvPr>
          <p:cNvSpPr>
            <a:spLocks xmlns:a="http://schemas.openxmlformats.org/drawingml/2006/main" noGrp="1"/>
          </p:cNvSpPr>
          <p:nvPr/>
        </p:nvSpPr>
        <p:spPr>
          <a:xfrm xmlns:a="http://schemas.openxmlformats.org/drawingml/2006/main">
            <a:off x="4781550" y="7170420"/>
            <a:ext cx="52730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9697A"/>
                </a:solidFill>
                <a:latin typeface="Arial"/>
                <a:ea typeface="Arial"/>
                <a:cs typeface="Arial"/>
              </a:defRPr>
            </a:pPr>
            <a:r>
              <a:rPr sz="1500" b="0">
                <a:solidFill>
                  <a:srgbClr val="59697A"/>
                </a:solidFill>
                <a:latin typeface="Arial"/>
                <a:ea typeface="Arial"/>
                <a:cs typeface="Arial"/>
              </a:rPr>
              <a:t>state</a:t>
            </a:r>
          </a:p>
        </p:txBody>
      </p:sp>
      <p:sp>
        <p:nvSpPr>
          <p:cNvPr id="137" name="Online text 137: Investigation loop">
            <a:extLst xmlns:a="http://schemas.openxmlformats.org/drawingml/2006/main">
              <a:ext uri="{FF2B5EF4-FFF2-40B4-BE49-F238E27FC236}">
                <a16:creationId xmlns:a16="http://schemas.microsoft.com/office/drawing/2014/main" id="{D783D569-193B-46A6-9E8E-CE1E9ADEF05C}"/>
              </a:ext>
            </a:extLst>
          </p:cNvPr>
          <p:cNvSpPr>
            <a:spLocks xmlns:a="http://schemas.openxmlformats.org/drawingml/2006/main" noGrp="1"/>
          </p:cNvSpPr>
          <p:nvPr/>
        </p:nvSpPr>
        <p:spPr>
          <a:xfrm xmlns:a="http://schemas.openxmlformats.org/drawingml/2006/main">
            <a:off x="7705920" y="7747921"/>
            <a:ext cx="2304659" cy="347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1">
                <a:solidFill>
                  <a:srgbClr val="465E76"/>
                </a:solidFill>
                <a:latin typeface="Arial"/>
                <a:ea typeface="Arial"/>
                <a:cs typeface="Arial"/>
              </a:defRPr>
            </a:pPr>
            <a:r>
              <a:rPr sz="2025" b="1">
                <a:solidFill>
                  <a:srgbClr val="465E76"/>
                </a:solidFill>
                <a:latin typeface="Arial"/>
                <a:ea typeface="Arial"/>
                <a:cs typeface="Arial"/>
              </a:rPr>
              <a:t>Investigation loop</a:t>
            </a:r>
          </a:p>
        </p:txBody>
      </p:sp>
      <p:sp>
        <p:nvSpPr>
          <p:cNvPr id="138" name="Online line 138">
            <a:extLst xmlns:a="http://schemas.openxmlformats.org/drawingml/2006/main">
              <a:ext uri="{FF2B5EF4-FFF2-40B4-BE49-F238E27FC236}">
                <a16:creationId xmlns:a16="http://schemas.microsoft.com/office/drawing/2014/main" id="{8E166F79-FED5-441C-9227-548BB3ADC009}"/>
              </a:ext>
            </a:extLst>
          </p:cNvPr>
          <p:cNvSpPr>
            <a:spLocks xmlns:a="http://schemas.openxmlformats.org/drawingml/2006/main" noGrp="1"/>
          </p:cNvSpPr>
          <p:nvPr/>
        </p:nvSpPr>
        <p:spPr>
          <a:xfrm xmlns:a="http://schemas.openxmlformats.org/drawingml/2006/main">
            <a:off x="11001375" y="6572250"/>
            <a:ext cx="333375" cy="1047750"/>
          </a:xfrm>
          <a:custGeom xmlns:a="http://schemas.openxmlformats.org/drawingml/2006/main">
            <a:pathLst>
              <a:path w="333375" h="1047750">
                <a:moveTo>
                  <a:pt x="333375" y="0"/>
                </a:moveTo>
                <a:lnTo>
                  <a:pt x="0" y="0"/>
                </a:lnTo>
                <a:lnTo>
                  <a:pt x="0" y="1047750"/>
                </a:lnTo>
              </a:path>
            </a:pathLst>
          </a:custGeom>
          <a:noFill xmlns:a="http://schemas.openxmlformats.org/drawingml/2006/main"/>
          <a:ln xmlns:a="http://schemas.openxmlformats.org/drawingml/2006/main" w="21908">
            <a:solidFill>
              <a:srgbClr val="B26767"/>
            </a:solidFill>
            <a:prstDash val="dash"/>
          </a:ln>
        </p:spPr>
      </p:sp>
      <p:sp>
        <p:nvSpPr>
          <p:cNvPr id="139" name="Online line 139">
            <a:extLst xmlns:a="http://schemas.openxmlformats.org/drawingml/2006/main">
              <a:ext uri="{FF2B5EF4-FFF2-40B4-BE49-F238E27FC236}">
                <a16:creationId xmlns:a16="http://schemas.microsoft.com/office/drawing/2014/main" id="{60517F97-F0E3-4CD6-8517-7B873BA98AEA}"/>
              </a:ext>
            </a:extLst>
          </p:cNvPr>
          <p:cNvSpPr>
            <a:spLocks xmlns:a="http://schemas.openxmlformats.org/drawingml/2006/main" noGrp="1"/>
          </p:cNvSpPr>
          <p:nvPr/>
        </p:nvSpPr>
        <p:spPr>
          <a:xfrm xmlns:a="http://schemas.openxmlformats.org/drawingml/2006/main">
            <a:off x="5524500" y="7620000"/>
            <a:ext cx="6096000" cy="571500"/>
          </a:xfrm>
          <a:custGeom xmlns:a="http://schemas.openxmlformats.org/drawingml/2006/main">
            <a:pathLst>
              <a:path w="6096000" h="571500">
                <a:moveTo>
                  <a:pt x="6096000" y="571500"/>
                </a:moveTo>
                <a:lnTo>
                  <a:pt x="6096000" y="0"/>
                </a:lnTo>
                <a:lnTo>
                  <a:pt x="0" y="0"/>
                </a:lnTo>
              </a:path>
            </a:pathLst>
          </a:custGeom>
          <a:noFill xmlns:a="http://schemas.openxmlformats.org/drawingml/2006/main"/>
          <a:ln xmlns:a="http://schemas.openxmlformats.org/drawingml/2006/main" w="21908">
            <a:solidFill>
              <a:srgbClr val="B26767"/>
            </a:solidFill>
            <a:prstDash val="dash"/>
          </a:ln>
        </p:spPr>
      </p:sp>
      <p:sp>
        <p:nvSpPr>
          <p:cNvPr id="140" name="Online line 140">
            <a:extLst xmlns:a="http://schemas.openxmlformats.org/drawingml/2006/main">
              <a:ext uri="{FF2B5EF4-FFF2-40B4-BE49-F238E27FC236}">
                <a16:creationId xmlns:a16="http://schemas.microsoft.com/office/drawing/2014/main" id="{89B7B084-19C7-48F7-A7CD-457E52EDD0B8}"/>
              </a:ext>
            </a:extLst>
          </p:cNvPr>
          <p:cNvSpPr>
            <a:spLocks xmlns:a="http://schemas.openxmlformats.org/drawingml/2006/main" noGrp="1"/>
          </p:cNvSpPr>
          <p:nvPr/>
        </p:nvSpPr>
        <p:spPr>
          <a:xfrm xmlns:a="http://schemas.openxmlformats.org/drawingml/2006/main">
            <a:off x="5524500" y="762000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21908">
            <a:solidFill>
              <a:srgbClr val="B26767"/>
            </a:solidFill>
            <a:prstDash val="dash"/>
          </a:ln>
        </p:spPr>
      </p:sp>
      <p:sp>
        <p:nvSpPr>
          <p:cNvPr id="141" name="Online polygon 141">
            <a:extLst xmlns:a="http://schemas.openxmlformats.org/drawingml/2006/main">
              <a:ext uri="{FF2B5EF4-FFF2-40B4-BE49-F238E27FC236}">
                <a16:creationId xmlns:a16="http://schemas.microsoft.com/office/drawing/2014/main" id="{7816A600-3A9E-4BC0-8AA8-A47690E63A44}"/>
              </a:ext>
            </a:extLst>
          </p:cNvPr>
          <p:cNvSpPr>
            <a:spLocks xmlns:a="http://schemas.openxmlformats.org/drawingml/2006/main" noGrp="1"/>
          </p:cNvSpPr>
          <p:nvPr/>
        </p:nvSpPr>
        <p:spPr>
          <a:xfrm xmlns:a="http://schemas.openxmlformats.org/drawingml/2006/main">
            <a:off x="5476875" y="8086725"/>
            <a:ext cx="95250" cy="104775"/>
          </a:xfrm>
          <a:custGeom xmlns:a="http://schemas.openxmlformats.org/drawingml/2006/main">
            <a:pathLst>
              <a:path w="95250" h="104775">
                <a:moveTo>
                  <a:pt x="47625" y="104775"/>
                </a:moveTo>
                <a:lnTo>
                  <a:pt x="95250" y="0"/>
                </a:lnTo>
                <a:lnTo>
                  <a:pt x="0" y="0"/>
                </a:lnTo>
                <a:close/>
              </a:path>
            </a:pathLst>
          </a:custGeom>
          <a:solidFill xmlns:a="http://schemas.openxmlformats.org/drawingml/2006/main">
            <a:srgbClr val="B26767"/>
          </a:solidFill>
          <a:ln xmlns:a="http://schemas.openxmlformats.org/drawingml/2006/main" w="0">
            <a:noFill/>
          </a:ln>
        </p:spPr>
      </p:sp>
      <p:sp>
        <p:nvSpPr>
          <p:cNvPr id="142" name="Online text 142: Revision feedback">
            <a:extLst xmlns:a="http://schemas.openxmlformats.org/drawingml/2006/main">
              <a:ext uri="{FF2B5EF4-FFF2-40B4-BE49-F238E27FC236}">
                <a16:creationId xmlns:a16="http://schemas.microsoft.com/office/drawing/2014/main" id="{494BFF49-1817-4BE7-BC3C-425A1355308C}"/>
              </a:ext>
            </a:extLst>
          </p:cNvPr>
          <p:cNvSpPr>
            <a:spLocks xmlns:a="http://schemas.openxmlformats.org/drawingml/2006/main" noGrp="1"/>
          </p:cNvSpPr>
          <p:nvPr/>
        </p:nvSpPr>
        <p:spPr>
          <a:xfrm xmlns:a="http://schemas.openxmlformats.org/drawingml/2006/main">
            <a:off x="7716203" y="7294245"/>
            <a:ext cx="165544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B26767"/>
                </a:solidFill>
                <a:latin typeface="Arial"/>
                <a:ea typeface="Arial"/>
                <a:cs typeface="Arial"/>
              </a:defRPr>
            </a:pPr>
            <a:r>
              <a:rPr sz="1500" b="0">
                <a:solidFill>
                  <a:srgbClr val="B26767"/>
                </a:solidFill>
                <a:latin typeface="Arial"/>
                <a:ea typeface="Arial"/>
                <a:cs typeface="Arial"/>
              </a:rPr>
              <a:t>Revision feedback</a:t>
            </a:r>
          </a:p>
        </p:txBody>
      </p:sp>
      <p:sp>
        <p:nvSpPr>
          <p:cNvPr id="143" name="Online line 143">
            <a:extLst xmlns:a="http://schemas.openxmlformats.org/drawingml/2006/main">
              <a:ext uri="{FF2B5EF4-FFF2-40B4-BE49-F238E27FC236}">
                <a16:creationId xmlns:a16="http://schemas.microsoft.com/office/drawing/2014/main" id="{0841C5A0-0680-446D-8D4B-BFCAFA8B515D}"/>
              </a:ext>
            </a:extLst>
          </p:cNvPr>
          <p:cNvSpPr>
            <a:spLocks xmlns:a="http://schemas.openxmlformats.org/drawingml/2006/main" noGrp="1"/>
          </p:cNvSpPr>
          <p:nvPr/>
        </p:nvSpPr>
        <p:spPr>
          <a:xfrm xmlns:a="http://schemas.openxmlformats.org/drawingml/2006/main">
            <a:off x="8858250" y="4810125"/>
            <a:ext cx="7143750" cy="714375"/>
          </a:xfrm>
          <a:custGeom xmlns:a="http://schemas.openxmlformats.org/drawingml/2006/main">
            <a:pathLst>
              <a:path w="7143750" h="714375">
                <a:moveTo>
                  <a:pt x="0" y="714375"/>
                </a:moveTo>
                <a:lnTo>
                  <a:pt x="0" y="0"/>
                </a:lnTo>
                <a:lnTo>
                  <a:pt x="7143750" y="0"/>
                </a:lnTo>
                <a:lnTo>
                  <a:pt x="7143750" y="714375"/>
                </a:lnTo>
              </a:path>
            </a:pathLst>
          </a:custGeom>
          <a:noFill xmlns:a="http://schemas.openxmlformats.org/drawingml/2006/main"/>
          <a:ln xmlns:a="http://schemas.openxmlformats.org/drawingml/2006/main" w="24765">
            <a:solidFill>
              <a:srgbClr val="465E76"/>
            </a:solidFill>
            <a:prstDash val="solid"/>
          </a:ln>
        </p:spPr>
      </p:sp>
      <p:sp>
        <p:nvSpPr>
          <p:cNvPr id="144" name="Online polygon 144">
            <a:extLst xmlns:a="http://schemas.openxmlformats.org/drawingml/2006/main">
              <a:ext uri="{FF2B5EF4-FFF2-40B4-BE49-F238E27FC236}">
                <a16:creationId xmlns:a16="http://schemas.microsoft.com/office/drawing/2014/main" id="{46528B6D-45A6-4C3D-994A-F0845988D2E5}"/>
              </a:ext>
            </a:extLst>
          </p:cNvPr>
          <p:cNvSpPr>
            <a:spLocks xmlns:a="http://schemas.openxmlformats.org/drawingml/2006/main" noGrp="1"/>
          </p:cNvSpPr>
          <p:nvPr/>
        </p:nvSpPr>
        <p:spPr>
          <a:xfrm xmlns:a="http://schemas.openxmlformats.org/drawingml/2006/main">
            <a:off x="15954375" y="5419725"/>
            <a:ext cx="95250" cy="104775"/>
          </a:xfrm>
          <a:custGeom xmlns:a="http://schemas.openxmlformats.org/drawingml/2006/main">
            <a:pathLst>
              <a:path w="95250" h="104775">
                <a:moveTo>
                  <a:pt x="47625" y="104775"/>
                </a:moveTo>
                <a:lnTo>
                  <a:pt x="95250" y="0"/>
                </a:lnTo>
                <a:lnTo>
                  <a:pt x="0" y="0"/>
                </a:lnTo>
                <a:close/>
              </a:path>
            </a:pathLst>
          </a:custGeom>
          <a:solidFill xmlns:a="http://schemas.openxmlformats.org/drawingml/2006/main">
            <a:srgbClr val="465E76"/>
          </a:solidFill>
          <a:ln xmlns:a="http://schemas.openxmlformats.org/drawingml/2006/main" w="0">
            <a:noFill/>
          </a:ln>
        </p:spPr>
      </p:sp>
      <p:sp>
        <p:nvSpPr>
          <p:cNvPr id="145" name="Online text 145: Finish request">
            <a:extLst xmlns:a="http://schemas.openxmlformats.org/drawingml/2006/main">
              <a:ext uri="{FF2B5EF4-FFF2-40B4-BE49-F238E27FC236}">
                <a16:creationId xmlns:a16="http://schemas.microsoft.com/office/drawing/2014/main" id="{A5C81925-F885-4618-9433-E693CF092F5E}"/>
              </a:ext>
            </a:extLst>
          </p:cNvPr>
          <p:cNvSpPr>
            <a:spLocks xmlns:a="http://schemas.openxmlformats.org/drawingml/2006/main" noGrp="1"/>
          </p:cNvSpPr>
          <p:nvPr/>
        </p:nvSpPr>
        <p:spPr>
          <a:xfrm xmlns:a="http://schemas.openxmlformats.org/drawingml/2006/main">
            <a:off x="11727180" y="4484370"/>
            <a:ext cx="131064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9697A"/>
                </a:solidFill>
                <a:latin typeface="Arial"/>
                <a:ea typeface="Arial"/>
                <a:cs typeface="Arial"/>
              </a:defRPr>
            </a:pPr>
            <a:r>
              <a:rPr sz="1500" b="0">
                <a:solidFill>
                  <a:srgbClr val="59697A"/>
                </a:solidFill>
                <a:latin typeface="Arial"/>
                <a:ea typeface="Arial"/>
                <a:cs typeface="Arial"/>
              </a:rPr>
              <a:t>Finish request</a:t>
            </a:r>
          </a:p>
        </p:txBody>
      </p:sp>
      <p:sp>
        <p:nvSpPr>
          <p:cNvPr id="146" name="Online line 146">
            <a:extLst xmlns:a="http://schemas.openxmlformats.org/drawingml/2006/main">
              <a:ext uri="{FF2B5EF4-FFF2-40B4-BE49-F238E27FC236}">
                <a16:creationId xmlns:a16="http://schemas.microsoft.com/office/drawing/2014/main" id="{5DD76083-5B5A-4086-B487-93E9020B6871}"/>
              </a:ext>
            </a:extLst>
          </p:cNvPr>
          <p:cNvSpPr>
            <a:spLocks xmlns:a="http://schemas.openxmlformats.org/drawingml/2006/main" noGrp="1"/>
          </p:cNvSpPr>
          <p:nvPr/>
        </p:nvSpPr>
        <p:spPr>
          <a:xfrm xmlns:a="http://schemas.openxmlformats.org/drawingml/2006/main">
            <a:off x="4000500" y="2619375"/>
            <a:ext cx="13430250" cy="3095625"/>
          </a:xfrm>
          <a:custGeom xmlns:a="http://schemas.openxmlformats.org/drawingml/2006/main">
            <a:pathLst>
              <a:path w="13430250" h="3095625">
                <a:moveTo>
                  <a:pt x="13430250" y="2905125"/>
                </a:moveTo>
                <a:lnTo>
                  <a:pt x="13430250" y="0"/>
                </a:lnTo>
                <a:lnTo>
                  <a:pt x="0" y="0"/>
                </a:lnTo>
                <a:lnTo>
                  <a:pt x="0" y="3095625"/>
                </a:lnTo>
                <a:lnTo>
                  <a:pt x="285750" y="3095625"/>
                </a:lnTo>
              </a:path>
            </a:pathLst>
          </a:custGeom>
          <a:noFill xmlns:a="http://schemas.openxmlformats.org/drawingml/2006/main"/>
          <a:ln xmlns:a="http://schemas.openxmlformats.org/drawingml/2006/main" w="21908">
            <a:solidFill>
              <a:srgbClr val="B26767"/>
            </a:solidFill>
            <a:prstDash val="dash"/>
          </a:ln>
        </p:spPr>
      </p:sp>
      <p:sp>
        <p:nvSpPr>
          <p:cNvPr id="147" name="Online polygon 147">
            <a:extLst xmlns:a="http://schemas.openxmlformats.org/drawingml/2006/main">
              <a:ext uri="{FF2B5EF4-FFF2-40B4-BE49-F238E27FC236}">
                <a16:creationId xmlns:a16="http://schemas.microsoft.com/office/drawing/2014/main" id="{DC98C532-456D-4C94-8B5C-602BE6AB01EB}"/>
              </a:ext>
            </a:extLst>
          </p:cNvPr>
          <p:cNvSpPr>
            <a:spLocks xmlns:a="http://schemas.openxmlformats.org/drawingml/2006/main" noGrp="1"/>
          </p:cNvSpPr>
          <p:nvPr/>
        </p:nvSpPr>
        <p:spPr>
          <a:xfrm xmlns:a="http://schemas.openxmlformats.org/drawingml/2006/main">
            <a:off x="4181475" y="5667375"/>
            <a:ext cx="104775" cy="95250"/>
          </a:xfrm>
          <a:custGeom xmlns:a="http://schemas.openxmlformats.org/drawingml/2006/main">
            <a:pathLst>
              <a:path w="104775" h="95250">
                <a:moveTo>
                  <a:pt x="104775" y="47625"/>
                </a:moveTo>
                <a:lnTo>
                  <a:pt x="0" y="0"/>
                </a:lnTo>
                <a:lnTo>
                  <a:pt x="0" y="95250"/>
                </a:lnTo>
                <a:close/>
              </a:path>
            </a:pathLst>
          </a:custGeom>
          <a:solidFill xmlns:a="http://schemas.openxmlformats.org/drawingml/2006/main">
            <a:srgbClr val="B26767"/>
          </a:solidFill>
          <a:ln xmlns:a="http://schemas.openxmlformats.org/drawingml/2006/main" w="0">
            <a:noFill/>
          </a:ln>
        </p:spPr>
      </p:sp>
      <p:sp>
        <p:nvSpPr>
          <p:cNvPr id="148" name="Online text 148: Unmet requirements">
            <a:extLst xmlns:a="http://schemas.openxmlformats.org/drawingml/2006/main">
              <a:ext uri="{FF2B5EF4-FFF2-40B4-BE49-F238E27FC236}">
                <a16:creationId xmlns:a16="http://schemas.microsoft.com/office/drawing/2014/main" id="{E990C71C-091A-4011-B55D-4EC94F347564}"/>
              </a:ext>
            </a:extLst>
          </p:cNvPr>
          <p:cNvSpPr>
            <a:spLocks xmlns:a="http://schemas.openxmlformats.org/drawingml/2006/main" noGrp="1"/>
          </p:cNvSpPr>
          <p:nvPr/>
        </p:nvSpPr>
        <p:spPr>
          <a:xfrm xmlns:a="http://schemas.openxmlformats.org/drawingml/2006/main">
            <a:off x="10224326" y="2284095"/>
            <a:ext cx="1839849"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B26767"/>
                </a:solidFill>
                <a:latin typeface="Arial"/>
                <a:ea typeface="Arial"/>
                <a:cs typeface="Arial"/>
              </a:defRPr>
            </a:pPr>
            <a:r>
              <a:rPr sz="1500" b="0">
                <a:solidFill>
                  <a:srgbClr val="B26767"/>
                </a:solidFill>
                <a:latin typeface="Arial"/>
                <a:ea typeface="Arial"/>
                <a:cs typeface="Arial"/>
              </a:rPr>
              <a:t>Unmet requirements</a:t>
            </a:r>
          </a:p>
        </p:txBody>
      </p:sp>
      <p:sp>
        <p:nvSpPr>
          <p:cNvPr id="149" name="Online line 149">
            <a:extLst xmlns:a="http://schemas.openxmlformats.org/drawingml/2006/main">
              <a:ext uri="{FF2B5EF4-FFF2-40B4-BE49-F238E27FC236}">
                <a16:creationId xmlns:a16="http://schemas.microsoft.com/office/drawing/2014/main" id="{9627D647-6350-4F2E-8C3E-0A5A20E42D57}"/>
              </a:ext>
            </a:extLst>
          </p:cNvPr>
          <p:cNvSpPr>
            <a:spLocks xmlns:a="http://schemas.openxmlformats.org/drawingml/2006/main" noGrp="1"/>
          </p:cNvSpPr>
          <p:nvPr/>
        </p:nvSpPr>
        <p:spPr>
          <a:xfrm xmlns:a="http://schemas.openxmlformats.org/drawingml/2006/main">
            <a:off x="17716500" y="6096000"/>
            <a:ext cx="1524000" cy="9525"/>
          </a:xfrm>
          <a:custGeom xmlns:a="http://schemas.openxmlformats.org/drawingml/2006/main">
            <a:pathLst>
              <a:path w="1524000" h="9525">
                <a:moveTo>
                  <a:pt x="0" y="0"/>
                </a:moveTo>
                <a:lnTo>
                  <a:pt x="1524000" y="0"/>
                </a:lnTo>
              </a:path>
            </a:pathLst>
          </a:custGeom>
          <a:noFill xmlns:a="http://schemas.openxmlformats.org/drawingml/2006/main"/>
          <a:ln xmlns:a="http://schemas.openxmlformats.org/drawingml/2006/main" w="31433">
            <a:solidFill>
              <a:srgbClr val="4D8F78"/>
            </a:solidFill>
            <a:prstDash val="solid"/>
          </a:ln>
        </p:spPr>
      </p:sp>
      <p:sp>
        <p:nvSpPr>
          <p:cNvPr id="150" name="Online polygon 150">
            <a:extLst xmlns:a="http://schemas.openxmlformats.org/drawingml/2006/main">
              <a:ext uri="{FF2B5EF4-FFF2-40B4-BE49-F238E27FC236}">
                <a16:creationId xmlns:a16="http://schemas.microsoft.com/office/drawing/2014/main" id="{D40DF35B-5BAA-434A-877E-8FC69B368FF4}"/>
              </a:ext>
            </a:extLst>
          </p:cNvPr>
          <p:cNvSpPr>
            <a:spLocks xmlns:a="http://schemas.openxmlformats.org/drawingml/2006/main" noGrp="1"/>
          </p:cNvSpPr>
          <p:nvPr/>
        </p:nvSpPr>
        <p:spPr>
          <a:xfrm xmlns:a="http://schemas.openxmlformats.org/drawingml/2006/main">
            <a:off x="19135725" y="6048375"/>
            <a:ext cx="104775" cy="95250"/>
          </a:xfrm>
          <a:custGeom xmlns:a="http://schemas.openxmlformats.org/drawingml/2006/main">
            <a:pathLst>
              <a:path w="104775" h="95250">
                <a:moveTo>
                  <a:pt x="104775" y="47625"/>
                </a:moveTo>
                <a:lnTo>
                  <a:pt x="0" y="0"/>
                </a:lnTo>
                <a:lnTo>
                  <a:pt x="0" y="95250"/>
                </a:lnTo>
                <a:close/>
              </a:path>
            </a:pathLst>
          </a:custGeom>
          <a:solidFill xmlns:a="http://schemas.openxmlformats.org/drawingml/2006/main">
            <a:srgbClr val="4D8F78"/>
          </a:solidFill>
          <a:ln xmlns:a="http://schemas.openxmlformats.org/drawingml/2006/main" w="0">
            <a:noFill/>
          </a:ln>
        </p:spPr>
      </p:sp>
      <p:sp>
        <p:nvSpPr>
          <p:cNvPr id="151" name="Online text 151: Complete">
            <a:extLst xmlns:a="http://schemas.openxmlformats.org/drawingml/2006/main">
              <a:ext uri="{FF2B5EF4-FFF2-40B4-BE49-F238E27FC236}">
                <a16:creationId xmlns:a16="http://schemas.microsoft.com/office/drawing/2014/main" id="{2DB07F1E-260E-4DD7-BBFE-035915E1BC1B}"/>
              </a:ext>
            </a:extLst>
          </p:cNvPr>
          <p:cNvSpPr>
            <a:spLocks xmlns:a="http://schemas.openxmlformats.org/drawingml/2006/main" noGrp="1"/>
          </p:cNvSpPr>
          <p:nvPr/>
        </p:nvSpPr>
        <p:spPr>
          <a:xfrm xmlns:a="http://schemas.openxmlformats.org/drawingml/2006/main">
            <a:off x="18013775" y="5732145"/>
            <a:ext cx="92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28664F"/>
                </a:solidFill>
                <a:latin typeface="Arial"/>
                <a:ea typeface="Arial"/>
                <a:cs typeface="Arial"/>
              </a:defRPr>
            </a:pPr>
            <a:r>
              <a:rPr sz="1500" b="0">
                <a:solidFill>
                  <a:srgbClr val="28664F"/>
                </a:solidFill>
                <a:latin typeface="Arial"/>
                <a:ea typeface="Arial"/>
                <a:cs typeface="Arial"/>
              </a:rPr>
              <a:t>Complete</a:t>
            </a:r>
          </a:p>
        </p:txBody>
      </p:sp>
      <p:sp>
        <p:nvSpPr>
          <p:cNvPr id="152" name="Online module 152">
            <a:extLst xmlns:a="http://schemas.openxmlformats.org/drawingml/2006/main">
              <a:ext uri="{FF2B5EF4-FFF2-40B4-BE49-F238E27FC236}">
                <a16:creationId xmlns:a16="http://schemas.microsoft.com/office/drawing/2014/main" id="{FDF61077-C0FE-489A-96B9-23A557A93314}"/>
              </a:ext>
            </a:extLst>
          </p:cNvPr>
          <p:cNvSpPr>
            <a:spLocks xmlns:a="http://schemas.openxmlformats.org/drawingml/2006/main" noGrp="1"/>
          </p:cNvSpPr>
          <p:nvPr/>
        </p:nvSpPr>
        <p:spPr>
          <a:xfrm xmlns:a="http://schemas.openxmlformats.org/drawingml/2006/main">
            <a:off x="7048500" y="11049000"/>
            <a:ext cx="5048250" cy="1095375"/>
          </a:xfrm>
          <a:prstGeom xmlns:a="http://schemas.openxmlformats.org/drawingml/2006/main" prst="roundRect">
            <a:avLst>
              <a:gd name="adj" fmla="val 5217"/>
            </a:avLst>
          </a:prstGeom>
          <a:solidFill xmlns:a="http://schemas.openxmlformats.org/drawingml/2006/main">
            <a:srgbClr val="E6F4EE"/>
          </a:solidFill>
          <a:ln xmlns:a="http://schemas.openxmlformats.org/drawingml/2006/main" w="20955">
            <a:solidFill>
              <a:srgbClr val="4D8F78"/>
            </a:solidFill>
            <a:prstDash val="solid"/>
          </a:ln>
        </p:spPr>
      </p:sp>
      <p:sp>
        <p:nvSpPr>
          <p:cNvPr id="153" name="Online module 153">
            <a:extLst xmlns:a="http://schemas.openxmlformats.org/drawingml/2006/main">
              <a:ext uri="{FF2B5EF4-FFF2-40B4-BE49-F238E27FC236}">
                <a16:creationId xmlns:a16="http://schemas.microsoft.com/office/drawing/2014/main" id="{D6C8F074-30F9-4EB4-8078-BBF1DEF3BE41}"/>
              </a:ext>
            </a:extLst>
          </p:cNvPr>
          <p:cNvSpPr>
            <a:spLocks xmlns:a="http://schemas.openxmlformats.org/drawingml/2006/main" noGrp="1"/>
          </p:cNvSpPr>
          <p:nvPr/>
        </p:nvSpPr>
        <p:spPr>
          <a:xfrm xmlns:a="http://schemas.openxmlformats.org/drawingml/2006/main">
            <a:off x="7311390" y="11338560"/>
            <a:ext cx="91440" cy="266700"/>
          </a:xfrm>
          <a:prstGeom xmlns:a="http://schemas.openxmlformats.org/drawingml/2006/main" prst="roundRect">
            <a:avLst>
              <a:gd name="adj" fmla="val 16667"/>
            </a:avLst>
          </a:prstGeom>
          <a:noFill xmlns:a="http://schemas.openxmlformats.org/drawingml/2006/main"/>
          <a:ln xmlns:a="http://schemas.openxmlformats.org/drawingml/2006/main" w="18288">
            <a:solidFill>
              <a:srgbClr val="28664F"/>
            </a:solidFill>
            <a:prstDash val="solid"/>
          </a:ln>
        </p:spPr>
      </p:sp>
      <p:sp>
        <p:nvSpPr>
          <p:cNvPr id="154" name="Online module 154">
            <a:extLst xmlns:a="http://schemas.openxmlformats.org/drawingml/2006/main">
              <a:ext uri="{FF2B5EF4-FFF2-40B4-BE49-F238E27FC236}">
                <a16:creationId xmlns:a16="http://schemas.microsoft.com/office/drawing/2014/main" id="{B8A02194-DEF0-4EDF-BC15-E466B4D31136}"/>
              </a:ext>
            </a:extLst>
          </p:cNvPr>
          <p:cNvSpPr>
            <a:spLocks xmlns:a="http://schemas.openxmlformats.org/drawingml/2006/main" noGrp="1"/>
          </p:cNvSpPr>
          <p:nvPr/>
        </p:nvSpPr>
        <p:spPr>
          <a:xfrm xmlns:a="http://schemas.openxmlformats.org/drawingml/2006/main">
            <a:off x="7433310" y="11338560"/>
            <a:ext cx="91440" cy="266700"/>
          </a:xfrm>
          <a:prstGeom xmlns:a="http://schemas.openxmlformats.org/drawingml/2006/main" prst="roundRect">
            <a:avLst>
              <a:gd name="adj" fmla="val 16667"/>
            </a:avLst>
          </a:prstGeom>
          <a:noFill xmlns:a="http://schemas.openxmlformats.org/drawingml/2006/main"/>
          <a:ln xmlns:a="http://schemas.openxmlformats.org/drawingml/2006/main" w="18288">
            <a:solidFill>
              <a:srgbClr val="28664F"/>
            </a:solidFill>
            <a:prstDash val="solid"/>
          </a:ln>
        </p:spPr>
      </p:sp>
      <p:sp>
        <p:nvSpPr>
          <p:cNvPr id="155" name="Online line 155">
            <a:extLst xmlns:a="http://schemas.openxmlformats.org/drawingml/2006/main">
              <a:ext uri="{FF2B5EF4-FFF2-40B4-BE49-F238E27FC236}">
                <a16:creationId xmlns:a16="http://schemas.microsoft.com/office/drawing/2014/main" id="{C40974D0-1B40-457E-B728-5D3D88569B38}"/>
              </a:ext>
            </a:extLst>
          </p:cNvPr>
          <p:cNvSpPr>
            <a:spLocks xmlns:a="http://schemas.openxmlformats.org/drawingml/2006/main" noGrp="1"/>
          </p:cNvSpPr>
          <p:nvPr/>
        </p:nvSpPr>
        <p:spPr>
          <a:xfrm xmlns:a="http://schemas.openxmlformats.org/drawingml/2006/main">
            <a:off x="7562850" y="11338560"/>
            <a:ext cx="144780" cy="274320"/>
          </a:xfrm>
          <a:custGeom xmlns:a="http://schemas.openxmlformats.org/drawingml/2006/main">
            <a:pathLst>
              <a:path w="144780" h="274320">
                <a:moveTo>
                  <a:pt x="0" y="22860"/>
                </a:moveTo>
                <a:lnTo>
                  <a:pt x="76200" y="0"/>
                </a:lnTo>
                <a:lnTo>
                  <a:pt x="144780" y="251460"/>
                </a:lnTo>
                <a:lnTo>
                  <a:pt x="68580" y="274320"/>
                </a:lnTo>
                <a:lnTo>
                  <a:pt x="0" y="22860"/>
                </a:lnTo>
              </a:path>
            </a:pathLst>
          </a:custGeom>
          <a:noFill xmlns:a="http://schemas.openxmlformats.org/drawingml/2006/main"/>
          <a:ln xmlns:a="http://schemas.openxmlformats.org/drawingml/2006/main" w="19050">
            <a:solidFill>
              <a:srgbClr val="28664F"/>
            </a:solidFill>
            <a:prstDash val="solid"/>
          </a:ln>
        </p:spPr>
      </p:sp>
      <p:sp>
        <p:nvSpPr>
          <p:cNvPr id="156" name="Online line 156">
            <a:extLst xmlns:a="http://schemas.openxmlformats.org/drawingml/2006/main">
              <a:ext uri="{FF2B5EF4-FFF2-40B4-BE49-F238E27FC236}">
                <a16:creationId xmlns:a16="http://schemas.microsoft.com/office/drawing/2014/main" id="{D6B5D15C-6EDE-4CE4-94D2-0DC9D733C478}"/>
              </a:ext>
            </a:extLst>
          </p:cNvPr>
          <p:cNvSpPr>
            <a:spLocks xmlns:a="http://schemas.openxmlformats.org/drawingml/2006/main" noGrp="1"/>
          </p:cNvSpPr>
          <p:nvPr/>
        </p:nvSpPr>
        <p:spPr>
          <a:xfrm xmlns:a="http://schemas.openxmlformats.org/drawingml/2006/main">
            <a:off x="7334250" y="11536680"/>
            <a:ext cx="45720" cy="9525"/>
          </a:xfrm>
          <a:custGeom xmlns:a="http://schemas.openxmlformats.org/drawingml/2006/main">
            <a:pathLst>
              <a:path w="45720" h="9525">
                <a:moveTo>
                  <a:pt x="0" y="0"/>
                </a:moveTo>
                <a:lnTo>
                  <a:pt x="45720" y="0"/>
                </a:lnTo>
              </a:path>
            </a:pathLst>
          </a:custGeom>
          <a:noFill xmlns:a="http://schemas.openxmlformats.org/drawingml/2006/main"/>
          <a:ln xmlns:a="http://schemas.openxmlformats.org/drawingml/2006/main" w="19050">
            <a:solidFill>
              <a:srgbClr val="28664F"/>
            </a:solidFill>
            <a:prstDash val="solid"/>
          </a:ln>
        </p:spPr>
      </p:sp>
      <p:sp>
        <p:nvSpPr>
          <p:cNvPr id="157" name="Online line 157">
            <a:extLst xmlns:a="http://schemas.openxmlformats.org/drawingml/2006/main">
              <a:ext uri="{FF2B5EF4-FFF2-40B4-BE49-F238E27FC236}">
                <a16:creationId xmlns:a16="http://schemas.microsoft.com/office/drawing/2014/main" id="{09479470-851C-4EBC-83CF-4F457F077DFA}"/>
              </a:ext>
            </a:extLst>
          </p:cNvPr>
          <p:cNvSpPr>
            <a:spLocks xmlns:a="http://schemas.openxmlformats.org/drawingml/2006/main" noGrp="1"/>
          </p:cNvSpPr>
          <p:nvPr/>
        </p:nvSpPr>
        <p:spPr>
          <a:xfrm xmlns:a="http://schemas.openxmlformats.org/drawingml/2006/main">
            <a:off x="7456170" y="11536680"/>
            <a:ext cx="45720" cy="9525"/>
          </a:xfrm>
          <a:custGeom xmlns:a="http://schemas.openxmlformats.org/drawingml/2006/main">
            <a:pathLst>
              <a:path w="45720" h="9525">
                <a:moveTo>
                  <a:pt x="0" y="0"/>
                </a:moveTo>
                <a:lnTo>
                  <a:pt x="45720" y="0"/>
                </a:lnTo>
              </a:path>
            </a:pathLst>
          </a:custGeom>
          <a:noFill xmlns:a="http://schemas.openxmlformats.org/drawingml/2006/main"/>
          <a:ln xmlns:a="http://schemas.openxmlformats.org/drawingml/2006/main" w="19050">
            <a:solidFill>
              <a:srgbClr val="28664F"/>
            </a:solidFill>
            <a:prstDash val="solid"/>
          </a:ln>
        </p:spPr>
      </p:sp>
      <p:sp>
        <p:nvSpPr>
          <p:cNvPr id="158" name="Online text 158: Tool libraries">
            <a:extLst xmlns:a="http://schemas.openxmlformats.org/drawingml/2006/main">
              <a:ext uri="{FF2B5EF4-FFF2-40B4-BE49-F238E27FC236}">
                <a16:creationId xmlns:a16="http://schemas.microsoft.com/office/drawing/2014/main" id="{D67A4547-541D-4EB7-955E-B788B0DBD5E8}"/>
              </a:ext>
            </a:extLst>
          </p:cNvPr>
          <p:cNvSpPr>
            <a:spLocks xmlns:a="http://schemas.openxmlformats.org/drawingml/2006/main" noGrp="1"/>
          </p:cNvSpPr>
          <p:nvPr/>
        </p:nvSpPr>
        <p:spPr>
          <a:xfrm xmlns:a="http://schemas.openxmlformats.org/drawingml/2006/main">
            <a:off x="7934325" y="11187303"/>
            <a:ext cx="176784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28664F"/>
                </a:solidFill>
                <a:latin typeface="Arial"/>
                <a:ea typeface="Arial"/>
                <a:cs typeface="Arial"/>
              </a:defRPr>
            </a:pPr>
            <a:r>
              <a:rPr sz="2100" b="1">
                <a:solidFill>
                  <a:srgbClr val="28664F"/>
                </a:solidFill>
                <a:latin typeface="Arial"/>
                <a:ea typeface="Arial"/>
                <a:cs typeface="Arial"/>
              </a:rPr>
              <a:t>Tool libraries</a:t>
            </a:r>
          </a:p>
        </p:txBody>
      </p:sp>
      <p:sp>
        <p:nvSpPr>
          <p:cNvPr id="159" name="Online text 159: Cell lookup, coverage, OSM, KPI">
            <a:extLst xmlns:a="http://schemas.openxmlformats.org/drawingml/2006/main">
              <a:ext uri="{FF2B5EF4-FFF2-40B4-BE49-F238E27FC236}">
                <a16:creationId xmlns:a16="http://schemas.microsoft.com/office/drawing/2014/main" id="{F48783CB-3862-44A2-A637-7C3BE8A0EAC5}"/>
              </a:ext>
            </a:extLst>
          </p:cNvPr>
          <p:cNvSpPr>
            <a:spLocks xmlns:a="http://schemas.openxmlformats.org/drawingml/2006/main" noGrp="1"/>
          </p:cNvSpPr>
          <p:nvPr/>
        </p:nvSpPr>
        <p:spPr>
          <a:xfrm xmlns:a="http://schemas.openxmlformats.org/drawingml/2006/main">
            <a:off x="7934325" y="11533727"/>
            <a:ext cx="3018063"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28664F"/>
                </a:solidFill>
                <a:latin typeface="Arial"/>
                <a:ea typeface="Arial"/>
                <a:cs typeface="Arial"/>
              </a:defRPr>
            </a:pPr>
            <a:r>
              <a:rPr sz="1575" b="0">
                <a:solidFill>
                  <a:srgbClr val="28664F"/>
                </a:solidFill>
                <a:latin typeface="Arial"/>
                <a:ea typeface="Arial"/>
                <a:cs typeface="Arial"/>
              </a:rPr>
              <a:t>Cell lookup, coverage, OSM, KPI</a:t>
            </a:r>
          </a:p>
        </p:txBody>
      </p:sp>
      <p:sp>
        <p:nvSpPr>
          <p:cNvPr id="160" name="Online text 160: Backup / load estimation, maps">
            <a:extLst xmlns:a="http://schemas.openxmlformats.org/drawingml/2006/main">
              <a:ext uri="{FF2B5EF4-FFF2-40B4-BE49-F238E27FC236}">
                <a16:creationId xmlns:a16="http://schemas.microsoft.com/office/drawing/2014/main" id="{EF648221-D47B-42FA-AC5B-0C3F6FABC3F4}"/>
              </a:ext>
            </a:extLst>
          </p:cNvPr>
          <p:cNvSpPr>
            <a:spLocks xmlns:a="http://schemas.openxmlformats.org/drawingml/2006/main" noGrp="1"/>
          </p:cNvSpPr>
          <p:nvPr/>
        </p:nvSpPr>
        <p:spPr>
          <a:xfrm xmlns:a="http://schemas.openxmlformats.org/drawingml/2006/main">
            <a:off x="7934325" y="11781377"/>
            <a:ext cx="2889647"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28664F"/>
                </a:solidFill>
                <a:latin typeface="Arial"/>
                <a:ea typeface="Arial"/>
                <a:cs typeface="Arial"/>
              </a:defRPr>
            </a:pPr>
            <a:r>
              <a:rPr sz="1575" b="0">
                <a:solidFill>
                  <a:srgbClr val="28664F"/>
                </a:solidFill>
                <a:latin typeface="Arial"/>
                <a:ea typeface="Arial"/>
                <a:cs typeface="Arial"/>
              </a:rPr>
              <a:t>Backup / load estimation, maps</a:t>
            </a:r>
          </a:p>
        </p:txBody>
      </p:sp>
      <p:sp>
        <p:nvSpPr>
          <p:cNvPr id="161" name="Online module 161">
            <a:extLst xmlns:a="http://schemas.openxmlformats.org/drawingml/2006/main">
              <a:ext uri="{FF2B5EF4-FFF2-40B4-BE49-F238E27FC236}">
                <a16:creationId xmlns:a16="http://schemas.microsoft.com/office/drawing/2014/main" id="{C8F075FF-DEB2-42CF-9188-FAFDBA42B946}"/>
              </a:ext>
            </a:extLst>
          </p:cNvPr>
          <p:cNvSpPr>
            <a:spLocks xmlns:a="http://schemas.openxmlformats.org/drawingml/2006/main" noGrp="1"/>
          </p:cNvSpPr>
          <p:nvPr/>
        </p:nvSpPr>
        <p:spPr>
          <a:xfrm xmlns:a="http://schemas.openxmlformats.org/drawingml/2006/main">
            <a:off x="14668500" y="11049000"/>
            <a:ext cx="4857750" cy="1095375"/>
          </a:xfrm>
          <a:prstGeom xmlns:a="http://schemas.openxmlformats.org/drawingml/2006/main" prst="roundRect">
            <a:avLst>
              <a:gd name="adj" fmla="val 5217"/>
            </a:avLst>
          </a:prstGeom>
          <a:solidFill xmlns:a="http://schemas.openxmlformats.org/drawingml/2006/main">
            <a:srgbClr val="F3F5F7"/>
          </a:solidFill>
          <a:ln xmlns:a="http://schemas.openxmlformats.org/drawingml/2006/main" w="20955">
            <a:solidFill>
              <a:srgbClr val="C7D3DF"/>
            </a:solidFill>
            <a:prstDash val="solid"/>
          </a:ln>
        </p:spPr>
      </p:sp>
      <p:sp>
        <p:nvSpPr>
          <p:cNvPr id="162" name="Online line 162">
            <a:extLst xmlns:a="http://schemas.openxmlformats.org/drawingml/2006/main">
              <a:ext uri="{FF2B5EF4-FFF2-40B4-BE49-F238E27FC236}">
                <a16:creationId xmlns:a16="http://schemas.microsoft.com/office/drawing/2014/main" id="{7EAF8C9F-3013-4364-95FB-FC2259B6BB99}"/>
              </a:ext>
            </a:extLst>
          </p:cNvPr>
          <p:cNvSpPr>
            <a:spLocks xmlns:a="http://schemas.openxmlformats.org/drawingml/2006/main" noGrp="1"/>
          </p:cNvSpPr>
          <p:nvPr/>
        </p:nvSpPr>
        <p:spPr>
          <a:xfrm xmlns:a="http://schemas.openxmlformats.org/drawingml/2006/main">
            <a:off x="14938058" y="11307604"/>
            <a:ext cx="356235" cy="113347"/>
          </a:xfrm>
          <a:custGeom xmlns:a="http://schemas.openxmlformats.org/drawingml/2006/main">
            <a:pathLst>
              <a:path w="356235" h="113347">
                <a:moveTo>
                  <a:pt x="0" y="56674"/>
                </a:moveTo>
                <a:lnTo>
                  <a:pt x="3422" y="67730"/>
                </a:lnTo>
                <a:lnTo>
                  <a:pt x="13558" y="78362"/>
                </a:lnTo>
                <a:lnTo>
                  <a:pt x="30018" y="88160"/>
                </a:lnTo>
                <a:lnTo>
                  <a:pt x="52169" y="96748"/>
                </a:lnTo>
                <a:lnTo>
                  <a:pt x="79161" y="103796"/>
                </a:lnTo>
                <a:lnTo>
                  <a:pt x="109955" y="109033"/>
                </a:lnTo>
                <a:lnTo>
                  <a:pt x="143368" y="112259"/>
                </a:lnTo>
                <a:lnTo>
                  <a:pt x="178118" y="113347"/>
                </a:lnTo>
                <a:lnTo>
                  <a:pt x="212867" y="112259"/>
                </a:lnTo>
                <a:lnTo>
                  <a:pt x="246280" y="109033"/>
                </a:lnTo>
                <a:lnTo>
                  <a:pt x="277074" y="103796"/>
                </a:lnTo>
                <a:lnTo>
                  <a:pt x="304066" y="96748"/>
                </a:lnTo>
                <a:lnTo>
                  <a:pt x="326217" y="88160"/>
                </a:lnTo>
                <a:lnTo>
                  <a:pt x="342677" y="78362"/>
                </a:lnTo>
                <a:lnTo>
                  <a:pt x="352813" y="67730"/>
                </a:lnTo>
                <a:lnTo>
                  <a:pt x="356235" y="56674"/>
                </a:lnTo>
                <a:lnTo>
                  <a:pt x="352813" y="45617"/>
                </a:lnTo>
                <a:lnTo>
                  <a:pt x="342677" y="34986"/>
                </a:lnTo>
                <a:lnTo>
                  <a:pt x="326217" y="25188"/>
                </a:lnTo>
                <a:lnTo>
                  <a:pt x="304066" y="16599"/>
                </a:lnTo>
                <a:lnTo>
                  <a:pt x="277074" y="9551"/>
                </a:lnTo>
                <a:lnTo>
                  <a:pt x="246280" y="4314"/>
                </a:lnTo>
                <a:lnTo>
                  <a:pt x="212867" y="1089"/>
                </a:lnTo>
                <a:lnTo>
                  <a:pt x="178118" y="0"/>
                </a:lnTo>
                <a:lnTo>
                  <a:pt x="143368" y="1089"/>
                </a:lnTo>
                <a:lnTo>
                  <a:pt x="109955" y="4314"/>
                </a:lnTo>
                <a:lnTo>
                  <a:pt x="79161" y="9551"/>
                </a:lnTo>
                <a:lnTo>
                  <a:pt x="52169" y="16599"/>
                </a:lnTo>
                <a:lnTo>
                  <a:pt x="30018" y="25188"/>
                </a:lnTo>
                <a:lnTo>
                  <a:pt x="13558" y="34986"/>
                </a:lnTo>
                <a:lnTo>
                  <a:pt x="3422" y="45617"/>
                </a:lnTo>
                <a:lnTo>
                  <a:pt x="0" y="56674"/>
                </a:lnTo>
              </a:path>
            </a:pathLst>
          </a:custGeom>
          <a:noFill xmlns:a="http://schemas.openxmlformats.org/drawingml/2006/main"/>
          <a:ln xmlns:a="http://schemas.openxmlformats.org/drawingml/2006/main" w="20241">
            <a:solidFill>
              <a:srgbClr val="465E76"/>
            </a:solidFill>
            <a:prstDash val="solid"/>
          </a:ln>
        </p:spPr>
      </p:sp>
      <p:sp>
        <p:nvSpPr>
          <p:cNvPr id="163" name="Online line 163">
            <a:extLst xmlns:a="http://schemas.openxmlformats.org/drawingml/2006/main">
              <a:ext uri="{FF2B5EF4-FFF2-40B4-BE49-F238E27FC236}">
                <a16:creationId xmlns:a16="http://schemas.microsoft.com/office/drawing/2014/main" id="{957DBB04-A879-4377-9B12-84E7DFF39A67}"/>
              </a:ext>
            </a:extLst>
          </p:cNvPr>
          <p:cNvSpPr>
            <a:spLocks xmlns:a="http://schemas.openxmlformats.org/drawingml/2006/main" noGrp="1"/>
          </p:cNvSpPr>
          <p:nvPr/>
        </p:nvSpPr>
        <p:spPr>
          <a:xfrm xmlns:a="http://schemas.openxmlformats.org/drawingml/2006/main">
            <a:off x="14938058" y="11364278"/>
            <a:ext cx="9525" cy="242888"/>
          </a:xfrm>
          <a:custGeom xmlns:a="http://schemas.openxmlformats.org/drawingml/2006/main">
            <a:pathLst>
              <a:path w="9525" h="242888">
                <a:moveTo>
                  <a:pt x="0" y="0"/>
                </a:moveTo>
                <a:lnTo>
                  <a:pt x="0" y="242888"/>
                </a:lnTo>
              </a:path>
            </a:pathLst>
          </a:custGeom>
          <a:noFill xmlns:a="http://schemas.openxmlformats.org/drawingml/2006/main"/>
          <a:ln xmlns:a="http://schemas.openxmlformats.org/drawingml/2006/main" w="20241">
            <a:solidFill>
              <a:srgbClr val="465E76"/>
            </a:solidFill>
            <a:prstDash val="solid"/>
          </a:ln>
        </p:spPr>
      </p:sp>
      <p:sp>
        <p:nvSpPr>
          <p:cNvPr id="164" name="Online line 164">
            <a:extLst xmlns:a="http://schemas.openxmlformats.org/drawingml/2006/main">
              <a:ext uri="{FF2B5EF4-FFF2-40B4-BE49-F238E27FC236}">
                <a16:creationId xmlns:a16="http://schemas.microsoft.com/office/drawing/2014/main" id="{9D8D9356-51A4-4682-964A-D4CE79A73CA7}"/>
              </a:ext>
            </a:extLst>
          </p:cNvPr>
          <p:cNvSpPr>
            <a:spLocks xmlns:a="http://schemas.openxmlformats.org/drawingml/2006/main" noGrp="1"/>
          </p:cNvSpPr>
          <p:nvPr/>
        </p:nvSpPr>
        <p:spPr>
          <a:xfrm xmlns:a="http://schemas.openxmlformats.org/drawingml/2006/main">
            <a:off x="15294293" y="11364278"/>
            <a:ext cx="9525" cy="242888"/>
          </a:xfrm>
          <a:custGeom xmlns:a="http://schemas.openxmlformats.org/drawingml/2006/main">
            <a:pathLst>
              <a:path w="9525" h="242888">
                <a:moveTo>
                  <a:pt x="0" y="0"/>
                </a:moveTo>
                <a:lnTo>
                  <a:pt x="0" y="242888"/>
                </a:lnTo>
              </a:path>
            </a:pathLst>
          </a:custGeom>
          <a:noFill xmlns:a="http://schemas.openxmlformats.org/drawingml/2006/main"/>
          <a:ln xmlns:a="http://schemas.openxmlformats.org/drawingml/2006/main" w="20241">
            <a:solidFill>
              <a:srgbClr val="465E76"/>
            </a:solidFill>
            <a:prstDash val="solid"/>
          </a:ln>
        </p:spPr>
      </p:sp>
      <p:sp>
        <p:nvSpPr>
          <p:cNvPr id="165" name="Online line 165">
            <a:extLst xmlns:a="http://schemas.openxmlformats.org/drawingml/2006/main">
              <a:ext uri="{FF2B5EF4-FFF2-40B4-BE49-F238E27FC236}">
                <a16:creationId xmlns:a16="http://schemas.microsoft.com/office/drawing/2014/main" id="{9B2C94C5-4693-41A0-8EBD-F55F40E333B6}"/>
              </a:ext>
            </a:extLst>
          </p:cNvPr>
          <p:cNvSpPr>
            <a:spLocks xmlns:a="http://schemas.openxmlformats.org/drawingml/2006/main" noGrp="1"/>
          </p:cNvSpPr>
          <p:nvPr/>
        </p:nvSpPr>
        <p:spPr>
          <a:xfrm xmlns:a="http://schemas.openxmlformats.org/drawingml/2006/main">
            <a:off x="14938058" y="11607165"/>
            <a:ext cx="356235" cy="56674"/>
          </a:xfrm>
          <a:custGeom xmlns:a="http://schemas.openxmlformats.org/drawingml/2006/main">
            <a:pathLst>
              <a:path w="356235" h="56674">
                <a:moveTo>
                  <a:pt x="0" y="0"/>
                </a:moveTo>
                <a:lnTo>
                  <a:pt x="3422" y="11057"/>
                </a:lnTo>
                <a:lnTo>
                  <a:pt x="13558" y="21688"/>
                </a:lnTo>
                <a:lnTo>
                  <a:pt x="30018" y="31486"/>
                </a:lnTo>
                <a:lnTo>
                  <a:pt x="52169" y="40074"/>
                </a:lnTo>
                <a:lnTo>
                  <a:pt x="79161" y="47123"/>
                </a:lnTo>
                <a:lnTo>
                  <a:pt x="109955" y="52360"/>
                </a:lnTo>
                <a:lnTo>
                  <a:pt x="143368" y="55585"/>
                </a:lnTo>
                <a:lnTo>
                  <a:pt x="178118" y="56674"/>
                </a:lnTo>
                <a:lnTo>
                  <a:pt x="212867" y="55585"/>
                </a:lnTo>
                <a:lnTo>
                  <a:pt x="246280" y="52360"/>
                </a:lnTo>
                <a:lnTo>
                  <a:pt x="277074" y="47123"/>
                </a:lnTo>
                <a:lnTo>
                  <a:pt x="304066" y="40074"/>
                </a:lnTo>
                <a:lnTo>
                  <a:pt x="326217" y="31486"/>
                </a:lnTo>
                <a:lnTo>
                  <a:pt x="342677" y="21688"/>
                </a:lnTo>
                <a:lnTo>
                  <a:pt x="352813" y="11057"/>
                </a:lnTo>
                <a:lnTo>
                  <a:pt x="356235" y="0"/>
                </a:lnTo>
              </a:path>
            </a:pathLst>
          </a:custGeom>
          <a:noFill xmlns:a="http://schemas.openxmlformats.org/drawingml/2006/main"/>
          <a:ln xmlns:a="http://schemas.openxmlformats.org/drawingml/2006/main" w="20241">
            <a:solidFill>
              <a:srgbClr val="465E76"/>
            </a:solidFill>
            <a:prstDash val="solid"/>
          </a:ln>
        </p:spPr>
      </p:sp>
      <p:sp>
        <p:nvSpPr>
          <p:cNvPr id="166" name="Online line 166">
            <a:extLst xmlns:a="http://schemas.openxmlformats.org/drawingml/2006/main">
              <a:ext uri="{FF2B5EF4-FFF2-40B4-BE49-F238E27FC236}">
                <a16:creationId xmlns:a16="http://schemas.microsoft.com/office/drawing/2014/main" id="{2D14A92B-204E-4926-9D0C-F53942909900}"/>
              </a:ext>
            </a:extLst>
          </p:cNvPr>
          <p:cNvSpPr>
            <a:spLocks xmlns:a="http://schemas.openxmlformats.org/drawingml/2006/main" noGrp="1"/>
          </p:cNvSpPr>
          <p:nvPr/>
        </p:nvSpPr>
        <p:spPr>
          <a:xfrm xmlns:a="http://schemas.openxmlformats.org/drawingml/2006/main">
            <a:off x="14938058" y="11485721"/>
            <a:ext cx="356235" cy="56674"/>
          </a:xfrm>
          <a:custGeom xmlns:a="http://schemas.openxmlformats.org/drawingml/2006/main">
            <a:pathLst>
              <a:path w="356235" h="56674">
                <a:moveTo>
                  <a:pt x="0" y="0"/>
                </a:moveTo>
                <a:lnTo>
                  <a:pt x="3422" y="11057"/>
                </a:lnTo>
                <a:lnTo>
                  <a:pt x="13558" y="21688"/>
                </a:lnTo>
                <a:lnTo>
                  <a:pt x="30018" y="31486"/>
                </a:lnTo>
                <a:lnTo>
                  <a:pt x="52169" y="40074"/>
                </a:lnTo>
                <a:lnTo>
                  <a:pt x="79161" y="47123"/>
                </a:lnTo>
                <a:lnTo>
                  <a:pt x="109955" y="52360"/>
                </a:lnTo>
                <a:lnTo>
                  <a:pt x="143368" y="55585"/>
                </a:lnTo>
                <a:lnTo>
                  <a:pt x="178118" y="56674"/>
                </a:lnTo>
                <a:lnTo>
                  <a:pt x="212867" y="55585"/>
                </a:lnTo>
                <a:lnTo>
                  <a:pt x="246280" y="52360"/>
                </a:lnTo>
                <a:lnTo>
                  <a:pt x="277074" y="47123"/>
                </a:lnTo>
                <a:lnTo>
                  <a:pt x="304066" y="40074"/>
                </a:lnTo>
                <a:lnTo>
                  <a:pt x="326217" y="31486"/>
                </a:lnTo>
                <a:lnTo>
                  <a:pt x="342677" y="21688"/>
                </a:lnTo>
                <a:lnTo>
                  <a:pt x="352813" y="11057"/>
                </a:lnTo>
                <a:lnTo>
                  <a:pt x="356235" y="0"/>
                </a:lnTo>
              </a:path>
            </a:pathLst>
          </a:custGeom>
          <a:noFill xmlns:a="http://schemas.openxmlformats.org/drawingml/2006/main"/>
          <a:ln xmlns:a="http://schemas.openxmlformats.org/drawingml/2006/main" w="20241">
            <a:solidFill>
              <a:srgbClr val="465E76"/>
            </a:solidFill>
            <a:prstDash val="solid"/>
          </a:ln>
        </p:spPr>
      </p:sp>
      <p:sp>
        <p:nvSpPr>
          <p:cNvPr id="167" name="Online text 167: Data sources">
            <a:extLst xmlns:a="http://schemas.openxmlformats.org/drawingml/2006/main">
              <a:ext uri="{FF2B5EF4-FFF2-40B4-BE49-F238E27FC236}">
                <a16:creationId xmlns:a16="http://schemas.microsoft.com/office/drawing/2014/main" id="{7A50CE6F-2E5B-4206-A777-EEAFD54DEA7E}"/>
              </a:ext>
            </a:extLst>
          </p:cNvPr>
          <p:cNvSpPr>
            <a:spLocks xmlns:a="http://schemas.openxmlformats.org/drawingml/2006/main" noGrp="1"/>
          </p:cNvSpPr>
          <p:nvPr/>
        </p:nvSpPr>
        <p:spPr>
          <a:xfrm xmlns:a="http://schemas.openxmlformats.org/drawingml/2006/main">
            <a:off x="15563850" y="11187303"/>
            <a:ext cx="1783842"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213247"/>
                </a:solidFill>
                <a:latin typeface="Arial"/>
                <a:ea typeface="Arial"/>
                <a:cs typeface="Arial"/>
              </a:defRPr>
            </a:pPr>
            <a:r>
              <a:rPr sz="2100" b="1">
                <a:solidFill>
                  <a:srgbClr val="213247"/>
                </a:solidFill>
                <a:latin typeface="Arial"/>
                <a:ea typeface="Arial"/>
                <a:cs typeface="Arial"/>
              </a:rPr>
              <a:t>Data sources</a:t>
            </a:r>
          </a:p>
        </p:txBody>
      </p:sp>
      <p:sp>
        <p:nvSpPr>
          <p:cNvPr id="168" name="Online text 168: Cell, coverage and KPI records">
            <a:extLst xmlns:a="http://schemas.openxmlformats.org/drawingml/2006/main">
              <a:ext uri="{FF2B5EF4-FFF2-40B4-BE49-F238E27FC236}">
                <a16:creationId xmlns:a16="http://schemas.microsoft.com/office/drawing/2014/main" id="{4E360C57-06F9-4B42-9A2D-87419EC78004}"/>
              </a:ext>
            </a:extLst>
          </p:cNvPr>
          <p:cNvSpPr>
            <a:spLocks xmlns:a="http://schemas.openxmlformats.org/drawingml/2006/main" noGrp="1"/>
          </p:cNvSpPr>
          <p:nvPr/>
        </p:nvSpPr>
        <p:spPr>
          <a:xfrm xmlns:a="http://schemas.openxmlformats.org/drawingml/2006/main">
            <a:off x="15563850" y="11543252"/>
            <a:ext cx="2872445"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9697A"/>
                </a:solidFill>
                <a:latin typeface="Arial"/>
                <a:ea typeface="Arial"/>
                <a:cs typeface="Arial"/>
              </a:defRPr>
            </a:pPr>
            <a:r>
              <a:rPr sz="1575" b="0">
                <a:solidFill>
                  <a:srgbClr val="59697A"/>
                </a:solidFill>
                <a:latin typeface="Arial"/>
                <a:ea typeface="Arial"/>
                <a:cs typeface="Arial"/>
              </a:rPr>
              <a:t>Cell, coverage and KPI records</a:t>
            </a:r>
          </a:p>
        </p:txBody>
      </p:sp>
      <p:sp>
        <p:nvSpPr>
          <p:cNvPr id="169" name="Online text 169: OSM geometry">
            <a:extLst xmlns:a="http://schemas.openxmlformats.org/drawingml/2006/main">
              <a:ext uri="{FF2B5EF4-FFF2-40B4-BE49-F238E27FC236}">
                <a16:creationId xmlns:a16="http://schemas.microsoft.com/office/drawing/2014/main" id="{A1FB675F-5E17-4FC1-8555-EEA8F0648AB1}"/>
              </a:ext>
            </a:extLst>
          </p:cNvPr>
          <p:cNvSpPr>
            <a:spLocks xmlns:a="http://schemas.openxmlformats.org/drawingml/2006/main" noGrp="1"/>
          </p:cNvSpPr>
          <p:nvPr/>
        </p:nvSpPr>
        <p:spPr>
          <a:xfrm xmlns:a="http://schemas.openxmlformats.org/drawingml/2006/main">
            <a:off x="15563850" y="11790902"/>
            <a:ext cx="1465269"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9697A"/>
                </a:solidFill>
                <a:latin typeface="Arial"/>
                <a:ea typeface="Arial"/>
                <a:cs typeface="Arial"/>
              </a:defRPr>
            </a:pPr>
            <a:r>
              <a:rPr sz="1575" b="0">
                <a:solidFill>
                  <a:srgbClr val="59697A"/>
                </a:solidFill>
                <a:latin typeface="Arial"/>
                <a:ea typeface="Arial"/>
                <a:cs typeface="Arial"/>
              </a:rPr>
              <a:t>OSM geometry</a:t>
            </a:r>
          </a:p>
        </p:txBody>
      </p:sp>
      <p:sp>
        <p:nvSpPr>
          <p:cNvPr id="170" name="Online line 170">
            <a:extLst xmlns:a="http://schemas.openxmlformats.org/drawingml/2006/main">
              <a:ext uri="{FF2B5EF4-FFF2-40B4-BE49-F238E27FC236}">
                <a16:creationId xmlns:a16="http://schemas.microsoft.com/office/drawing/2014/main" id="{42B03314-EA52-46C9-900C-8BA46A049D57}"/>
              </a:ext>
            </a:extLst>
          </p:cNvPr>
          <p:cNvSpPr>
            <a:spLocks xmlns:a="http://schemas.openxmlformats.org/drawingml/2006/main" noGrp="1"/>
          </p:cNvSpPr>
          <p:nvPr/>
        </p:nvSpPr>
        <p:spPr>
          <a:xfrm xmlns:a="http://schemas.openxmlformats.org/drawingml/2006/main">
            <a:off x="8286750" y="9334500"/>
            <a:ext cx="9525" cy="1714500"/>
          </a:xfrm>
          <a:custGeom xmlns:a="http://schemas.openxmlformats.org/drawingml/2006/main">
            <a:pathLst>
              <a:path w="9525" h="1714500">
                <a:moveTo>
                  <a:pt x="0" y="0"/>
                </a:moveTo>
                <a:lnTo>
                  <a:pt x="0" y="1714500"/>
                </a:lnTo>
              </a:path>
            </a:pathLst>
          </a:custGeom>
          <a:noFill xmlns:a="http://schemas.openxmlformats.org/drawingml/2006/main"/>
          <a:ln xmlns:a="http://schemas.openxmlformats.org/drawingml/2006/main" w="26670">
            <a:solidFill>
              <a:srgbClr val="4D8F78"/>
            </a:solidFill>
            <a:prstDash val="solid"/>
          </a:ln>
        </p:spPr>
      </p:sp>
      <p:sp>
        <p:nvSpPr>
          <p:cNvPr id="171" name="Online polygon 171">
            <a:extLst xmlns:a="http://schemas.openxmlformats.org/drawingml/2006/main">
              <a:ext uri="{FF2B5EF4-FFF2-40B4-BE49-F238E27FC236}">
                <a16:creationId xmlns:a16="http://schemas.microsoft.com/office/drawing/2014/main" id="{FF8A9A21-92FB-4F4C-9526-AB2E0D237D65}"/>
              </a:ext>
            </a:extLst>
          </p:cNvPr>
          <p:cNvSpPr>
            <a:spLocks xmlns:a="http://schemas.openxmlformats.org/drawingml/2006/main" noGrp="1"/>
          </p:cNvSpPr>
          <p:nvPr/>
        </p:nvSpPr>
        <p:spPr>
          <a:xfrm xmlns:a="http://schemas.openxmlformats.org/drawingml/2006/main">
            <a:off x="8239125" y="10944225"/>
            <a:ext cx="95250" cy="104775"/>
          </a:xfrm>
          <a:custGeom xmlns:a="http://schemas.openxmlformats.org/drawingml/2006/main">
            <a:pathLst>
              <a:path w="95250" h="104775">
                <a:moveTo>
                  <a:pt x="47625" y="104775"/>
                </a:moveTo>
                <a:lnTo>
                  <a:pt x="95250" y="0"/>
                </a:lnTo>
                <a:lnTo>
                  <a:pt x="0" y="0"/>
                </a:lnTo>
                <a:close/>
              </a:path>
            </a:pathLst>
          </a:custGeom>
          <a:solidFill xmlns:a="http://schemas.openxmlformats.org/drawingml/2006/main">
            <a:srgbClr val="4D8F78"/>
          </a:solidFill>
          <a:ln xmlns:a="http://schemas.openxmlformats.org/drawingml/2006/main" w="0">
            <a:noFill/>
          </a:ln>
        </p:spPr>
      </p:sp>
      <p:sp>
        <p:nvSpPr>
          <p:cNvPr id="172" name="Online text 172: Call + args">
            <a:extLst xmlns:a="http://schemas.openxmlformats.org/drawingml/2006/main">
              <a:ext uri="{FF2B5EF4-FFF2-40B4-BE49-F238E27FC236}">
                <a16:creationId xmlns:a16="http://schemas.microsoft.com/office/drawing/2014/main" id="{B5EA7E40-F88C-41A3-9552-87B4B901DA4F}"/>
              </a:ext>
            </a:extLst>
          </p:cNvPr>
          <p:cNvSpPr>
            <a:spLocks xmlns:a="http://schemas.openxmlformats.org/drawingml/2006/main" noGrp="1"/>
          </p:cNvSpPr>
          <p:nvPr/>
        </p:nvSpPr>
        <p:spPr>
          <a:xfrm xmlns:a="http://schemas.openxmlformats.org/drawingml/2006/main">
            <a:off x="7066883" y="10408920"/>
            <a:ext cx="103003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28664F"/>
                </a:solidFill>
                <a:latin typeface="Arial"/>
                <a:ea typeface="Arial"/>
                <a:cs typeface="Arial"/>
              </a:defRPr>
            </a:pPr>
            <a:r>
              <a:rPr sz="1500" b="0">
                <a:solidFill>
                  <a:srgbClr val="28664F"/>
                </a:solidFill>
                <a:latin typeface="Arial"/>
                <a:ea typeface="Arial"/>
                <a:cs typeface="Arial"/>
              </a:rPr>
              <a:t>Call + args</a:t>
            </a:r>
          </a:p>
        </p:txBody>
      </p:sp>
      <p:sp>
        <p:nvSpPr>
          <p:cNvPr id="173" name="Online line 173">
            <a:extLst xmlns:a="http://schemas.openxmlformats.org/drawingml/2006/main">
              <a:ext uri="{FF2B5EF4-FFF2-40B4-BE49-F238E27FC236}">
                <a16:creationId xmlns:a16="http://schemas.microsoft.com/office/drawing/2014/main" id="{DE5F3341-072A-4063-B3DB-CD8334342ED5}"/>
              </a:ext>
            </a:extLst>
          </p:cNvPr>
          <p:cNvSpPr>
            <a:spLocks xmlns:a="http://schemas.openxmlformats.org/drawingml/2006/main" noGrp="1"/>
          </p:cNvSpPr>
          <p:nvPr/>
        </p:nvSpPr>
        <p:spPr>
          <a:xfrm xmlns:a="http://schemas.openxmlformats.org/drawingml/2006/main">
            <a:off x="9429750" y="9334500"/>
            <a:ext cx="9525" cy="1714500"/>
          </a:xfrm>
          <a:custGeom xmlns:a="http://schemas.openxmlformats.org/drawingml/2006/main">
            <a:pathLst>
              <a:path w="9525" h="1714500">
                <a:moveTo>
                  <a:pt x="0" y="1714500"/>
                </a:moveTo>
                <a:lnTo>
                  <a:pt x="0" y="0"/>
                </a:lnTo>
              </a:path>
            </a:pathLst>
          </a:custGeom>
          <a:noFill xmlns:a="http://schemas.openxmlformats.org/drawingml/2006/main"/>
          <a:ln xmlns:a="http://schemas.openxmlformats.org/drawingml/2006/main" w="26670">
            <a:solidFill>
              <a:srgbClr val="4D8F78"/>
            </a:solidFill>
            <a:prstDash val="solid"/>
          </a:ln>
        </p:spPr>
      </p:sp>
      <p:sp>
        <p:nvSpPr>
          <p:cNvPr id="174" name="Online polygon 174">
            <a:extLst xmlns:a="http://schemas.openxmlformats.org/drawingml/2006/main">
              <a:ext uri="{FF2B5EF4-FFF2-40B4-BE49-F238E27FC236}">
                <a16:creationId xmlns:a16="http://schemas.microsoft.com/office/drawing/2014/main" id="{F97C6A7E-3783-48AA-9FA5-7EA52C5E4C36}"/>
              </a:ext>
            </a:extLst>
          </p:cNvPr>
          <p:cNvSpPr>
            <a:spLocks xmlns:a="http://schemas.openxmlformats.org/drawingml/2006/main" noGrp="1"/>
          </p:cNvSpPr>
          <p:nvPr/>
        </p:nvSpPr>
        <p:spPr>
          <a:xfrm xmlns:a="http://schemas.openxmlformats.org/drawingml/2006/main">
            <a:off x="9382125" y="9334500"/>
            <a:ext cx="95250" cy="104775"/>
          </a:xfrm>
          <a:custGeom xmlns:a="http://schemas.openxmlformats.org/drawingml/2006/main">
            <a:pathLst>
              <a:path w="95250" h="104775">
                <a:moveTo>
                  <a:pt x="47625" y="0"/>
                </a:moveTo>
                <a:lnTo>
                  <a:pt x="0" y="104775"/>
                </a:lnTo>
                <a:lnTo>
                  <a:pt x="95250" y="104775"/>
                </a:lnTo>
                <a:close/>
              </a:path>
            </a:pathLst>
          </a:custGeom>
          <a:solidFill xmlns:a="http://schemas.openxmlformats.org/drawingml/2006/main">
            <a:srgbClr val="4D8F78"/>
          </a:solidFill>
          <a:ln xmlns:a="http://schemas.openxmlformats.org/drawingml/2006/main" w="0">
            <a:noFill/>
          </a:ln>
        </p:spPr>
      </p:sp>
      <p:sp>
        <p:nvSpPr>
          <p:cNvPr id="175" name="Online text 175: Result / error">
            <a:extLst xmlns:a="http://schemas.openxmlformats.org/drawingml/2006/main">
              <a:ext uri="{FF2B5EF4-FFF2-40B4-BE49-F238E27FC236}">
                <a16:creationId xmlns:a16="http://schemas.microsoft.com/office/drawing/2014/main" id="{B61D5579-CCC0-4D1E-9103-28239A6A409E}"/>
              </a:ext>
            </a:extLst>
          </p:cNvPr>
          <p:cNvSpPr>
            <a:spLocks xmlns:a="http://schemas.openxmlformats.org/drawingml/2006/main" noGrp="1"/>
          </p:cNvSpPr>
          <p:nvPr/>
        </p:nvSpPr>
        <p:spPr>
          <a:xfrm xmlns:a="http://schemas.openxmlformats.org/drawingml/2006/main">
            <a:off x="9641300" y="10408920"/>
            <a:ext cx="1215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28664F"/>
                </a:solidFill>
                <a:latin typeface="Arial"/>
                <a:ea typeface="Arial"/>
                <a:cs typeface="Arial"/>
              </a:defRPr>
            </a:pPr>
            <a:r>
              <a:rPr sz="1500" b="0">
                <a:solidFill>
                  <a:srgbClr val="28664F"/>
                </a:solidFill>
                <a:latin typeface="Arial"/>
                <a:ea typeface="Arial"/>
                <a:cs typeface="Arial"/>
              </a:rPr>
              <a:t>Result / error</a:t>
            </a:r>
          </a:p>
        </p:txBody>
      </p:sp>
      <p:sp>
        <p:nvSpPr>
          <p:cNvPr id="176" name="Online line 176">
            <a:extLst xmlns:a="http://schemas.openxmlformats.org/drawingml/2006/main">
              <a:ext uri="{FF2B5EF4-FFF2-40B4-BE49-F238E27FC236}">
                <a16:creationId xmlns:a16="http://schemas.microsoft.com/office/drawing/2014/main" id="{3DC0706C-B434-4DE5-9B06-93A66900A75A}"/>
              </a:ext>
            </a:extLst>
          </p:cNvPr>
          <p:cNvSpPr>
            <a:spLocks xmlns:a="http://schemas.openxmlformats.org/drawingml/2006/main" noGrp="1"/>
          </p:cNvSpPr>
          <p:nvPr/>
        </p:nvSpPr>
        <p:spPr>
          <a:xfrm xmlns:a="http://schemas.openxmlformats.org/drawingml/2006/main">
            <a:off x="12096750" y="11401425"/>
            <a:ext cx="2571750" cy="9525"/>
          </a:xfrm>
          <a:custGeom xmlns:a="http://schemas.openxmlformats.org/drawingml/2006/main">
            <a:pathLst>
              <a:path w="2571750" h="9525">
                <a:moveTo>
                  <a:pt x="0" y="0"/>
                </a:moveTo>
                <a:lnTo>
                  <a:pt x="2571750" y="0"/>
                </a:lnTo>
              </a:path>
            </a:pathLst>
          </a:custGeom>
          <a:noFill xmlns:a="http://schemas.openxmlformats.org/drawingml/2006/main"/>
          <a:ln xmlns:a="http://schemas.openxmlformats.org/drawingml/2006/main" w="23813">
            <a:solidFill>
              <a:srgbClr val="4D8F78"/>
            </a:solidFill>
            <a:prstDash val="solid"/>
          </a:ln>
        </p:spPr>
      </p:sp>
      <p:sp>
        <p:nvSpPr>
          <p:cNvPr id="177" name="Online polygon 177">
            <a:extLst xmlns:a="http://schemas.openxmlformats.org/drawingml/2006/main">
              <a:ext uri="{FF2B5EF4-FFF2-40B4-BE49-F238E27FC236}">
                <a16:creationId xmlns:a16="http://schemas.microsoft.com/office/drawing/2014/main" id="{CC92203B-DC68-434A-9BA5-11A511549CE6}"/>
              </a:ext>
            </a:extLst>
          </p:cNvPr>
          <p:cNvSpPr>
            <a:spLocks xmlns:a="http://schemas.openxmlformats.org/drawingml/2006/main" noGrp="1"/>
          </p:cNvSpPr>
          <p:nvPr/>
        </p:nvSpPr>
        <p:spPr>
          <a:xfrm xmlns:a="http://schemas.openxmlformats.org/drawingml/2006/main">
            <a:off x="14563725" y="11353800"/>
            <a:ext cx="104775" cy="95250"/>
          </a:xfrm>
          <a:custGeom xmlns:a="http://schemas.openxmlformats.org/drawingml/2006/main">
            <a:pathLst>
              <a:path w="104775" h="95250">
                <a:moveTo>
                  <a:pt x="104775" y="47625"/>
                </a:moveTo>
                <a:lnTo>
                  <a:pt x="0" y="0"/>
                </a:lnTo>
                <a:lnTo>
                  <a:pt x="0" y="95250"/>
                </a:lnTo>
                <a:close/>
              </a:path>
            </a:pathLst>
          </a:custGeom>
          <a:solidFill xmlns:a="http://schemas.openxmlformats.org/drawingml/2006/main">
            <a:srgbClr val="4D8F78"/>
          </a:solidFill>
          <a:ln xmlns:a="http://schemas.openxmlformats.org/drawingml/2006/main" w="0">
            <a:noFill/>
          </a:ln>
        </p:spPr>
      </p:sp>
      <p:sp>
        <p:nvSpPr>
          <p:cNvPr id="178" name="Online text 178: Query">
            <a:extLst xmlns:a="http://schemas.openxmlformats.org/drawingml/2006/main">
              <a:ext uri="{FF2B5EF4-FFF2-40B4-BE49-F238E27FC236}">
                <a16:creationId xmlns:a16="http://schemas.microsoft.com/office/drawing/2014/main" id="{E102668A-9877-4050-8A2E-C3EE0D5DA256}"/>
              </a:ext>
            </a:extLst>
          </p:cNvPr>
          <p:cNvSpPr>
            <a:spLocks xmlns:a="http://schemas.openxmlformats.org/drawingml/2006/main" noGrp="1"/>
          </p:cNvSpPr>
          <p:nvPr/>
        </p:nvSpPr>
        <p:spPr>
          <a:xfrm xmlns:a="http://schemas.openxmlformats.org/drawingml/2006/main">
            <a:off x="13063252" y="11075670"/>
            <a:ext cx="638747"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28664F"/>
                </a:solidFill>
                <a:latin typeface="Arial"/>
                <a:ea typeface="Arial"/>
                <a:cs typeface="Arial"/>
              </a:defRPr>
            </a:pPr>
            <a:r>
              <a:rPr sz="1500" b="0">
                <a:solidFill>
                  <a:srgbClr val="28664F"/>
                </a:solidFill>
                <a:latin typeface="Arial"/>
                <a:ea typeface="Arial"/>
                <a:cs typeface="Arial"/>
              </a:rPr>
              <a:t>Query</a:t>
            </a:r>
          </a:p>
        </p:txBody>
      </p:sp>
      <p:sp>
        <p:nvSpPr>
          <p:cNvPr id="179" name="Online line 179">
            <a:extLst xmlns:a="http://schemas.openxmlformats.org/drawingml/2006/main">
              <a:ext uri="{FF2B5EF4-FFF2-40B4-BE49-F238E27FC236}">
                <a16:creationId xmlns:a16="http://schemas.microsoft.com/office/drawing/2014/main" id="{920B78CC-12F3-4ADD-BF0F-54F27C4A983F}"/>
              </a:ext>
            </a:extLst>
          </p:cNvPr>
          <p:cNvSpPr>
            <a:spLocks xmlns:a="http://schemas.openxmlformats.org/drawingml/2006/main" noGrp="1"/>
          </p:cNvSpPr>
          <p:nvPr/>
        </p:nvSpPr>
        <p:spPr>
          <a:xfrm xmlns:a="http://schemas.openxmlformats.org/drawingml/2006/main">
            <a:off x="12096750" y="11877675"/>
            <a:ext cx="2571750" cy="9525"/>
          </a:xfrm>
          <a:custGeom xmlns:a="http://schemas.openxmlformats.org/drawingml/2006/main">
            <a:pathLst>
              <a:path w="2571750" h="9525">
                <a:moveTo>
                  <a:pt x="2571750" y="0"/>
                </a:moveTo>
                <a:lnTo>
                  <a:pt x="0" y="0"/>
                </a:lnTo>
              </a:path>
            </a:pathLst>
          </a:custGeom>
          <a:noFill xmlns:a="http://schemas.openxmlformats.org/drawingml/2006/main"/>
          <a:ln xmlns:a="http://schemas.openxmlformats.org/drawingml/2006/main" w="23813">
            <a:solidFill>
              <a:srgbClr val="4D8F78"/>
            </a:solidFill>
            <a:prstDash val="solid"/>
          </a:ln>
        </p:spPr>
      </p:sp>
      <p:sp>
        <p:nvSpPr>
          <p:cNvPr id="180" name="Online polygon 180">
            <a:extLst xmlns:a="http://schemas.openxmlformats.org/drawingml/2006/main">
              <a:ext uri="{FF2B5EF4-FFF2-40B4-BE49-F238E27FC236}">
                <a16:creationId xmlns:a16="http://schemas.microsoft.com/office/drawing/2014/main" id="{B03934AF-EE7B-411F-AB8D-4300A0E76C7F}"/>
              </a:ext>
            </a:extLst>
          </p:cNvPr>
          <p:cNvSpPr>
            <a:spLocks xmlns:a="http://schemas.openxmlformats.org/drawingml/2006/main" noGrp="1"/>
          </p:cNvSpPr>
          <p:nvPr/>
        </p:nvSpPr>
        <p:spPr>
          <a:xfrm xmlns:a="http://schemas.openxmlformats.org/drawingml/2006/main">
            <a:off x="12096750" y="11830050"/>
            <a:ext cx="104775" cy="95250"/>
          </a:xfrm>
          <a:custGeom xmlns:a="http://schemas.openxmlformats.org/drawingml/2006/main">
            <a:pathLst>
              <a:path w="104775" h="95250">
                <a:moveTo>
                  <a:pt x="0" y="47625"/>
                </a:moveTo>
                <a:lnTo>
                  <a:pt x="104775" y="95250"/>
                </a:lnTo>
                <a:lnTo>
                  <a:pt x="104775" y="0"/>
                </a:lnTo>
                <a:close/>
              </a:path>
            </a:pathLst>
          </a:custGeom>
          <a:solidFill xmlns:a="http://schemas.openxmlformats.org/drawingml/2006/main">
            <a:srgbClr val="4D8F78"/>
          </a:solidFill>
          <a:ln xmlns:a="http://schemas.openxmlformats.org/drawingml/2006/main" w="0">
            <a:noFill/>
          </a:ln>
        </p:spPr>
      </p:sp>
      <p:sp>
        <p:nvSpPr>
          <p:cNvPr id="181" name="Online text 181: Records">
            <a:extLst xmlns:a="http://schemas.openxmlformats.org/drawingml/2006/main">
              <a:ext uri="{FF2B5EF4-FFF2-40B4-BE49-F238E27FC236}">
                <a16:creationId xmlns:a16="http://schemas.microsoft.com/office/drawing/2014/main" id="{CB7CF460-6BF7-4C90-9483-9C9F59F6FB43}"/>
              </a:ext>
            </a:extLst>
          </p:cNvPr>
          <p:cNvSpPr>
            <a:spLocks xmlns:a="http://schemas.openxmlformats.org/drawingml/2006/main" noGrp="1"/>
          </p:cNvSpPr>
          <p:nvPr/>
        </p:nvSpPr>
        <p:spPr>
          <a:xfrm xmlns:a="http://schemas.openxmlformats.org/drawingml/2006/main">
            <a:off x="12970859" y="11551920"/>
            <a:ext cx="82353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28664F"/>
                </a:solidFill>
                <a:latin typeface="Arial"/>
                <a:ea typeface="Arial"/>
                <a:cs typeface="Arial"/>
              </a:defRPr>
            </a:pPr>
            <a:r>
              <a:rPr sz="1500" b="0">
                <a:solidFill>
                  <a:srgbClr val="28664F"/>
                </a:solidFill>
                <a:latin typeface="Arial"/>
                <a:ea typeface="Arial"/>
                <a:cs typeface="Arial"/>
              </a:rPr>
              <a:t>Records</a:t>
            </a:r>
          </a:p>
        </p:txBody>
      </p:sp>
      <p:sp>
        <p:nvSpPr>
          <p:cNvPr id="182" name="Online line 182">
            <a:extLst xmlns:a="http://schemas.openxmlformats.org/drawingml/2006/main">
              <a:ext uri="{FF2B5EF4-FFF2-40B4-BE49-F238E27FC236}">
                <a16:creationId xmlns:a16="http://schemas.microsoft.com/office/drawing/2014/main" id="{354C93D3-89CB-4D81-9EB5-74E3E975CF00}"/>
              </a:ext>
            </a:extLst>
          </p:cNvPr>
          <p:cNvSpPr>
            <a:spLocks xmlns:a="http://schemas.openxmlformats.org/drawingml/2006/main" noGrp="1"/>
          </p:cNvSpPr>
          <p:nvPr/>
        </p:nvSpPr>
        <p:spPr>
          <a:xfrm xmlns:a="http://schemas.openxmlformats.org/drawingml/2006/main">
            <a:off x="523875" y="13954125"/>
            <a:ext cx="21669375" cy="9525"/>
          </a:xfrm>
          <a:custGeom xmlns:a="http://schemas.openxmlformats.org/drawingml/2006/main">
            <a:pathLst>
              <a:path w="21669375" h="9525">
                <a:moveTo>
                  <a:pt x="0" y="0"/>
                </a:moveTo>
                <a:lnTo>
                  <a:pt x="21669375" y="0"/>
                </a:lnTo>
              </a:path>
            </a:pathLst>
          </a:custGeom>
          <a:noFill xmlns:a="http://schemas.openxmlformats.org/drawingml/2006/main"/>
          <a:ln xmlns:a="http://schemas.openxmlformats.org/drawingml/2006/main" w="11430">
            <a:solidFill>
              <a:srgbClr val="C7D3DF"/>
            </a:solidFill>
            <a:prstDash val="solid"/>
          </a:ln>
        </p:spPr>
      </p:sp>
      <p:sp>
        <p:nvSpPr>
          <p:cNvPr id="183" name="Online module 183">
            <a:extLst xmlns:a="http://schemas.openxmlformats.org/drawingml/2006/main">
              <a:ext uri="{FF2B5EF4-FFF2-40B4-BE49-F238E27FC236}">
                <a16:creationId xmlns:a16="http://schemas.microsoft.com/office/drawing/2014/main" id="{47FEB659-F023-43A6-9572-146551575A69}"/>
              </a:ext>
            </a:extLst>
          </p:cNvPr>
          <p:cNvSpPr>
            <a:spLocks xmlns:a="http://schemas.openxmlformats.org/drawingml/2006/main" noGrp="1"/>
          </p:cNvSpPr>
          <p:nvPr/>
        </p:nvSpPr>
        <p:spPr>
          <a:xfrm xmlns:a="http://schemas.openxmlformats.org/drawingml/2006/main">
            <a:off x="523875" y="14192250"/>
            <a:ext cx="190500" cy="142875"/>
          </a:xfrm>
          <a:prstGeom xmlns:a="http://schemas.openxmlformats.org/drawingml/2006/main" prst="roundRect">
            <a:avLst>
              <a:gd name="adj" fmla="val 13333"/>
            </a:avLst>
          </a:prstGeom>
          <a:solidFill xmlns:a="http://schemas.openxmlformats.org/drawingml/2006/main">
            <a:srgbClr val="E8F1FB"/>
          </a:solidFill>
          <a:ln xmlns:a="http://schemas.openxmlformats.org/drawingml/2006/main" w="15240">
            <a:solidFill>
              <a:srgbClr val="4475A5"/>
            </a:solidFill>
            <a:prstDash val="solid"/>
          </a:ln>
        </p:spPr>
      </p:sp>
      <p:sp>
        <p:nvSpPr>
          <p:cNvPr id="184" name="Online text 184: Program">
            <a:extLst xmlns:a="http://schemas.openxmlformats.org/drawingml/2006/main">
              <a:ext uri="{FF2B5EF4-FFF2-40B4-BE49-F238E27FC236}">
                <a16:creationId xmlns:a16="http://schemas.microsoft.com/office/drawing/2014/main" id="{6324C80B-BF90-4EB0-B3E7-90EFFC6883D6}"/>
              </a:ext>
            </a:extLst>
          </p:cNvPr>
          <p:cNvSpPr>
            <a:spLocks xmlns:a="http://schemas.openxmlformats.org/drawingml/2006/main" noGrp="1"/>
          </p:cNvSpPr>
          <p:nvPr/>
        </p:nvSpPr>
        <p:spPr>
          <a:xfrm xmlns:a="http://schemas.openxmlformats.org/drawingml/2006/main">
            <a:off x="819150" y="14169580"/>
            <a:ext cx="768210" cy="231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9697A"/>
                </a:solidFill>
                <a:latin typeface="Arial"/>
                <a:ea typeface="Arial"/>
                <a:cs typeface="Arial"/>
              </a:defRPr>
            </a:pPr>
            <a:r>
              <a:rPr sz="1350" b="0">
                <a:solidFill>
                  <a:srgbClr val="59697A"/>
                </a:solidFill>
                <a:latin typeface="Arial"/>
                <a:ea typeface="Arial"/>
                <a:cs typeface="Arial"/>
              </a:rPr>
              <a:t>Program</a:t>
            </a:r>
          </a:p>
        </p:txBody>
      </p:sp>
      <p:sp>
        <p:nvSpPr>
          <p:cNvPr id="185" name="Online module 185">
            <a:extLst xmlns:a="http://schemas.openxmlformats.org/drawingml/2006/main">
              <a:ext uri="{FF2B5EF4-FFF2-40B4-BE49-F238E27FC236}">
                <a16:creationId xmlns:a16="http://schemas.microsoft.com/office/drawing/2014/main" id="{A48CB143-3D76-4C5D-AF9F-ED36ECF35DED}"/>
              </a:ext>
            </a:extLst>
          </p:cNvPr>
          <p:cNvSpPr>
            <a:spLocks xmlns:a="http://schemas.openxmlformats.org/drawingml/2006/main" noGrp="1"/>
          </p:cNvSpPr>
          <p:nvPr/>
        </p:nvSpPr>
        <p:spPr>
          <a:xfrm xmlns:a="http://schemas.openxmlformats.org/drawingml/2006/main">
            <a:off x="2000250" y="14192250"/>
            <a:ext cx="190500" cy="142875"/>
          </a:xfrm>
          <a:prstGeom xmlns:a="http://schemas.openxmlformats.org/drawingml/2006/main" prst="roundRect">
            <a:avLst>
              <a:gd name="adj" fmla="val 13333"/>
            </a:avLst>
          </a:prstGeom>
          <a:solidFill xmlns:a="http://schemas.openxmlformats.org/drawingml/2006/main">
            <a:srgbClr val="FFF0D4"/>
          </a:solidFill>
          <a:ln xmlns:a="http://schemas.openxmlformats.org/drawingml/2006/main" w="15240">
            <a:solidFill>
              <a:srgbClr val="C18B31"/>
            </a:solidFill>
            <a:prstDash val="solid"/>
          </a:ln>
        </p:spPr>
      </p:sp>
      <p:sp>
        <p:nvSpPr>
          <p:cNvPr id="186" name="Online text 186: Decision LLM">
            <a:extLst xmlns:a="http://schemas.openxmlformats.org/drawingml/2006/main">
              <a:ext uri="{FF2B5EF4-FFF2-40B4-BE49-F238E27FC236}">
                <a16:creationId xmlns:a16="http://schemas.microsoft.com/office/drawing/2014/main" id="{B8676C57-5652-43F6-85F7-7505AB6754CB}"/>
              </a:ext>
            </a:extLst>
          </p:cNvPr>
          <p:cNvSpPr>
            <a:spLocks xmlns:a="http://schemas.openxmlformats.org/drawingml/2006/main" noGrp="1"/>
          </p:cNvSpPr>
          <p:nvPr/>
        </p:nvSpPr>
        <p:spPr>
          <a:xfrm xmlns:a="http://schemas.openxmlformats.org/drawingml/2006/main">
            <a:off x="2295525" y="14169580"/>
            <a:ext cx="1152773" cy="231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9697A"/>
                </a:solidFill>
                <a:latin typeface="Arial"/>
                <a:ea typeface="Arial"/>
                <a:cs typeface="Arial"/>
              </a:defRPr>
            </a:pPr>
            <a:r>
              <a:rPr sz="1350" b="0">
                <a:solidFill>
                  <a:srgbClr val="59697A"/>
                </a:solidFill>
                <a:latin typeface="Arial"/>
                <a:ea typeface="Arial"/>
                <a:cs typeface="Arial"/>
              </a:rPr>
              <a:t>Decision LLM</a:t>
            </a:r>
          </a:p>
        </p:txBody>
      </p:sp>
      <p:sp>
        <p:nvSpPr>
          <p:cNvPr id="187" name="Online module 187">
            <a:extLst xmlns:a="http://schemas.openxmlformats.org/drawingml/2006/main">
              <a:ext uri="{FF2B5EF4-FFF2-40B4-BE49-F238E27FC236}">
                <a16:creationId xmlns:a16="http://schemas.microsoft.com/office/drawing/2014/main" id="{4E1035A0-5545-44F7-9CC3-360507226A50}"/>
              </a:ext>
            </a:extLst>
          </p:cNvPr>
          <p:cNvSpPr>
            <a:spLocks xmlns:a="http://schemas.openxmlformats.org/drawingml/2006/main" noGrp="1"/>
          </p:cNvSpPr>
          <p:nvPr/>
        </p:nvSpPr>
        <p:spPr>
          <a:xfrm xmlns:a="http://schemas.openxmlformats.org/drawingml/2006/main">
            <a:off x="3905250" y="14192250"/>
            <a:ext cx="190500" cy="142875"/>
          </a:xfrm>
          <a:prstGeom xmlns:a="http://schemas.openxmlformats.org/drawingml/2006/main" prst="roundRect">
            <a:avLst>
              <a:gd name="adj" fmla="val 13333"/>
            </a:avLst>
          </a:prstGeom>
          <a:solidFill xmlns:a="http://schemas.openxmlformats.org/drawingml/2006/main">
            <a:srgbClr val="F0E8F9"/>
          </a:solidFill>
          <a:ln xmlns:a="http://schemas.openxmlformats.org/drawingml/2006/main" w="15240">
            <a:solidFill>
              <a:srgbClr val="9272B6"/>
            </a:solidFill>
            <a:prstDash val="solid"/>
          </a:ln>
        </p:spPr>
      </p:sp>
      <p:sp>
        <p:nvSpPr>
          <p:cNvPr id="188" name="Online text 188: Verifier LLM">
            <a:extLst xmlns:a="http://schemas.openxmlformats.org/drawingml/2006/main">
              <a:ext uri="{FF2B5EF4-FFF2-40B4-BE49-F238E27FC236}">
                <a16:creationId xmlns:a16="http://schemas.microsoft.com/office/drawing/2014/main" id="{22395374-3931-4218-B19E-4F55A3543A3D}"/>
              </a:ext>
            </a:extLst>
          </p:cNvPr>
          <p:cNvSpPr>
            <a:spLocks xmlns:a="http://schemas.openxmlformats.org/drawingml/2006/main" noGrp="1"/>
          </p:cNvSpPr>
          <p:nvPr/>
        </p:nvSpPr>
        <p:spPr>
          <a:xfrm xmlns:a="http://schemas.openxmlformats.org/drawingml/2006/main">
            <a:off x="4200525" y="14169580"/>
            <a:ext cx="1027271" cy="231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9697A"/>
                </a:solidFill>
                <a:latin typeface="Arial"/>
                <a:ea typeface="Arial"/>
                <a:cs typeface="Arial"/>
              </a:defRPr>
            </a:pPr>
            <a:r>
              <a:rPr sz="1350" b="0">
                <a:solidFill>
                  <a:srgbClr val="59697A"/>
                </a:solidFill>
                <a:latin typeface="Arial"/>
                <a:ea typeface="Arial"/>
                <a:cs typeface="Arial"/>
              </a:rPr>
              <a:t>Verifier LLM</a:t>
            </a:r>
          </a:p>
        </p:txBody>
      </p:sp>
      <p:sp>
        <p:nvSpPr>
          <p:cNvPr id="189" name="Online text 189: [1] LLM-Modulo, ICML 2024.   [2] CRITIC, ICLR 2024.   Adapted verification mechanisms.">
            <a:extLst xmlns:a="http://schemas.openxmlformats.org/drawingml/2006/main">
              <a:ext uri="{FF2B5EF4-FFF2-40B4-BE49-F238E27FC236}">
                <a16:creationId xmlns:a16="http://schemas.microsoft.com/office/drawing/2014/main" id="{700437F5-4B5D-427E-A8F2-BB55BE9B1F30}"/>
              </a:ext>
            </a:extLst>
          </p:cNvPr>
          <p:cNvSpPr>
            <a:spLocks xmlns:a="http://schemas.openxmlformats.org/drawingml/2006/main" noGrp="1"/>
          </p:cNvSpPr>
          <p:nvPr/>
        </p:nvSpPr>
        <p:spPr>
          <a:xfrm xmlns:a="http://schemas.openxmlformats.org/drawingml/2006/main">
            <a:off x="15321763" y="14169580"/>
            <a:ext cx="6871487" cy="231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0">
                <a:solidFill>
                  <a:srgbClr val="59697A"/>
                </a:solidFill>
                <a:latin typeface="Arial"/>
                <a:ea typeface="Arial"/>
                <a:cs typeface="Arial"/>
              </a:defRPr>
            </a:pPr>
            <a:r>
              <a:rPr sz="1350" b="0">
                <a:solidFill>
                  <a:srgbClr val="59697A"/>
                </a:solidFill>
                <a:latin typeface="Arial"/>
                <a:ea typeface="Arial"/>
                <a:cs typeface="Arial"/>
              </a:rPr>
              <a:t>[1] LLM-Modulo, ICML 2024.   [2] CRITIC, ICLR 2024.   Adapted verification mechanisms.</a:t>
            </a:r>
          </a:p>
        </p:txBody>
      </p:sp>
    </p:spTree>
    <p:extLst>
      <p:ext uri="{BB962C8B-B14F-4D97-AF65-F5344CB8AC3E}">
        <p14:creationId xmlns:p14="http://schemas.microsoft.com/office/powerpoint/2010/main" val="21151101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2" name="Offline module 1">
            <a:extLst xmlns:a="http://schemas.openxmlformats.org/drawingml/2006/main">
              <a:ext uri="{FF2B5EF4-FFF2-40B4-BE49-F238E27FC236}">
                <a16:creationId xmlns:a16="http://schemas.microsoft.com/office/drawing/2014/main" id="{6AE9211F-9979-488D-AF22-98241A9BE9B8}"/>
              </a:ext>
            </a:extLst>
          </p:cNvPr>
          <p:cNvSpPr>
            <a:spLocks xmlns:a="http://schemas.openxmlformats.org/drawingml/2006/main" noGrp="1"/>
          </p:cNvSpPr>
          <p:nvPr/>
        </p:nvSpPr>
        <p:spPr>
          <a:xfrm xmlns:a="http://schemas.openxmlformats.org/drawingml/2006/main">
            <a:off x="0" y="0"/>
            <a:ext cx="22860000" cy="14573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Offline text 2: Offline mode">
            <a:extLst xmlns:a="http://schemas.openxmlformats.org/drawingml/2006/main">
              <a:ext uri="{FF2B5EF4-FFF2-40B4-BE49-F238E27FC236}">
                <a16:creationId xmlns:a16="http://schemas.microsoft.com/office/drawing/2014/main" id="{25750D85-6DAC-4916-A04E-DC652C770B18}"/>
              </a:ext>
            </a:extLst>
          </p:cNvPr>
          <p:cNvSpPr>
            <a:spLocks xmlns:a="http://schemas.openxmlformats.org/drawingml/2006/main" noGrp="1"/>
          </p:cNvSpPr>
          <p:nvPr/>
        </p:nvSpPr>
        <p:spPr>
          <a:xfrm xmlns:a="http://schemas.openxmlformats.org/drawingml/2006/main">
            <a:off x="523875" y="239554"/>
            <a:ext cx="2151888" cy="450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1">
                <a:solidFill>
                  <a:srgbClr val="213247"/>
                </a:solidFill>
                <a:latin typeface="Arial"/>
                <a:ea typeface="Arial"/>
                <a:cs typeface="Arial"/>
              </a:defRPr>
            </a:pPr>
            <a:r>
              <a:rPr sz="2625" b="1">
                <a:solidFill>
                  <a:srgbClr val="213247"/>
                </a:solidFill>
                <a:latin typeface="Arial"/>
                <a:ea typeface="Arial"/>
                <a:cs typeface="Arial"/>
              </a:rPr>
              <a:t>Offline mode</a:t>
            </a:r>
          </a:p>
        </p:txBody>
      </p:sp>
      <p:sp>
        <p:nvSpPr>
          <p:cNvPr id="3" name="Offline module 3">
            <a:extLst xmlns:a="http://schemas.openxmlformats.org/drawingml/2006/main">
              <a:ext uri="{FF2B5EF4-FFF2-40B4-BE49-F238E27FC236}">
                <a16:creationId xmlns:a16="http://schemas.microsoft.com/office/drawing/2014/main" id="{E233D834-2AAB-41BB-9118-713F43EE5B45}"/>
              </a:ext>
            </a:extLst>
          </p:cNvPr>
          <p:cNvSpPr>
            <a:spLocks xmlns:a="http://schemas.openxmlformats.org/drawingml/2006/main" noGrp="1"/>
          </p:cNvSpPr>
          <p:nvPr/>
        </p:nvSpPr>
        <p:spPr>
          <a:xfrm xmlns:a="http://schemas.openxmlformats.org/drawingml/2006/main">
            <a:off x="3095625" y="666750"/>
            <a:ext cx="15097125" cy="8620125"/>
          </a:xfrm>
          <a:prstGeom xmlns:a="http://schemas.openxmlformats.org/drawingml/2006/main" prst="roundRect">
            <a:avLst>
              <a:gd name="adj" fmla="val 1105"/>
            </a:avLst>
          </a:prstGeom>
          <a:solidFill xmlns:a="http://schemas.openxmlformats.org/drawingml/2006/main">
            <a:srgbClr val="F9FBFD"/>
          </a:solidFill>
          <a:ln xmlns:a="http://schemas.openxmlformats.org/drawingml/2006/main" w="20955">
            <a:solidFill>
              <a:srgbClr val="C7D3DF"/>
            </a:solidFill>
            <a:prstDash val="solid"/>
          </a:ln>
        </p:spPr>
      </p:sp>
      <p:sp>
        <p:nvSpPr>
          <p:cNvPr id="4" name="Offline text 4: AI orchestration">
            <a:extLst xmlns:a="http://schemas.openxmlformats.org/drawingml/2006/main">
              <a:ext uri="{FF2B5EF4-FFF2-40B4-BE49-F238E27FC236}">
                <a16:creationId xmlns:a16="http://schemas.microsoft.com/office/drawing/2014/main" id="{42B8536C-415D-4C2A-A279-17683450D5B3}"/>
              </a:ext>
            </a:extLst>
          </p:cNvPr>
          <p:cNvSpPr>
            <a:spLocks xmlns:a="http://schemas.openxmlformats.org/drawingml/2006/main" noGrp="1"/>
          </p:cNvSpPr>
          <p:nvPr/>
        </p:nvSpPr>
        <p:spPr>
          <a:xfrm xmlns:a="http://schemas.openxmlformats.org/drawingml/2006/main">
            <a:off x="4238625" y="867347"/>
            <a:ext cx="2587866" cy="4371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213247"/>
                </a:solidFill>
                <a:latin typeface="Arial"/>
                <a:ea typeface="Arial"/>
                <a:cs typeface="Arial"/>
              </a:defRPr>
            </a:pPr>
            <a:r>
              <a:rPr sz="2550" b="1">
                <a:solidFill>
                  <a:srgbClr val="213247"/>
                </a:solidFill>
                <a:latin typeface="Arial"/>
                <a:ea typeface="Arial"/>
                <a:cs typeface="Arial"/>
              </a:rPr>
              <a:t>AI orchestration</a:t>
            </a:r>
          </a:p>
        </p:txBody>
      </p:sp>
      <p:sp>
        <p:nvSpPr>
          <p:cNvPr id="5" name="Offline text 5: QUERY">
            <a:extLst xmlns:a="http://schemas.openxmlformats.org/drawingml/2006/main">
              <a:ext uri="{FF2B5EF4-FFF2-40B4-BE49-F238E27FC236}">
                <a16:creationId xmlns:a16="http://schemas.microsoft.com/office/drawing/2014/main" id="{39E941D2-69C8-443B-8F0C-53F7F4B1A3A8}"/>
              </a:ext>
            </a:extLst>
          </p:cNvPr>
          <p:cNvSpPr>
            <a:spLocks xmlns:a="http://schemas.openxmlformats.org/drawingml/2006/main" noGrp="1"/>
          </p:cNvSpPr>
          <p:nvPr/>
        </p:nvSpPr>
        <p:spPr>
          <a:xfrm xmlns:a="http://schemas.openxmlformats.org/drawingml/2006/main">
            <a:off x="1357655" y="625031"/>
            <a:ext cx="713689" cy="231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2E5F8B"/>
                </a:solidFill>
                <a:latin typeface="Arial"/>
                <a:ea typeface="Arial"/>
                <a:cs typeface="Arial"/>
              </a:defRPr>
            </a:pPr>
            <a:r>
              <a:rPr sz="1350" b="1">
                <a:solidFill>
                  <a:srgbClr val="2E5F8B"/>
                </a:solidFill>
                <a:latin typeface="Arial"/>
                <a:ea typeface="Arial"/>
                <a:cs typeface="Arial"/>
              </a:rPr>
              <a:t>QUERY</a:t>
            </a:r>
          </a:p>
        </p:txBody>
      </p:sp>
      <p:sp>
        <p:nvSpPr>
          <p:cNvPr id="6" name="Offline module 6">
            <a:extLst xmlns:a="http://schemas.openxmlformats.org/drawingml/2006/main">
              <a:ext uri="{FF2B5EF4-FFF2-40B4-BE49-F238E27FC236}">
                <a16:creationId xmlns:a16="http://schemas.microsoft.com/office/drawing/2014/main" id="{CF6EDF27-0AC5-47E0-84AD-A5CC6D059315}"/>
              </a:ext>
            </a:extLst>
          </p:cNvPr>
          <p:cNvSpPr>
            <a:spLocks xmlns:a="http://schemas.openxmlformats.org/drawingml/2006/main" noGrp="1"/>
          </p:cNvSpPr>
          <p:nvPr/>
        </p:nvSpPr>
        <p:spPr>
          <a:xfrm xmlns:a="http://schemas.openxmlformats.org/drawingml/2006/main">
            <a:off x="523875" y="952500"/>
            <a:ext cx="2381250" cy="952500"/>
          </a:xfrm>
          <a:prstGeom xmlns:a="http://schemas.openxmlformats.org/drawingml/2006/main" prst="roundRect">
            <a:avLst>
              <a:gd name="adj" fmla="val 6000"/>
            </a:avLst>
          </a:prstGeom>
          <a:solidFill xmlns:a="http://schemas.openxmlformats.org/drawingml/2006/main">
            <a:srgbClr val="F3F5F7"/>
          </a:solidFill>
          <a:ln xmlns:a="http://schemas.openxmlformats.org/drawingml/2006/main" w="20955">
            <a:solidFill>
              <a:srgbClr val="C7D3DF"/>
            </a:solidFill>
            <a:prstDash val="solid"/>
          </a:ln>
        </p:spPr>
      </p:sp>
      <p:sp>
        <p:nvSpPr>
          <p:cNvPr id="7" name="Offline text 7: Cell ID + time">
            <a:extLst xmlns:a="http://schemas.openxmlformats.org/drawingml/2006/main">
              <a:ext uri="{FF2B5EF4-FFF2-40B4-BE49-F238E27FC236}">
                <a16:creationId xmlns:a16="http://schemas.microsoft.com/office/drawing/2014/main" id="{7F8D54C2-F88B-446D-8E97-645DE652A638}"/>
              </a:ext>
            </a:extLst>
          </p:cNvPr>
          <p:cNvSpPr>
            <a:spLocks xmlns:a="http://schemas.openxmlformats.org/drawingml/2006/main" noGrp="1"/>
          </p:cNvSpPr>
          <p:nvPr/>
        </p:nvSpPr>
        <p:spPr>
          <a:xfrm xmlns:a="http://schemas.openxmlformats.org/drawingml/2006/main">
            <a:off x="816178" y="1281303"/>
            <a:ext cx="1796644"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213247"/>
                </a:solidFill>
                <a:latin typeface="Arial"/>
                <a:ea typeface="Arial"/>
                <a:cs typeface="Arial"/>
              </a:defRPr>
            </a:pPr>
            <a:r>
              <a:rPr sz="2100" b="1">
                <a:solidFill>
                  <a:srgbClr val="213247"/>
                </a:solidFill>
                <a:latin typeface="Arial"/>
                <a:ea typeface="Arial"/>
                <a:cs typeface="Arial"/>
              </a:rPr>
              <a:t>Cell ID + time</a:t>
            </a:r>
          </a:p>
        </p:txBody>
      </p:sp>
      <p:sp>
        <p:nvSpPr>
          <p:cNvPr id="8" name="Offline line 8">
            <a:extLst xmlns:a="http://schemas.openxmlformats.org/drawingml/2006/main">
              <a:ext uri="{FF2B5EF4-FFF2-40B4-BE49-F238E27FC236}">
                <a16:creationId xmlns:a16="http://schemas.microsoft.com/office/drawing/2014/main" id="{8A47F040-E0BA-49C4-A878-5F848A38623A}"/>
              </a:ext>
            </a:extLst>
          </p:cNvPr>
          <p:cNvSpPr>
            <a:spLocks xmlns:a="http://schemas.openxmlformats.org/drawingml/2006/main" noGrp="1"/>
          </p:cNvSpPr>
          <p:nvPr/>
        </p:nvSpPr>
        <p:spPr>
          <a:xfrm xmlns:a="http://schemas.openxmlformats.org/drawingml/2006/main">
            <a:off x="1714500" y="190500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26670">
            <a:solidFill>
              <a:srgbClr val="465E76"/>
            </a:solidFill>
            <a:prstDash val="solid"/>
          </a:ln>
        </p:spPr>
      </p:sp>
      <p:sp>
        <p:nvSpPr>
          <p:cNvPr id="9" name="Offline polygon 9">
            <a:extLst xmlns:a="http://schemas.openxmlformats.org/drawingml/2006/main">
              <a:ext uri="{FF2B5EF4-FFF2-40B4-BE49-F238E27FC236}">
                <a16:creationId xmlns:a16="http://schemas.microsoft.com/office/drawing/2014/main" id="{8A04D267-5574-4526-A7C4-93770319DE10}"/>
              </a:ext>
            </a:extLst>
          </p:cNvPr>
          <p:cNvSpPr>
            <a:spLocks xmlns:a="http://schemas.openxmlformats.org/drawingml/2006/main" noGrp="1"/>
          </p:cNvSpPr>
          <p:nvPr/>
        </p:nvSpPr>
        <p:spPr>
          <a:xfrm xmlns:a="http://schemas.openxmlformats.org/drawingml/2006/main">
            <a:off x="1666875" y="2371725"/>
            <a:ext cx="95250" cy="104775"/>
          </a:xfrm>
          <a:custGeom xmlns:a="http://schemas.openxmlformats.org/drawingml/2006/main">
            <a:pathLst>
              <a:path w="95250" h="104775">
                <a:moveTo>
                  <a:pt x="47625" y="104775"/>
                </a:moveTo>
                <a:lnTo>
                  <a:pt x="95250" y="0"/>
                </a:lnTo>
                <a:lnTo>
                  <a:pt x="0" y="0"/>
                </a:lnTo>
                <a:close/>
              </a:path>
            </a:pathLst>
          </a:custGeom>
          <a:solidFill xmlns:a="http://schemas.openxmlformats.org/drawingml/2006/main">
            <a:srgbClr val="465E76"/>
          </a:solidFill>
          <a:ln xmlns:a="http://schemas.openxmlformats.org/drawingml/2006/main" w="0">
            <a:noFill/>
          </a:ln>
        </p:spPr>
      </p:sp>
      <p:sp>
        <p:nvSpPr>
          <p:cNvPr id="10" name="Offline module 10">
            <a:extLst xmlns:a="http://schemas.openxmlformats.org/drawingml/2006/main">
              <a:ext uri="{FF2B5EF4-FFF2-40B4-BE49-F238E27FC236}">
                <a16:creationId xmlns:a16="http://schemas.microsoft.com/office/drawing/2014/main" id="{E485B4DC-6D81-46CD-A0CF-5EA206F53421}"/>
              </a:ext>
            </a:extLst>
          </p:cNvPr>
          <p:cNvSpPr>
            <a:spLocks xmlns:a="http://schemas.openxmlformats.org/drawingml/2006/main" noGrp="1"/>
          </p:cNvSpPr>
          <p:nvPr/>
        </p:nvSpPr>
        <p:spPr>
          <a:xfrm xmlns:a="http://schemas.openxmlformats.org/drawingml/2006/main">
            <a:off x="523875" y="2476500"/>
            <a:ext cx="2381250" cy="1143000"/>
          </a:xfrm>
          <a:prstGeom xmlns:a="http://schemas.openxmlformats.org/drawingml/2006/main" prst="roundRect">
            <a:avLst>
              <a:gd name="adj" fmla="val 5000"/>
            </a:avLst>
          </a:prstGeom>
          <a:solidFill xmlns:a="http://schemas.openxmlformats.org/drawingml/2006/main">
            <a:srgbClr val="E8F1FB"/>
          </a:solidFill>
          <a:ln xmlns:a="http://schemas.openxmlformats.org/drawingml/2006/main" w="20955">
            <a:solidFill>
              <a:srgbClr val="4475A5"/>
            </a:solidFill>
            <a:prstDash val="solid"/>
          </a:ln>
        </p:spPr>
      </p:sp>
      <p:sp>
        <p:nvSpPr>
          <p:cNvPr id="11" name="Offline line 11">
            <a:extLst xmlns:a="http://schemas.openxmlformats.org/drawingml/2006/main">
              <a:ext uri="{FF2B5EF4-FFF2-40B4-BE49-F238E27FC236}">
                <a16:creationId xmlns:a16="http://schemas.microsoft.com/office/drawing/2014/main" id="{3C06BCB7-3693-4967-A0BF-B7043C83B6C0}"/>
              </a:ext>
            </a:extLst>
          </p:cNvPr>
          <p:cNvSpPr>
            <a:spLocks xmlns:a="http://schemas.openxmlformats.org/drawingml/2006/main" noGrp="1"/>
          </p:cNvSpPr>
          <p:nvPr/>
        </p:nvSpPr>
        <p:spPr>
          <a:xfrm xmlns:a="http://schemas.openxmlformats.org/drawingml/2006/main">
            <a:off x="1621631" y="2681288"/>
            <a:ext cx="185738" cy="242888"/>
          </a:xfrm>
          <a:custGeom xmlns:a="http://schemas.openxmlformats.org/drawingml/2006/main">
            <a:pathLst>
              <a:path w="185738" h="242888">
                <a:moveTo>
                  <a:pt x="92869" y="0"/>
                </a:moveTo>
                <a:lnTo>
                  <a:pt x="0" y="242888"/>
                </a:lnTo>
                <a:lnTo>
                  <a:pt x="185738" y="242888"/>
                </a:lnTo>
                <a:lnTo>
                  <a:pt x="92869" y="0"/>
                </a:lnTo>
              </a:path>
            </a:pathLst>
          </a:custGeom>
          <a:noFill xmlns:a="http://schemas.openxmlformats.org/drawingml/2006/main"/>
          <a:ln xmlns:a="http://schemas.openxmlformats.org/drawingml/2006/main" w="17859">
            <a:solidFill>
              <a:srgbClr val="2E5F8B"/>
            </a:solidFill>
            <a:prstDash val="solid"/>
          </a:ln>
        </p:spPr>
      </p:sp>
      <p:sp>
        <p:nvSpPr>
          <p:cNvPr id="12" name="Offline line 12">
            <a:extLst xmlns:a="http://schemas.openxmlformats.org/drawingml/2006/main">
              <a:ext uri="{FF2B5EF4-FFF2-40B4-BE49-F238E27FC236}">
                <a16:creationId xmlns:a16="http://schemas.microsoft.com/office/drawing/2014/main" id="{2EFAD45D-532F-4107-BDE1-2A65B6543684}"/>
              </a:ext>
            </a:extLst>
          </p:cNvPr>
          <p:cNvSpPr>
            <a:spLocks xmlns:a="http://schemas.openxmlformats.org/drawingml/2006/main" noGrp="1"/>
          </p:cNvSpPr>
          <p:nvPr/>
        </p:nvSpPr>
        <p:spPr>
          <a:xfrm xmlns:a="http://schemas.openxmlformats.org/drawingml/2006/main">
            <a:off x="1657350" y="2838450"/>
            <a:ext cx="114300" cy="9525"/>
          </a:xfrm>
          <a:custGeom xmlns:a="http://schemas.openxmlformats.org/drawingml/2006/main">
            <a:pathLst>
              <a:path w="114300" h="9525">
                <a:moveTo>
                  <a:pt x="0" y="0"/>
                </a:moveTo>
                <a:lnTo>
                  <a:pt x="114300" y="0"/>
                </a:lnTo>
              </a:path>
            </a:pathLst>
          </a:custGeom>
          <a:noFill xmlns:a="http://schemas.openxmlformats.org/drawingml/2006/main"/>
          <a:ln xmlns:a="http://schemas.openxmlformats.org/drawingml/2006/main" w="17859">
            <a:solidFill>
              <a:srgbClr val="2E5F8B"/>
            </a:solidFill>
            <a:prstDash val="solid"/>
          </a:ln>
        </p:spPr>
      </p:sp>
      <p:sp>
        <p:nvSpPr>
          <p:cNvPr id="13" name="Offline line 13">
            <a:extLst xmlns:a="http://schemas.openxmlformats.org/drawingml/2006/main">
              <a:ext uri="{FF2B5EF4-FFF2-40B4-BE49-F238E27FC236}">
                <a16:creationId xmlns:a16="http://schemas.microsoft.com/office/drawing/2014/main" id="{02FD6E57-4D54-498F-AC34-9C6F35DB6310}"/>
              </a:ext>
            </a:extLst>
          </p:cNvPr>
          <p:cNvSpPr>
            <a:spLocks xmlns:a="http://schemas.openxmlformats.org/drawingml/2006/main" noGrp="1"/>
          </p:cNvSpPr>
          <p:nvPr/>
        </p:nvSpPr>
        <p:spPr>
          <a:xfrm xmlns:a="http://schemas.openxmlformats.org/drawingml/2006/main">
            <a:off x="1685925" y="2767013"/>
            <a:ext cx="57150" cy="9525"/>
          </a:xfrm>
          <a:custGeom xmlns:a="http://schemas.openxmlformats.org/drawingml/2006/main">
            <a:pathLst>
              <a:path w="57150" h="9525">
                <a:moveTo>
                  <a:pt x="0" y="0"/>
                </a:moveTo>
                <a:lnTo>
                  <a:pt x="57150" y="0"/>
                </a:lnTo>
              </a:path>
            </a:pathLst>
          </a:custGeom>
          <a:noFill xmlns:a="http://schemas.openxmlformats.org/drawingml/2006/main"/>
          <a:ln xmlns:a="http://schemas.openxmlformats.org/drawingml/2006/main" w="17859">
            <a:solidFill>
              <a:srgbClr val="2E5F8B"/>
            </a:solidFill>
            <a:prstDash val="solid"/>
          </a:ln>
        </p:spPr>
      </p:sp>
      <p:sp>
        <p:nvSpPr>
          <p:cNvPr id="14" name="Offline polygon 14">
            <a:extLst xmlns:a="http://schemas.openxmlformats.org/drawingml/2006/main">
              <a:ext uri="{FF2B5EF4-FFF2-40B4-BE49-F238E27FC236}">
                <a16:creationId xmlns:a16="http://schemas.microsoft.com/office/drawing/2014/main" id="{02381D7B-6075-4CFD-A94F-EC028940F427}"/>
              </a:ext>
            </a:extLst>
          </p:cNvPr>
          <p:cNvSpPr>
            <a:spLocks xmlns:a="http://schemas.openxmlformats.org/drawingml/2006/main" noGrp="1"/>
          </p:cNvSpPr>
          <p:nvPr/>
        </p:nvSpPr>
        <p:spPr>
          <a:xfrm xmlns:a="http://schemas.openxmlformats.org/drawingml/2006/main">
            <a:off x="1696641" y="2641997"/>
            <a:ext cx="35719" cy="35719"/>
          </a:xfrm>
          <a:custGeom xmlns:a="http://schemas.openxmlformats.org/drawingml/2006/main">
            <a:pathLst>
              <a:path w="35719" h="35719">
                <a:moveTo>
                  <a:pt x="35719" y="17859"/>
                </a:moveTo>
                <a:lnTo>
                  <a:pt x="35566" y="20190"/>
                </a:lnTo>
                <a:lnTo>
                  <a:pt x="35110" y="22482"/>
                </a:lnTo>
                <a:lnTo>
                  <a:pt x="34359" y="24694"/>
                </a:lnTo>
                <a:lnTo>
                  <a:pt x="33326" y="26789"/>
                </a:lnTo>
                <a:lnTo>
                  <a:pt x="32028" y="28731"/>
                </a:lnTo>
                <a:lnTo>
                  <a:pt x="30488" y="30488"/>
                </a:lnTo>
                <a:lnTo>
                  <a:pt x="28731" y="32028"/>
                </a:lnTo>
                <a:lnTo>
                  <a:pt x="26789" y="33326"/>
                </a:lnTo>
                <a:lnTo>
                  <a:pt x="24694" y="34359"/>
                </a:lnTo>
                <a:lnTo>
                  <a:pt x="22482" y="35110"/>
                </a:lnTo>
                <a:lnTo>
                  <a:pt x="20190" y="35566"/>
                </a:lnTo>
                <a:lnTo>
                  <a:pt x="17859" y="35719"/>
                </a:lnTo>
                <a:lnTo>
                  <a:pt x="15528" y="35566"/>
                </a:lnTo>
                <a:lnTo>
                  <a:pt x="13237" y="35110"/>
                </a:lnTo>
                <a:lnTo>
                  <a:pt x="11025" y="34359"/>
                </a:lnTo>
                <a:lnTo>
                  <a:pt x="8930" y="33326"/>
                </a:lnTo>
                <a:lnTo>
                  <a:pt x="6987" y="32028"/>
                </a:lnTo>
                <a:lnTo>
                  <a:pt x="5231" y="30488"/>
                </a:lnTo>
                <a:lnTo>
                  <a:pt x="3691" y="28731"/>
                </a:lnTo>
                <a:lnTo>
                  <a:pt x="2393" y="26789"/>
                </a:lnTo>
                <a:lnTo>
                  <a:pt x="1359" y="24694"/>
                </a:lnTo>
                <a:lnTo>
                  <a:pt x="609" y="22482"/>
                </a:lnTo>
                <a:lnTo>
                  <a:pt x="153" y="20190"/>
                </a:lnTo>
                <a:lnTo>
                  <a:pt x="0" y="17859"/>
                </a:lnTo>
                <a:lnTo>
                  <a:pt x="153" y="15528"/>
                </a:lnTo>
                <a:lnTo>
                  <a:pt x="609" y="13237"/>
                </a:lnTo>
                <a:lnTo>
                  <a:pt x="1359" y="11025"/>
                </a:lnTo>
                <a:lnTo>
                  <a:pt x="2393" y="8930"/>
                </a:lnTo>
                <a:lnTo>
                  <a:pt x="3691" y="6987"/>
                </a:lnTo>
                <a:lnTo>
                  <a:pt x="5231" y="5231"/>
                </a:lnTo>
                <a:lnTo>
                  <a:pt x="6987" y="3691"/>
                </a:lnTo>
                <a:lnTo>
                  <a:pt x="8930" y="2393"/>
                </a:lnTo>
                <a:lnTo>
                  <a:pt x="11025" y="1359"/>
                </a:lnTo>
                <a:lnTo>
                  <a:pt x="13237" y="609"/>
                </a:lnTo>
                <a:lnTo>
                  <a:pt x="15528" y="153"/>
                </a:lnTo>
                <a:lnTo>
                  <a:pt x="17859" y="0"/>
                </a:lnTo>
                <a:lnTo>
                  <a:pt x="20190" y="153"/>
                </a:lnTo>
                <a:lnTo>
                  <a:pt x="22482" y="609"/>
                </a:lnTo>
                <a:lnTo>
                  <a:pt x="24694" y="1359"/>
                </a:lnTo>
                <a:lnTo>
                  <a:pt x="26789" y="2393"/>
                </a:lnTo>
                <a:lnTo>
                  <a:pt x="28731" y="3691"/>
                </a:lnTo>
                <a:lnTo>
                  <a:pt x="30488" y="5231"/>
                </a:lnTo>
                <a:lnTo>
                  <a:pt x="32028" y="6987"/>
                </a:lnTo>
                <a:lnTo>
                  <a:pt x="33326" y="8930"/>
                </a:lnTo>
                <a:lnTo>
                  <a:pt x="34359" y="11025"/>
                </a:lnTo>
                <a:lnTo>
                  <a:pt x="35110" y="13237"/>
                </a:lnTo>
                <a:lnTo>
                  <a:pt x="35566" y="15528"/>
                </a:lnTo>
                <a:lnTo>
                  <a:pt x="35719" y="17859"/>
                </a:lnTo>
                <a:close/>
              </a:path>
            </a:pathLst>
          </a:custGeom>
          <a:solidFill xmlns:a="http://schemas.openxmlformats.org/drawingml/2006/main">
            <a:srgbClr val="2E5F8B"/>
          </a:solidFill>
          <a:ln xmlns:a="http://schemas.openxmlformats.org/drawingml/2006/main" w="0">
            <a:noFill/>
          </a:ln>
        </p:spPr>
      </p:sp>
      <p:sp>
        <p:nvSpPr>
          <p:cNvPr id="15" name="Offline line 15">
            <a:extLst xmlns:a="http://schemas.openxmlformats.org/drawingml/2006/main">
              <a:ext uri="{FF2B5EF4-FFF2-40B4-BE49-F238E27FC236}">
                <a16:creationId xmlns:a16="http://schemas.microsoft.com/office/drawing/2014/main" id="{497E93B5-30BA-4608-AE69-0F5450652644}"/>
              </a:ext>
            </a:extLst>
          </p:cNvPr>
          <p:cNvSpPr>
            <a:spLocks xmlns:a="http://schemas.openxmlformats.org/drawingml/2006/main" noGrp="1"/>
          </p:cNvSpPr>
          <p:nvPr/>
        </p:nvSpPr>
        <p:spPr>
          <a:xfrm xmlns:a="http://schemas.openxmlformats.org/drawingml/2006/main">
            <a:off x="1696641" y="2641997"/>
            <a:ext cx="35719" cy="35719"/>
          </a:xfrm>
          <a:custGeom xmlns:a="http://schemas.openxmlformats.org/drawingml/2006/main">
            <a:pathLst>
              <a:path w="35719" h="35719">
                <a:moveTo>
                  <a:pt x="35719" y="17859"/>
                </a:moveTo>
                <a:lnTo>
                  <a:pt x="35566" y="20190"/>
                </a:lnTo>
                <a:lnTo>
                  <a:pt x="35110" y="22482"/>
                </a:lnTo>
                <a:lnTo>
                  <a:pt x="34359" y="24694"/>
                </a:lnTo>
                <a:lnTo>
                  <a:pt x="33326" y="26789"/>
                </a:lnTo>
                <a:lnTo>
                  <a:pt x="32028" y="28731"/>
                </a:lnTo>
                <a:lnTo>
                  <a:pt x="30488" y="30488"/>
                </a:lnTo>
                <a:lnTo>
                  <a:pt x="28731" y="32028"/>
                </a:lnTo>
                <a:lnTo>
                  <a:pt x="26789" y="33326"/>
                </a:lnTo>
                <a:lnTo>
                  <a:pt x="24694" y="34359"/>
                </a:lnTo>
                <a:lnTo>
                  <a:pt x="22482" y="35110"/>
                </a:lnTo>
                <a:lnTo>
                  <a:pt x="20190" y="35566"/>
                </a:lnTo>
                <a:lnTo>
                  <a:pt x="17859" y="35719"/>
                </a:lnTo>
                <a:lnTo>
                  <a:pt x="15528" y="35566"/>
                </a:lnTo>
                <a:lnTo>
                  <a:pt x="13237" y="35110"/>
                </a:lnTo>
                <a:lnTo>
                  <a:pt x="11025" y="34359"/>
                </a:lnTo>
                <a:lnTo>
                  <a:pt x="8930" y="33326"/>
                </a:lnTo>
                <a:lnTo>
                  <a:pt x="6987" y="32028"/>
                </a:lnTo>
                <a:lnTo>
                  <a:pt x="5231" y="30488"/>
                </a:lnTo>
                <a:lnTo>
                  <a:pt x="3691" y="28731"/>
                </a:lnTo>
                <a:lnTo>
                  <a:pt x="2393" y="26789"/>
                </a:lnTo>
                <a:lnTo>
                  <a:pt x="1359" y="24694"/>
                </a:lnTo>
                <a:lnTo>
                  <a:pt x="609" y="22482"/>
                </a:lnTo>
                <a:lnTo>
                  <a:pt x="153" y="20190"/>
                </a:lnTo>
                <a:lnTo>
                  <a:pt x="0" y="17859"/>
                </a:lnTo>
                <a:lnTo>
                  <a:pt x="153" y="15528"/>
                </a:lnTo>
                <a:lnTo>
                  <a:pt x="609" y="13237"/>
                </a:lnTo>
                <a:lnTo>
                  <a:pt x="1359" y="11025"/>
                </a:lnTo>
                <a:lnTo>
                  <a:pt x="2393" y="8930"/>
                </a:lnTo>
                <a:lnTo>
                  <a:pt x="3691" y="6987"/>
                </a:lnTo>
                <a:lnTo>
                  <a:pt x="5231" y="5231"/>
                </a:lnTo>
                <a:lnTo>
                  <a:pt x="6987" y="3691"/>
                </a:lnTo>
                <a:lnTo>
                  <a:pt x="8930" y="2393"/>
                </a:lnTo>
                <a:lnTo>
                  <a:pt x="11025" y="1359"/>
                </a:lnTo>
                <a:lnTo>
                  <a:pt x="13237" y="609"/>
                </a:lnTo>
                <a:lnTo>
                  <a:pt x="15528" y="153"/>
                </a:lnTo>
                <a:lnTo>
                  <a:pt x="17859" y="0"/>
                </a:lnTo>
                <a:lnTo>
                  <a:pt x="20190" y="153"/>
                </a:lnTo>
                <a:lnTo>
                  <a:pt x="22482" y="609"/>
                </a:lnTo>
                <a:lnTo>
                  <a:pt x="24694" y="1359"/>
                </a:lnTo>
                <a:lnTo>
                  <a:pt x="26789" y="2393"/>
                </a:lnTo>
                <a:lnTo>
                  <a:pt x="28731" y="3691"/>
                </a:lnTo>
                <a:lnTo>
                  <a:pt x="30488" y="5231"/>
                </a:lnTo>
                <a:lnTo>
                  <a:pt x="32028" y="6987"/>
                </a:lnTo>
                <a:lnTo>
                  <a:pt x="33326" y="8930"/>
                </a:lnTo>
                <a:lnTo>
                  <a:pt x="34359" y="11025"/>
                </a:lnTo>
                <a:lnTo>
                  <a:pt x="35110" y="13237"/>
                </a:lnTo>
                <a:lnTo>
                  <a:pt x="35566" y="15528"/>
                </a:lnTo>
                <a:lnTo>
                  <a:pt x="35719" y="17859"/>
                </a:lnTo>
              </a:path>
            </a:pathLst>
          </a:custGeom>
          <a:noFill xmlns:a="http://schemas.openxmlformats.org/drawingml/2006/main"/>
          <a:ln xmlns:a="http://schemas.openxmlformats.org/drawingml/2006/main" w="9525">
            <a:solidFill>
              <a:srgbClr val="2E5F8B"/>
            </a:solidFill>
            <a:prstDash val="solid"/>
          </a:ln>
        </p:spPr>
      </p:sp>
      <p:sp>
        <p:nvSpPr>
          <p:cNvPr id="16" name="Offline line 16">
            <a:extLst xmlns:a="http://schemas.openxmlformats.org/drawingml/2006/main">
              <a:ext uri="{FF2B5EF4-FFF2-40B4-BE49-F238E27FC236}">
                <a16:creationId xmlns:a16="http://schemas.microsoft.com/office/drawing/2014/main" id="{9B4680F1-0653-4A8E-BB03-37EC1BD1CE7E}"/>
              </a:ext>
            </a:extLst>
          </p:cNvPr>
          <p:cNvSpPr>
            <a:spLocks xmlns:a="http://schemas.openxmlformats.org/drawingml/2006/main" noGrp="1"/>
          </p:cNvSpPr>
          <p:nvPr/>
        </p:nvSpPr>
        <p:spPr>
          <a:xfrm xmlns:a="http://schemas.openxmlformats.org/drawingml/2006/main">
            <a:off x="1589484" y="2609850"/>
            <a:ext cx="53578" cy="114300"/>
          </a:xfrm>
          <a:custGeom xmlns:a="http://schemas.openxmlformats.org/drawingml/2006/main">
            <a:pathLst>
              <a:path w="53578" h="114300">
                <a:moveTo>
                  <a:pt x="53578" y="0"/>
                </a:moveTo>
                <a:lnTo>
                  <a:pt x="34290" y="7830"/>
                </a:lnTo>
                <a:lnTo>
                  <a:pt x="19288" y="18059"/>
                </a:lnTo>
                <a:lnTo>
                  <a:pt x="8573" y="30089"/>
                </a:lnTo>
                <a:lnTo>
                  <a:pt x="2143" y="43320"/>
                </a:lnTo>
                <a:lnTo>
                  <a:pt x="0" y="57150"/>
                </a:lnTo>
                <a:lnTo>
                  <a:pt x="2143" y="70980"/>
                </a:lnTo>
                <a:lnTo>
                  <a:pt x="8573" y="84211"/>
                </a:lnTo>
                <a:lnTo>
                  <a:pt x="19288" y="96241"/>
                </a:lnTo>
                <a:lnTo>
                  <a:pt x="34290" y="106470"/>
                </a:lnTo>
                <a:lnTo>
                  <a:pt x="53578" y="114300"/>
                </a:lnTo>
              </a:path>
            </a:pathLst>
          </a:custGeom>
          <a:noFill xmlns:a="http://schemas.openxmlformats.org/drawingml/2006/main"/>
          <a:ln xmlns:a="http://schemas.openxmlformats.org/drawingml/2006/main" w="17859">
            <a:solidFill>
              <a:srgbClr val="2E5F8B"/>
            </a:solidFill>
            <a:prstDash val="solid"/>
          </a:ln>
        </p:spPr>
      </p:sp>
      <p:sp>
        <p:nvSpPr>
          <p:cNvPr id="17" name="Offline line 17">
            <a:extLst xmlns:a="http://schemas.openxmlformats.org/drawingml/2006/main">
              <a:ext uri="{FF2B5EF4-FFF2-40B4-BE49-F238E27FC236}">
                <a16:creationId xmlns:a16="http://schemas.microsoft.com/office/drawing/2014/main" id="{75E7F27E-226A-4EC1-9249-774D9B30931E}"/>
              </a:ext>
            </a:extLst>
          </p:cNvPr>
          <p:cNvSpPr>
            <a:spLocks xmlns:a="http://schemas.openxmlformats.org/drawingml/2006/main" noGrp="1"/>
          </p:cNvSpPr>
          <p:nvPr/>
        </p:nvSpPr>
        <p:spPr>
          <a:xfrm xmlns:a="http://schemas.openxmlformats.org/drawingml/2006/main">
            <a:off x="1785938" y="2609850"/>
            <a:ext cx="53578" cy="114300"/>
          </a:xfrm>
          <a:custGeom xmlns:a="http://schemas.openxmlformats.org/drawingml/2006/main">
            <a:pathLst>
              <a:path w="53578" h="114300">
                <a:moveTo>
                  <a:pt x="0" y="0"/>
                </a:moveTo>
                <a:lnTo>
                  <a:pt x="19288" y="7830"/>
                </a:lnTo>
                <a:lnTo>
                  <a:pt x="34290" y="18059"/>
                </a:lnTo>
                <a:lnTo>
                  <a:pt x="45006" y="30089"/>
                </a:lnTo>
                <a:lnTo>
                  <a:pt x="51435" y="43320"/>
                </a:lnTo>
                <a:lnTo>
                  <a:pt x="53578" y="57150"/>
                </a:lnTo>
                <a:lnTo>
                  <a:pt x="51435" y="70980"/>
                </a:lnTo>
                <a:lnTo>
                  <a:pt x="45006" y="84211"/>
                </a:lnTo>
                <a:lnTo>
                  <a:pt x="34290" y="96241"/>
                </a:lnTo>
                <a:lnTo>
                  <a:pt x="19288" y="106470"/>
                </a:lnTo>
                <a:lnTo>
                  <a:pt x="0" y="114300"/>
                </a:lnTo>
              </a:path>
            </a:pathLst>
          </a:custGeom>
          <a:noFill xmlns:a="http://schemas.openxmlformats.org/drawingml/2006/main"/>
          <a:ln xmlns:a="http://schemas.openxmlformats.org/drawingml/2006/main" w="17859">
            <a:solidFill>
              <a:srgbClr val="2E5F8B"/>
            </a:solidFill>
            <a:prstDash val="solid"/>
          </a:ln>
        </p:spPr>
      </p:sp>
      <p:sp>
        <p:nvSpPr>
          <p:cNvPr id="18" name="Offline text 18: Cell information">
            <a:extLst xmlns:a="http://schemas.openxmlformats.org/drawingml/2006/main">
              <a:ext uri="{FF2B5EF4-FFF2-40B4-BE49-F238E27FC236}">
                <a16:creationId xmlns:a16="http://schemas.microsoft.com/office/drawing/2014/main" id="{5B04A373-2B75-4626-A975-FF6FA55827DF}"/>
              </a:ext>
            </a:extLst>
          </p:cNvPr>
          <p:cNvSpPr>
            <a:spLocks xmlns:a="http://schemas.openxmlformats.org/drawingml/2006/main" noGrp="1"/>
          </p:cNvSpPr>
          <p:nvPr/>
        </p:nvSpPr>
        <p:spPr>
          <a:xfrm xmlns:a="http://schemas.openxmlformats.org/drawingml/2006/main">
            <a:off x="753428" y="3012281"/>
            <a:ext cx="1922145"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213247"/>
                </a:solidFill>
                <a:latin typeface="Arial"/>
                <a:ea typeface="Arial"/>
                <a:cs typeface="Arial"/>
              </a:defRPr>
            </a:pPr>
            <a:r>
              <a:rPr sz="1875" b="1">
                <a:solidFill>
                  <a:srgbClr val="213247"/>
                </a:solidFill>
                <a:latin typeface="Arial"/>
                <a:ea typeface="Arial"/>
                <a:cs typeface="Arial"/>
              </a:rPr>
              <a:t>Cell information</a:t>
            </a:r>
          </a:p>
        </p:txBody>
      </p:sp>
      <p:sp>
        <p:nvSpPr>
          <p:cNvPr id="19" name="Offline text 19: lookup">
            <a:extLst xmlns:a="http://schemas.openxmlformats.org/drawingml/2006/main">
              <a:ext uri="{FF2B5EF4-FFF2-40B4-BE49-F238E27FC236}">
                <a16:creationId xmlns:a16="http://schemas.microsoft.com/office/drawing/2014/main" id="{90D91556-3160-4824-BCDD-1CDA1504A375}"/>
              </a:ext>
            </a:extLst>
          </p:cNvPr>
          <p:cNvSpPr>
            <a:spLocks xmlns:a="http://schemas.openxmlformats.org/drawingml/2006/main" noGrp="1"/>
          </p:cNvSpPr>
          <p:nvPr/>
        </p:nvSpPr>
        <p:spPr>
          <a:xfrm xmlns:a="http://schemas.openxmlformats.org/drawingml/2006/main">
            <a:off x="1267063" y="3288506"/>
            <a:ext cx="894874"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213247"/>
                </a:solidFill>
                <a:latin typeface="Arial"/>
                <a:ea typeface="Arial"/>
                <a:cs typeface="Arial"/>
              </a:defRPr>
            </a:pPr>
            <a:r>
              <a:rPr sz="1875" b="1">
                <a:solidFill>
                  <a:srgbClr val="213247"/>
                </a:solidFill>
                <a:latin typeface="Arial"/>
                <a:ea typeface="Arial"/>
                <a:cs typeface="Arial"/>
              </a:rPr>
              <a:t>lookup</a:t>
            </a:r>
          </a:p>
        </p:txBody>
      </p:sp>
      <p:sp>
        <p:nvSpPr>
          <p:cNvPr id="20" name="Offline line 20">
            <a:extLst xmlns:a="http://schemas.openxmlformats.org/drawingml/2006/main">
              <a:ext uri="{FF2B5EF4-FFF2-40B4-BE49-F238E27FC236}">
                <a16:creationId xmlns:a16="http://schemas.microsoft.com/office/drawing/2014/main" id="{2A21CFA2-2FE6-4D7E-8937-C2F33EC8DE0C}"/>
              </a:ext>
            </a:extLst>
          </p:cNvPr>
          <p:cNvSpPr>
            <a:spLocks xmlns:a="http://schemas.openxmlformats.org/drawingml/2006/main" noGrp="1"/>
          </p:cNvSpPr>
          <p:nvPr/>
        </p:nvSpPr>
        <p:spPr>
          <a:xfrm xmlns:a="http://schemas.openxmlformats.org/drawingml/2006/main">
            <a:off x="1714500" y="3619500"/>
            <a:ext cx="9525" cy="952500"/>
          </a:xfrm>
          <a:custGeom xmlns:a="http://schemas.openxmlformats.org/drawingml/2006/main">
            <a:pathLst>
              <a:path w="9525" h="952500">
                <a:moveTo>
                  <a:pt x="0" y="0"/>
                </a:moveTo>
                <a:lnTo>
                  <a:pt x="0" y="952500"/>
                </a:lnTo>
              </a:path>
            </a:pathLst>
          </a:custGeom>
          <a:noFill xmlns:a="http://schemas.openxmlformats.org/drawingml/2006/main"/>
          <a:ln xmlns:a="http://schemas.openxmlformats.org/drawingml/2006/main" w="26670">
            <a:solidFill>
              <a:srgbClr val="465E76"/>
            </a:solidFill>
            <a:prstDash val="solid"/>
          </a:ln>
        </p:spPr>
      </p:sp>
      <p:sp>
        <p:nvSpPr>
          <p:cNvPr id="21" name="Offline polygon 21">
            <a:extLst xmlns:a="http://schemas.openxmlformats.org/drawingml/2006/main">
              <a:ext uri="{FF2B5EF4-FFF2-40B4-BE49-F238E27FC236}">
                <a16:creationId xmlns:a16="http://schemas.microsoft.com/office/drawing/2014/main" id="{701D4771-09D5-4292-A0E7-88D008D1E91A}"/>
              </a:ext>
            </a:extLst>
          </p:cNvPr>
          <p:cNvSpPr>
            <a:spLocks xmlns:a="http://schemas.openxmlformats.org/drawingml/2006/main" noGrp="1"/>
          </p:cNvSpPr>
          <p:nvPr/>
        </p:nvSpPr>
        <p:spPr>
          <a:xfrm xmlns:a="http://schemas.openxmlformats.org/drawingml/2006/main">
            <a:off x="1666875" y="4467225"/>
            <a:ext cx="95250" cy="104775"/>
          </a:xfrm>
          <a:custGeom xmlns:a="http://schemas.openxmlformats.org/drawingml/2006/main">
            <a:pathLst>
              <a:path w="95250" h="104775">
                <a:moveTo>
                  <a:pt x="47625" y="104775"/>
                </a:moveTo>
                <a:lnTo>
                  <a:pt x="95250" y="0"/>
                </a:lnTo>
                <a:lnTo>
                  <a:pt x="0" y="0"/>
                </a:lnTo>
                <a:close/>
              </a:path>
            </a:pathLst>
          </a:custGeom>
          <a:solidFill xmlns:a="http://schemas.openxmlformats.org/drawingml/2006/main">
            <a:srgbClr val="465E76"/>
          </a:solidFill>
          <a:ln xmlns:a="http://schemas.openxmlformats.org/drawingml/2006/main" w="0">
            <a:noFill/>
          </a:ln>
        </p:spPr>
      </p:sp>
      <p:sp>
        <p:nvSpPr>
          <p:cNvPr id="22" name="Offline text 22: Cell metadata">
            <a:extLst xmlns:a="http://schemas.openxmlformats.org/drawingml/2006/main">
              <a:ext uri="{FF2B5EF4-FFF2-40B4-BE49-F238E27FC236}">
                <a16:creationId xmlns:a16="http://schemas.microsoft.com/office/drawing/2014/main" id="{7B2BA378-3C08-440C-80FB-ECCD870F43A9}"/>
              </a:ext>
            </a:extLst>
          </p:cNvPr>
          <p:cNvSpPr>
            <a:spLocks xmlns:a="http://schemas.openxmlformats.org/drawingml/2006/main" noGrp="1"/>
          </p:cNvSpPr>
          <p:nvPr/>
        </p:nvSpPr>
        <p:spPr>
          <a:xfrm xmlns:a="http://schemas.openxmlformats.org/drawingml/2006/main">
            <a:off x="1885950" y="3970020"/>
            <a:ext cx="128949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9697A"/>
                </a:solidFill>
                <a:latin typeface="Arial"/>
                <a:ea typeface="Arial"/>
                <a:cs typeface="Arial"/>
              </a:defRPr>
            </a:pPr>
            <a:r>
              <a:rPr sz="1500" b="0">
                <a:solidFill>
                  <a:srgbClr val="59697A"/>
                </a:solidFill>
                <a:latin typeface="Arial"/>
                <a:ea typeface="Arial"/>
                <a:cs typeface="Arial"/>
              </a:rPr>
              <a:t>Cell metadata</a:t>
            </a:r>
          </a:p>
        </p:txBody>
      </p:sp>
      <p:sp>
        <p:nvSpPr>
          <p:cNvPr id="23" name="Offline module 23">
            <a:extLst xmlns:a="http://schemas.openxmlformats.org/drawingml/2006/main">
              <a:ext uri="{FF2B5EF4-FFF2-40B4-BE49-F238E27FC236}">
                <a16:creationId xmlns:a16="http://schemas.microsoft.com/office/drawing/2014/main" id="{6E589687-2D9E-4A2A-AC8A-F88A565145AE}"/>
              </a:ext>
            </a:extLst>
          </p:cNvPr>
          <p:cNvSpPr>
            <a:spLocks xmlns:a="http://schemas.openxmlformats.org/drawingml/2006/main" noGrp="1"/>
          </p:cNvSpPr>
          <p:nvPr/>
        </p:nvSpPr>
        <p:spPr>
          <a:xfrm xmlns:a="http://schemas.openxmlformats.org/drawingml/2006/main">
            <a:off x="523875" y="4572000"/>
            <a:ext cx="2381250" cy="1714500"/>
          </a:xfrm>
          <a:prstGeom xmlns:a="http://schemas.openxmlformats.org/drawingml/2006/main" prst="roundRect">
            <a:avLst>
              <a:gd name="adj" fmla="val 3889"/>
            </a:avLst>
          </a:prstGeom>
          <a:solidFill xmlns:a="http://schemas.openxmlformats.org/drawingml/2006/main">
            <a:srgbClr val="E8F1FB"/>
          </a:solidFill>
          <a:ln xmlns:a="http://schemas.openxmlformats.org/drawingml/2006/main" w="26670">
            <a:solidFill>
              <a:srgbClr val="4475A5"/>
            </a:solidFill>
            <a:prstDash val="solid"/>
          </a:ln>
        </p:spPr>
      </p:sp>
      <p:sp>
        <p:nvSpPr>
          <p:cNvPr id="24" name="Offline module 24">
            <a:extLst xmlns:a="http://schemas.openxmlformats.org/drawingml/2006/main">
              <a:ext uri="{FF2B5EF4-FFF2-40B4-BE49-F238E27FC236}">
                <a16:creationId xmlns:a16="http://schemas.microsoft.com/office/drawing/2014/main" id="{E6CFFAB8-D00A-4C9C-848B-537E4B7209DE}"/>
              </a:ext>
            </a:extLst>
          </p:cNvPr>
          <p:cNvSpPr>
            <a:spLocks xmlns:a="http://schemas.openxmlformats.org/drawingml/2006/main" noGrp="1"/>
          </p:cNvSpPr>
          <p:nvPr/>
        </p:nvSpPr>
        <p:spPr>
          <a:xfrm xmlns:a="http://schemas.openxmlformats.org/drawingml/2006/main">
            <a:off x="1615440" y="4745355"/>
            <a:ext cx="182880" cy="236220"/>
          </a:xfrm>
          <a:prstGeom xmlns:a="http://schemas.openxmlformats.org/drawingml/2006/main" prst="roundRect">
            <a:avLst>
              <a:gd name="adj" fmla="val 8333"/>
            </a:avLst>
          </a:prstGeom>
          <a:noFill xmlns:a="http://schemas.openxmlformats.org/drawingml/2006/main"/>
          <a:ln xmlns:a="http://schemas.openxmlformats.org/drawingml/2006/main" w="18288">
            <a:solidFill>
              <a:srgbClr val="2E5F8B"/>
            </a:solidFill>
            <a:prstDash val="solid"/>
          </a:ln>
        </p:spPr>
      </p:sp>
      <p:sp>
        <p:nvSpPr>
          <p:cNvPr id="25" name="Offline line 25">
            <a:extLst xmlns:a="http://schemas.openxmlformats.org/drawingml/2006/main">
              <a:ext uri="{FF2B5EF4-FFF2-40B4-BE49-F238E27FC236}">
                <a16:creationId xmlns:a16="http://schemas.microsoft.com/office/drawing/2014/main" id="{BBC545F2-FC7E-42FC-95EE-4E9D1344FC21}"/>
              </a:ext>
            </a:extLst>
          </p:cNvPr>
          <p:cNvSpPr>
            <a:spLocks xmlns:a="http://schemas.openxmlformats.org/drawingml/2006/main" noGrp="1"/>
          </p:cNvSpPr>
          <p:nvPr/>
        </p:nvSpPr>
        <p:spPr>
          <a:xfrm xmlns:a="http://schemas.openxmlformats.org/drawingml/2006/main">
            <a:off x="1562100" y="4791075"/>
            <a:ext cx="190500" cy="228600"/>
          </a:xfrm>
          <a:custGeom xmlns:a="http://schemas.openxmlformats.org/drawingml/2006/main">
            <a:pathLst>
              <a:path w="190500" h="228600">
                <a:moveTo>
                  <a:pt x="22860" y="0"/>
                </a:moveTo>
                <a:lnTo>
                  <a:pt x="0" y="0"/>
                </a:lnTo>
                <a:lnTo>
                  <a:pt x="0" y="228600"/>
                </a:lnTo>
                <a:lnTo>
                  <a:pt x="190500" y="228600"/>
                </a:lnTo>
              </a:path>
            </a:pathLst>
          </a:custGeom>
          <a:noFill xmlns:a="http://schemas.openxmlformats.org/drawingml/2006/main"/>
          <a:ln xmlns:a="http://schemas.openxmlformats.org/drawingml/2006/main" w="19050">
            <a:solidFill>
              <a:srgbClr val="2E5F8B"/>
            </a:solidFill>
            <a:prstDash val="solid"/>
          </a:ln>
        </p:spPr>
      </p:sp>
      <p:sp>
        <p:nvSpPr>
          <p:cNvPr id="26" name="Offline line 26">
            <a:extLst xmlns:a="http://schemas.openxmlformats.org/drawingml/2006/main">
              <a:ext uri="{FF2B5EF4-FFF2-40B4-BE49-F238E27FC236}">
                <a16:creationId xmlns:a16="http://schemas.microsoft.com/office/drawing/2014/main" id="{1BEF3FE4-FDA6-4B54-A5A8-6F5BED6C3FB9}"/>
              </a:ext>
            </a:extLst>
          </p:cNvPr>
          <p:cNvSpPr>
            <a:spLocks xmlns:a="http://schemas.openxmlformats.org/drawingml/2006/main" noGrp="1"/>
          </p:cNvSpPr>
          <p:nvPr/>
        </p:nvSpPr>
        <p:spPr>
          <a:xfrm xmlns:a="http://schemas.openxmlformats.org/drawingml/2006/main">
            <a:off x="1661160" y="4813935"/>
            <a:ext cx="91440" cy="9525"/>
          </a:xfrm>
          <a:custGeom xmlns:a="http://schemas.openxmlformats.org/drawingml/2006/main">
            <a:pathLst>
              <a:path w="91440" h="9525">
                <a:moveTo>
                  <a:pt x="0" y="0"/>
                </a:moveTo>
                <a:lnTo>
                  <a:pt x="91440" y="0"/>
                </a:lnTo>
              </a:path>
            </a:pathLst>
          </a:custGeom>
          <a:noFill xmlns:a="http://schemas.openxmlformats.org/drawingml/2006/main"/>
          <a:ln xmlns:a="http://schemas.openxmlformats.org/drawingml/2006/main" w="19050">
            <a:solidFill>
              <a:srgbClr val="2E5F8B"/>
            </a:solidFill>
            <a:prstDash val="solid"/>
          </a:ln>
        </p:spPr>
      </p:sp>
      <p:sp>
        <p:nvSpPr>
          <p:cNvPr id="27" name="Offline line 27">
            <a:extLst xmlns:a="http://schemas.openxmlformats.org/drawingml/2006/main">
              <a:ext uri="{FF2B5EF4-FFF2-40B4-BE49-F238E27FC236}">
                <a16:creationId xmlns:a16="http://schemas.microsoft.com/office/drawing/2014/main" id="{21F90943-E3CD-4D26-B345-910D7763A9BA}"/>
              </a:ext>
            </a:extLst>
          </p:cNvPr>
          <p:cNvSpPr>
            <a:spLocks xmlns:a="http://schemas.openxmlformats.org/drawingml/2006/main" noGrp="1"/>
          </p:cNvSpPr>
          <p:nvPr/>
        </p:nvSpPr>
        <p:spPr>
          <a:xfrm xmlns:a="http://schemas.openxmlformats.org/drawingml/2006/main">
            <a:off x="1661160" y="4867275"/>
            <a:ext cx="91440" cy="9525"/>
          </a:xfrm>
          <a:custGeom xmlns:a="http://schemas.openxmlformats.org/drawingml/2006/main">
            <a:pathLst>
              <a:path w="91440" h="9525">
                <a:moveTo>
                  <a:pt x="0" y="0"/>
                </a:moveTo>
                <a:lnTo>
                  <a:pt x="91440" y="0"/>
                </a:lnTo>
              </a:path>
            </a:pathLst>
          </a:custGeom>
          <a:noFill xmlns:a="http://schemas.openxmlformats.org/drawingml/2006/main"/>
          <a:ln xmlns:a="http://schemas.openxmlformats.org/drawingml/2006/main" w="19050">
            <a:solidFill>
              <a:srgbClr val="2E5F8B"/>
            </a:solidFill>
            <a:prstDash val="solid"/>
          </a:ln>
        </p:spPr>
      </p:sp>
      <p:sp>
        <p:nvSpPr>
          <p:cNvPr id="28" name="Offline line 28">
            <a:extLst xmlns:a="http://schemas.openxmlformats.org/drawingml/2006/main">
              <a:ext uri="{FF2B5EF4-FFF2-40B4-BE49-F238E27FC236}">
                <a16:creationId xmlns:a16="http://schemas.microsoft.com/office/drawing/2014/main" id="{666A9A3F-B586-44B0-B381-5DDFABF2EB8E}"/>
              </a:ext>
            </a:extLst>
          </p:cNvPr>
          <p:cNvSpPr>
            <a:spLocks xmlns:a="http://schemas.openxmlformats.org/drawingml/2006/main" noGrp="1"/>
          </p:cNvSpPr>
          <p:nvPr/>
        </p:nvSpPr>
        <p:spPr>
          <a:xfrm xmlns:a="http://schemas.openxmlformats.org/drawingml/2006/main">
            <a:off x="1661160" y="4920615"/>
            <a:ext cx="60960" cy="9525"/>
          </a:xfrm>
          <a:custGeom xmlns:a="http://schemas.openxmlformats.org/drawingml/2006/main">
            <a:pathLst>
              <a:path w="60960" h="9525">
                <a:moveTo>
                  <a:pt x="0" y="0"/>
                </a:moveTo>
                <a:lnTo>
                  <a:pt x="60960" y="0"/>
                </a:lnTo>
              </a:path>
            </a:pathLst>
          </a:custGeom>
          <a:noFill xmlns:a="http://schemas.openxmlformats.org/drawingml/2006/main"/>
          <a:ln xmlns:a="http://schemas.openxmlformats.org/drawingml/2006/main" w="19050">
            <a:solidFill>
              <a:srgbClr val="2E5F8B"/>
            </a:solidFill>
            <a:prstDash val="solid"/>
          </a:ln>
        </p:spPr>
      </p:sp>
      <p:sp>
        <p:nvSpPr>
          <p:cNvPr id="29" name="Offline text 29: Initialized">
            <a:extLst xmlns:a="http://schemas.openxmlformats.org/drawingml/2006/main">
              <a:ext uri="{FF2B5EF4-FFF2-40B4-BE49-F238E27FC236}">
                <a16:creationId xmlns:a16="http://schemas.microsoft.com/office/drawing/2014/main" id="{904A5A17-7DA5-44BF-BA18-F7308319CA4B}"/>
              </a:ext>
            </a:extLst>
          </p:cNvPr>
          <p:cNvSpPr>
            <a:spLocks xmlns:a="http://schemas.openxmlformats.org/drawingml/2006/main" noGrp="1"/>
          </p:cNvSpPr>
          <p:nvPr/>
        </p:nvSpPr>
        <p:spPr>
          <a:xfrm xmlns:a="http://schemas.openxmlformats.org/drawingml/2006/main">
            <a:off x="1004840" y="5121593"/>
            <a:ext cx="141932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250" b="1">
                <a:solidFill>
                  <a:srgbClr val="213247"/>
                </a:solidFill>
                <a:latin typeface="Arial"/>
                <a:ea typeface="Arial"/>
                <a:cs typeface="Arial"/>
              </a:defRPr>
            </a:pPr>
            <a:r>
              <a:rPr sz="2250" b="1">
                <a:solidFill>
                  <a:srgbClr val="213247"/>
                </a:solidFill>
                <a:latin typeface="Arial"/>
                <a:ea typeface="Arial"/>
                <a:cs typeface="Arial"/>
              </a:rPr>
              <a:t>Initialized</a:t>
            </a:r>
          </a:p>
        </p:txBody>
      </p:sp>
      <p:sp>
        <p:nvSpPr>
          <p:cNvPr id="30" name="Offline text 30: task state">
            <a:extLst xmlns:a="http://schemas.openxmlformats.org/drawingml/2006/main">
              <a:ext uri="{FF2B5EF4-FFF2-40B4-BE49-F238E27FC236}">
                <a16:creationId xmlns:a16="http://schemas.microsoft.com/office/drawing/2014/main" id="{4F5C772A-EB7C-4D55-BAC9-99925D8DF4AE}"/>
              </a:ext>
            </a:extLst>
          </p:cNvPr>
          <p:cNvSpPr>
            <a:spLocks xmlns:a="http://schemas.openxmlformats.org/drawingml/2006/main" noGrp="1"/>
          </p:cNvSpPr>
          <p:nvPr/>
        </p:nvSpPr>
        <p:spPr>
          <a:xfrm xmlns:a="http://schemas.openxmlformats.org/drawingml/2006/main">
            <a:off x="998268" y="5474018"/>
            <a:ext cx="1432465"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250" b="1">
                <a:solidFill>
                  <a:srgbClr val="213247"/>
                </a:solidFill>
                <a:latin typeface="Arial"/>
                <a:ea typeface="Arial"/>
                <a:cs typeface="Arial"/>
              </a:defRPr>
            </a:pPr>
            <a:r>
              <a:rPr sz="2250" b="1">
                <a:solidFill>
                  <a:srgbClr val="213247"/>
                </a:solidFill>
                <a:latin typeface="Arial"/>
                <a:ea typeface="Arial"/>
                <a:cs typeface="Arial"/>
              </a:rPr>
              <a:t>task state</a:t>
            </a:r>
          </a:p>
        </p:txBody>
      </p:sp>
      <p:sp>
        <p:nvSpPr>
          <p:cNvPr id="31" name="Offline text 31: Task + cell metadata">
            <a:extLst xmlns:a="http://schemas.openxmlformats.org/drawingml/2006/main">
              <a:ext uri="{FF2B5EF4-FFF2-40B4-BE49-F238E27FC236}">
                <a16:creationId xmlns:a16="http://schemas.microsoft.com/office/drawing/2014/main" id="{A5B343C7-AFB6-493C-BABB-15657CE9B14F}"/>
              </a:ext>
            </a:extLst>
          </p:cNvPr>
          <p:cNvSpPr>
            <a:spLocks xmlns:a="http://schemas.openxmlformats.org/drawingml/2006/main" noGrp="1"/>
          </p:cNvSpPr>
          <p:nvPr/>
        </p:nvSpPr>
        <p:spPr>
          <a:xfrm xmlns:a="http://schemas.openxmlformats.org/drawingml/2006/main">
            <a:off x="830837" y="5902738"/>
            <a:ext cx="1767326" cy="244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0">
                <a:solidFill>
                  <a:srgbClr val="2E5F8B"/>
                </a:solidFill>
                <a:latin typeface="Arial"/>
                <a:ea typeface="Arial"/>
                <a:cs typeface="Arial"/>
              </a:defRPr>
            </a:pPr>
            <a:r>
              <a:rPr sz="1425" b="0">
                <a:solidFill>
                  <a:srgbClr val="2E5F8B"/>
                </a:solidFill>
                <a:latin typeface="Arial"/>
                <a:ea typeface="Arial"/>
                <a:cs typeface="Arial"/>
              </a:rPr>
              <a:t>Task + cell metadata</a:t>
            </a:r>
          </a:p>
        </p:txBody>
      </p:sp>
      <p:sp>
        <p:nvSpPr>
          <p:cNvPr id="32" name="Offline text 32: OUTPUT">
            <a:extLst xmlns:a="http://schemas.openxmlformats.org/drawingml/2006/main">
              <a:ext uri="{FF2B5EF4-FFF2-40B4-BE49-F238E27FC236}">
                <a16:creationId xmlns:a16="http://schemas.microsoft.com/office/drawing/2014/main" id="{FDA94BFB-56D1-47D4-8D9D-A7C9A07AEBF3}"/>
              </a:ext>
            </a:extLst>
          </p:cNvPr>
          <p:cNvSpPr>
            <a:spLocks xmlns:a="http://schemas.openxmlformats.org/drawingml/2006/main" noGrp="1"/>
          </p:cNvSpPr>
          <p:nvPr/>
        </p:nvSpPr>
        <p:spPr>
          <a:xfrm xmlns:a="http://schemas.openxmlformats.org/drawingml/2006/main">
            <a:off x="20212060" y="3720656"/>
            <a:ext cx="819131" cy="231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28664F"/>
                </a:solidFill>
                <a:latin typeface="Arial"/>
                <a:ea typeface="Arial"/>
                <a:cs typeface="Arial"/>
              </a:defRPr>
            </a:pPr>
            <a:r>
              <a:rPr sz="1350" b="1">
                <a:solidFill>
                  <a:srgbClr val="28664F"/>
                </a:solidFill>
                <a:latin typeface="Arial"/>
                <a:ea typeface="Arial"/>
                <a:cs typeface="Arial"/>
              </a:rPr>
              <a:t>OUTPUT</a:t>
            </a:r>
          </a:p>
        </p:txBody>
      </p:sp>
      <p:sp>
        <p:nvSpPr>
          <p:cNvPr id="33" name="Offline polygon 33">
            <a:extLst xmlns:a="http://schemas.openxmlformats.org/drawingml/2006/main">
              <a:ext uri="{FF2B5EF4-FFF2-40B4-BE49-F238E27FC236}">
                <a16:creationId xmlns:a16="http://schemas.microsoft.com/office/drawing/2014/main" id="{27D1AA2C-BF0B-4173-9308-979CFF566528}"/>
              </a:ext>
            </a:extLst>
          </p:cNvPr>
          <p:cNvSpPr>
            <a:spLocks xmlns:a="http://schemas.openxmlformats.org/drawingml/2006/main" noGrp="1"/>
          </p:cNvSpPr>
          <p:nvPr/>
        </p:nvSpPr>
        <p:spPr>
          <a:xfrm xmlns:a="http://schemas.openxmlformats.org/drawingml/2006/main">
            <a:off x="19240500" y="4191000"/>
            <a:ext cx="2762250" cy="2905125"/>
          </a:xfrm>
          <a:custGeom xmlns:a="http://schemas.openxmlformats.org/drawingml/2006/main">
            <a:pathLst>
              <a:path w="2762250" h="2905125">
                <a:moveTo>
                  <a:pt x="0" y="0"/>
                </a:moveTo>
                <a:lnTo>
                  <a:pt x="2428875" y="0"/>
                </a:lnTo>
                <a:lnTo>
                  <a:pt x="2762250" y="333375"/>
                </a:lnTo>
                <a:lnTo>
                  <a:pt x="2762250" y="2905125"/>
                </a:lnTo>
                <a:lnTo>
                  <a:pt x="0" y="2905125"/>
                </a:lnTo>
                <a:close/>
              </a:path>
            </a:pathLst>
          </a:custGeom>
          <a:solidFill xmlns:a="http://schemas.openxmlformats.org/drawingml/2006/main">
            <a:srgbClr val="E6F4EE"/>
          </a:solidFill>
          <a:ln xmlns:a="http://schemas.openxmlformats.org/drawingml/2006/main" w="26670">
            <a:solidFill>
              <a:srgbClr val="4D8F78"/>
            </a:solidFill>
            <a:prstDash val="solid"/>
          </a:ln>
        </p:spPr>
      </p:sp>
      <p:sp>
        <p:nvSpPr>
          <p:cNvPr id="34" name="Offline line 34">
            <a:extLst xmlns:a="http://schemas.openxmlformats.org/drawingml/2006/main">
              <a:ext uri="{FF2B5EF4-FFF2-40B4-BE49-F238E27FC236}">
                <a16:creationId xmlns:a16="http://schemas.microsoft.com/office/drawing/2014/main" id="{C7474E63-AD6E-43AB-A3E5-2A955498907E}"/>
              </a:ext>
            </a:extLst>
          </p:cNvPr>
          <p:cNvSpPr>
            <a:spLocks xmlns:a="http://schemas.openxmlformats.org/drawingml/2006/main" noGrp="1"/>
          </p:cNvSpPr>
          <p:nvPr/>
        </p:nvSpPr>
        <p:spPr>
          <a:xfrm xmlns:a="http://schemas.openxmlformats.org/drawingml/2006/main">
            <a:off x="21669375" y="4191000"/>
            <a:ext cx="333375" cy="333375"/>
          </a:xfrm>
          <a:custGeom xmlns:a="http://schemas.openxmlformats.org/drawingml/2006/main">
            <a:pathLst>
              <a:path w="333375" h="333375">
                <a:moveTo>
                  <a:pt x="0" y="0"/>
                </a:moveTo>
                <a:lnTo>
                  <a:pt x="0" y="333375"/>
                </a:lnTo>
                <a:lnTo>
                  <a:pt x="333375" y="333375"/>
                </a:lnTo>
              </a:path>
            </a:pathLst>
          </a:custGeom>
          <a:noFill xmlns:a="http://schemas.openxmlformats.org/drawingml/2006/main"/>
          <a:ln xmlns:a="http://schemas.openxmlformats.org/drawingml/2006/main" w="26670">
            <a:solidFill>
              <a:srgbClr val="4D8F78"/>
            </a:solidFill>
            <a:prstDash val="solid"/>
          </a:ln>
        </p:spPr>
      </p:sp>
      <p:sp>
        <p:nvSpPr>
          <p:cNvPr id="35" name="Offline module 35">
            <a:extLst xmlns:a="http://schemas.openxmlformats.org/drawingml/2006/main">
              <a:ext uri="{FF2B5EF4-FFF2-40B4-BE49-F238E27FC236}">
                <a16:creationId xmlns:a16="http://schemas.microsoft.com/office/drawing/2014/main" id="{73C859CB-2240-4D76-9C94-DAECFBBEA2A7}"/>
              </a:ext>
            </a:extLst>
          </p:cNvPr>
          <p:cNvSpPr>
            <a:spLocks xmlns:a="http://schemas.openxmlformats.org/drawingml/2006/main" noGrp="1"/>
          </p:cNvSpPr>
          <p:nvPr/>
        </p:nvSpPr>
        <p:spPr>
          <a:xfrm xmlns:a="http://schemas.openxmlformats.org/drawingml/2006/main">
            <a:off x="20088225" y="4514850"/>
            <a:ext cx="933450" cy="1066800"/>
          </a:xfrm>
          <a:prstGeom xmlns:a="http://schemas.openxmlformats.org/drawingml/2006/main" prst="roundRect">
            <a:avLst>
              <a:gd name="adj" fmla="val 3061"/>
            </a:avLst>
          </a:prstGeom>
          <a:solidFill xmlns:a="http://schemas.openxmlformats.org/drawingml/2006/main">
            <a:srgbClr val="FFFFFF"/>
          </a:solidFill>
          <a:ln xmlns:a="http://schemas.openxmlformats.org/drawingml/2006/main" w="20955">
            <a:solidFill>
              <a:srgbClr val="4D8F78"/>
            </a:solidFill>
            <a:prstDash val="solid"/>
          </a:ln>
        </p:spPr>
      </p:sp>
      <p:sp>
        <p:nvSpPr>
          <p:cNvPr id="36" name="Offline line 36">
            <a:extLst xmlns:a="http://schemas.openxmlformats.org/drawingml/2006/main">
              <a:ext uri="{FF2B5EF4-FFF2-40B4-BE49-F238E27FC236}">
                <a16:creationId xmlns:a16="http://schemas.microsoft.com/office/drawing/2014/main" id="{848C8721-1883-4CD6-A898-F5043BFB394E}"/>
              </a:ext>
            </a:extLst>
          </p:cNvPr>
          <p:cNvSpPr>
            <a:spLocks xmlns:a="http://schemas.openxmlformats.org/drawingml/2006/main" noGrp="1"/>
          </p:cNvSpPr>
          <p:nvPr/>
        </p:nvSpPr>
        <p:spPr>
          <a:xfrm xmlns:a="http://schemas.openxmlformats.org/drawingml/2006/main">
            <a:off x="20240625" y="4695825"/>
            <a:ext cx="628650" cy="9525"/>
          </a:xfrm>
          <a:custGeom xmlns:a="http://schemas.openxmlformats.org/drawingml/2006/main">
            <a:pathLst>
              <a:path w="628650" h="9525">
                <a:moveTo>
                  <a:pt x="0" y="0"/>
                </a:moveTo>
                <a:lnTo>
                  <a:pt x="628650" y="0"/>
                </a:lnTo>
              </a:path>
            </a:pathLst>
          </a:custGeom>
          <a:noFill xmlns:a="http://schemas.openxmlformats.org/drawingml/2006/main"/>
          <a:ln xmlns:a="http://schemas.openxmlformats.org/drawingml/2006/main" w="28575">
            <a:solidFill>
              <a:srgbClr val="4D8F78"/>
            </a:solidFill>
            <a:prstDash val="solid"/>
          </a:ln>
        </p:spPr>
      </p:sp>
      <p:sp>
        <p:nvSpPr>
          <p:cNvPr id="37" name="Offline line 37">
            <a:extLst xmlns:a="http://schemas.openxmlformats.org/drawingml/2006/main">
              <a:ext uri="{FF2B5EF4-FFF2-40B4-BE49-F238E27FC236}">
                <a16:creationId xmlns:a16="http://schemas.microsoft.com/office/drawing/2014/main" id="{C112AF05-B366-4FE8-B157-039F2BD2EED1}"/>
              </a:ext>
            </a:extLst>
          </p:cNvPr>
          <p:cNvSpPr>
            <a:spLocks xmlns:a="http://schemas.openxmlformats.org/drawingml/2006/main" noGrp="1"/>
          </p:cNvSpPr>
          <p:nvPr/>
        </p:nvSpPr>
        <p:spPr>
          <a:xfrm xmlns:a="http://schemas.openxmlformats.org/drawingml/2006/main">
            <a:off x="20240625" y="4810125"/>
            <a:ext cx="457200" cy="9525"/>
          </a:xfrm>
          <a:custGeom xmlns:a="http://schemas.openxmlformats.org/drawingml/2006/main">
            <a:pathLst>
              <a:path w="457200" h="9525">
                <a:moveTo>
                  <a:pt x="0" y="0"/>
                </a:moveTo>
                <a:lnTo>
                  <a:pt x="457200" y="0"/>
                </a:lnTo>
              </a:path>
            </a:pathLst>
          </a:custGeom>
          <a:noFill xmlns:a="http://schemas.openxmlformats.org/drawingml/2006/main"/>
          <a:ln xmlns:a="http://schemas.openxmlformats.org/drawingml/2006/main" w="23813">
            <a:solidFill>
              <a:srgbClr val="4D8F78"/>
            </a:solidFill>
            <a:prstDash val="solid"/>
          </a:ln>
        </p:spPr>
      </p:sp>
      <p:sp>
        <p:nvSpPr>
          <p:cNvPr id="38" name="Offline line 38">
            <a:extLst xmlns:a="http://schemas.openxmlformats.org/drawingml/2006/main">
              <a:ext uri="{FF2B5EF4-FFF2-40B4-BE49-F238E27FC236}">
                <a16:creationId xmlns:a16="http://schemas.microsoft.com/office/drawing/2014/main" id="{9177E84B-50E2-41AA-A972-0479353BAD84}"/>
              </a:ext>
            </a:extLst>
          </p:cNvPr>
          <p:cNvSpPr>
            <a:spLocks xmlns:a="http://schemas.openxmlformats.org/drawingml/2006/main" noGrp="1"/>
          </p:cNvSpPr>
          <p:nvPr/>
        </p:nvSpPr>
        <p:spPr>
          <a:xfrm xmlns:a="http://schemas.openxmlformats.org/drawingml/2006/main">
            <a:off x="20250150" y="4991100"/>
            <a:ext cx="638175" cy="428625"/>
          </a:xfrm>
          <a:custGeom xmlns:a="http://schemas.openxmlformats.org/drawingml/2006/main">
            <a:pathLst>
              <a:path w="638175" h="428625">
                <a:moveTo>
                  <a:pt x="0" y="0"/>
                </a:moveTo>
                <a:lnTo>
                  <a:pt x="0" y="428625"/>
                </a:lnTo>
                <a:lnTo>
                  <a:pt x="638175" y="428625"/>
                </a:lnTo>
              </a:path>
            </a:pathLst>
          </a:custGeom>
          <a:noFill xmlns:a="http://schemas.openxmlformats.org/drawingml/2006/main"/>
          <a:ln xmlns:a="http://schemas.openxmlformats.org/drawingml/2006/main" w="19050">
            <a:solidFill>
              <a:srgbClr val="4D8F78"/>
            </a:solidFill>
            <a:prstDash val="solid"/>
          </a:ln>
        </p:spPr>
      </p:sp>
      <p:sp>
        <p:nvSpPr>
          <p:cNvPr id="39" name="Offline module 39">
            <a:extLst xmlns:a="http://schemas.openxmlformats.org/drawingml/2006/main">
              <a:ext uri="{FF2B5EF4-FFF2-40B4-BE49-F238E27FC236}">
                <a16:creationId xmlns:a16="http://schemas.microsoft.com/office/drawing/2014/main" id="{48076C23-B8C4-40BB-959F-B657A124ECE8}"/>
              </a:ext>
            </a:extLst>
          </p:cNvPr>
          <p:cNvSpPr>
            <a:spLocks xmlns:a="http://schemas.openxmlformats.org/drawingml/2006/main" noGrp="1"/>
          </p:cNvSpPr>
          <p:nvPr/>
        </p:nvSpPr>
        <p:spPr>
          <a:xfrm xmlns:a="http://schemas.openxmlformats.org/drawingml/2006/main">
            <a:off x="20345400" y="5238750"/>
            <a:ext cx="104775" cy="180975"/>
          </a:xfrm>
          <a:prstGeom xmlns:a="http://schemas.openxmlformats.org/drawingml/2006/main" prst="rect">
            <a:avLst/>
          </a:prstGeom>
          <a:solidFill xmlns:a="http://schemas.openxmlformats.org/drawingml/2006/main">
            <a:srgbClr val="4D8F78"/>
          </a:solidFill>
          <a:ln xmlns:a="http://schemas.openxmlformats.org/drawingml/2006/main" w="0">
            <a:noFill/>
          </a:ln>
        </p:spPr>
      </p:sp>
      <p:sp>
        <p:nvSpPr>
          <p:cNvPr id="40" name="Offline module 40">
            <a:extLst xmlns:a="http://schemas.openxmlformats.org/drawingml/2006/main">
              <a:ext uri="{FF2B5EF4-FFF2-40B4-BE49-F238E27FC236}">
                <a16:creationId xmlns:a16="http://schemas.microsoft.com/office/drawing/2014/main" id="{F9BEF425-BB7E-4AF0-8C10-BB884DD024E7}"/>
              </a:ext>
            </a:extLst>
          </p:cNvPr>
          <p:cNvSpPr>
            <a:spLocks xmlns:a="http://schemas.openxmlformats.org/drawingml/2006/main" noGrp="1"/>
          </p:cNvSpPr>
          <p:nvPr/>
        </p:nvSpPr>
        <p:spPr>
          <a:xfrm xmlns:a="http://schemas.openxmlformats.org/drawingml/2006/main">
            <a:off x="20516850" y="5105400"/>
            <a:ext cx="104775" cy="314325"/>
          </a:xfrm>
          <a:prstGeom xmlns:a="http://schemas.openxmlformats.org/drawingml/2006/main" prst="rect">
            <a:avLst/>
          </a:prstGeom>
          <a:solidFill xmlns:a="http://schemas.openxmlformats.org/drawingml/2006/main">
            <a:srgbClr val="4D8F78"/>
          </a:solidFill>
          <a:ln xmlns:a="http://schemas.openxmlformats.org/drawingml/2006/main" w="0">
            <a:noFill/>
          </a:ln>
        </p:spPr>
      </p:sp>
      <p:sp>
        <p:nvSpPr>
          <p:cNvPr id="41" name="Offline module 41">
            <a:extLst xmlns:a="http://schemas.openxmlformats.org/drawingml/2006/main">
              <a:ext uri="{FF2B5EF4-FFF2-40B4-BE49-F238E27FC236}">
                <a16:creationId xmlns:a16="http://schemas.microsoft.com/office/drawing/2014/main" id="{40B7B6CD-5216-4455-A156-7E6BEEBA01AE}"/>
              </a:ext>
            </a:extLst>
          </p:cNvPr>
          <p:cNvSpPr>
            <a:spLocks xmlns:a="http://schemas.openxmlformats.org/drawingml/2006/main" noGrp="1"/>
          </p:cNvSpPr>
          <p:nvPr/>
        </p:nvSpPr>
        <p:spPr>
          <a:xfrm xmlns:a="http://schemas.openxmlformats.org/drawingml/2006/main">
            <a:off x="20688300" y="4991100"/>
            <a:ext cx="104775" cy="428625"/>
          </a:xfrm>
          <a:prstGeom xmlns:a="http://schemas.openxmlformats.org/drawingml/2006/main" prst="rect">
            <a:avLst/>
          </a:prstGeom>
          <a:solidFill xmlns:a="http://schemas.openxmlformats.org/drawingml/2006/main">
            <a:srgbClr val="4D8F78"/>
          </a:solidFill>
          <a:ln xmlns:a="http://schemas.openxmlformats.org/drawingml/2006/main" w="0">
            <a:noFill/>
          </a:ln>
        </p:spPr>
      </p:sp>
      <p:sp>
        <p:nvSpPr>
          <p:cNvPr id="42" name="Offline text 42: Outage impact">
            <a:extLst xmlns:a="http://schemas.openxmlformats.org/drawingml/2006/main">
              <a:ext uri="{FF2B5EF4-FFF2-40B4-BE49-F238E27FC236}">
                <a16:creationId xmlns:a16="http://schemas.microsoft.com/office/drawing/2014/main" id="{135FF317-AA67-4BB8-81F8-69D9CC74E4ED}"/>
              </a:ext>
            </a:extLst>
          </p:cNvPr>
          <p:cNvSpPr>
            <a:spLocks xmlns:a="http://schemas.openxmlformats.org/drawingml/2006/main" noGrp="1"/>
          </p:cNvSpPr>
          <p:nvPr/>
        </p:nvSpPr>
        <p:spPr>
          <a:xfrm xmlns:a="http://schemas.openxmlformats.org/drawingml/2006/main">
            <a:off x="19505905" y="5790057"/>
            <a:ext cx="2231441"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400" b="1">
                <a:solidFill>
                  <a:srgbClr val="28664F"/>
                </a:solidFill>
                <a:latin typeface="Arial"/>
                <a:ea typeface="Arial"/>
                <a:cs typeface="Arial"/>
              </a:defRPr>
            </a:pPr>
            <a:r>
              <a:rPr sz="2400" b="1">
                <a:solidFill>
                  <a:srgbClr val="28664F"/>
                </a:solidFill>
                <a:latin typeface="Arial"/>
                <a:ea typeface="Arial"/>
                <a:cs typeface="Arial"/>
              </a:rPr>
              <a:t>Outage impact</a:t>
            </a:r>
          </a:p>
        </p:txBody>
      </p:sp>
      <p:sp>
        <p:nvSpPr>
          <p:cNvPr id="43" name="Offline text 43: report">
            <a:extLst xmlns:a="http://schemas.openxmlformats.org/drawingml/2006/main">
              <a:ext uri="{FF2B5EF4-FFF2-40B4-BE49-F238E27FC236}">
                <a16:creationId xmlns:a16="http://schemas.microsoft.com/office/drawing/2014/main" id="{EA9C4571-01FF-409E-8777-AF0641933B36}"/>
              </a:ext>
            </a:extLst>
          </p:cNvPr>
          <p:cNvSpPr>
            <a:spLocks xmlns:a="http://schemas.openxmlformats.org/drawingml/2006/main" noGrp="1"/>
          </p:cNvSpPr>
          <p:nvPr/>
        </p:nvSpPr>
        <p:spPr>
          <a:xfrm xmlns:a="http://schemas.openxmlformats.org/drawingml/2006/main">
            <a:off x="20051873" y="6137243"/>
            <a:ext cx="1139504" cy="4757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775" b="1">
                <a:solidFill>
                  <a:srgbClr val="28664F"/>
                </a:solidFill>
                <a:latin typeface="Arial"/>
                <a:ea typeface="Arial"/>
                <a:cs typeface="Arial"/>
              </a:defRPr>
            </a:pPr>
            <a:r>
              <a:rPr sz="2775" b="1">
                <a:solidFill>
                  <a:srgbClr val="28664F"/>
                </a:solidFill>
                <a:latin typeface="Arial"/>
                <a:ea typeface="Arial"/>
                <a:cs typeface="Arial"/>
              </a:rPr>
              <a:t>report</a:t>
            </a:r>
          </a:p>
        </p:txBody>
      </p:sp>
      <p:sp>
        <p:nvSpPr>
          <p:cNvPr id="44" name="Offline text 44: Coverage, backup, load">
            <a:extLst xmlns:a="http://schemas.openxmlformats.org/drawingml/2006/main">
              <a:ext uri="{FF2B5EF4-FFF2-40B4-BE49-F238E27FC236}">
                <a16:creationId xmlns:a16="http://schemas.microsoft.com/office/drawing/2014/main" id="{60D0E62A-C754-423F-8F32-D559438812BE}"/>
              </a:ext>
            </a:extLst>
          </p:cNvPr>
          <p:cNvSpPr>
            <a:spLocks xmlns:a="http://schemas.openxmlformats.org/drawingml/2006/main" noGrp="1"/>
          </p:cNvSpPr>
          <p:nvPr/>
        </p:nvSpPr>
        <p:spPr>
          <a:xfrm xmlns:a="http://schemas.openxmlformats.org/drawingml/2006/main">
            <a:off x="19569970" y="6665595"/>
            <a:ext cx="2103311"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28664F"/>
                </a:solidFill>
                <a:latin typeface="Arial"/>
                <a:ea typeface="Arial"/>
                <a:cs typeface="Arial"/>
              </a:defRPr>
            </a:pPr>
            <a:r>
              <a:rPr sz="1500" b="0">
                <a:solidFill>
                  <a:srgbClr val="28664F"/>
                </a:solidFill>
                <a:latin typeface="Arial"/>
                <a:ea typeface="Arial"/>
                <a:cs typeface="Arial"/>
              </a:rPr>
              <a:t>Coverage, backup, load</a:t>
            </a:r>
          </a:p>
        </p:txBody>
      </p:sp>
      <p:sp>
        <p:nvSpPr>
          <p:cNvPr id="45" name="Offline module 45">
            <a:extLst xmlns:a="http://schemas.openxmlformats.org/drawingml/2006/main">
              <a:ext uri="{FF2B5EF4-FFF2-40B4-BE49-F238E27FC236}">
                <a16:creationId xmlns:a16="http://schemas.microsoft.com/office/drawing/2014/main" id="{9074DF04-4EEF-4668-B9F7-D2B0C7330B4B}"/>
              </a:ext>
            </a:extLst>
          </p:cNvPr>
          <p:cNvSpPr>
            <a:spLocks xmlns:a="http://schemas.openxmlformats.org/drawingml/2006/main" noGrp="1"/>
          </p:cNvSpPr>
          <p:nvPr/>
        </p:nvSpPr>
        <p:spPr>
          <a:xfrm xmlns:a="http://schemas.openxmlformats.org/drawingml/2006/main">
            <a:off x="4286250" y="2571750"/>
            <a:ext cx="2095500" cy="952500"/>
          </a:xfrm>
          <a:prstGeom xmlns:a="http://schemas.openxmlformats.org/drawingml/2006/main" prst="roundRect">
            <a:avLst>
              <a:gd name="adj" fmla="val 6000"/>
            </a:avLst>
          </a:prstGeom>
          <a:solidFill xmlns:a="http://schemas.openxmlformats.org/drawingml/2006/main">
            <a:srgbClr val="FAF1E4"/>
          </a:solidFill>
          <a:ln xmlns:a="http://schemas.openxmlformats.org/drawingml/2006/main" w="20955">
            <a:solidFill>
              <a:srgbClr val="B99561"/>
            </a:solidFill>
            <a:prstDash val="solid"/>
          </a:ln>
        </p:spPr>
      </p:sp>
      <p:sp>
        <p:nvSpPr>
          <p:cNvPr id="46" name="Offline line 46">
            <a:extLst xmlns:a="http://schemas.openxmlformats.org/drawingml/2006/main">
              <a:ext uri="{FF2B5EF4-FFF2-40B4-BE49-F238E27FC236}">
                <a16:creationId xmlns:a16="http://schemas.microsoft.com/office/drawing/2014/main" id="{A75A112D-E337-4F74-AD4C-96A9C549E4DF}"/>
              </a:ext>
            </a:extLst>
          </p:cNvPr>
          <p:cNvSpPr>
            <a:spLocks xmlns:a="http://schemas.openxmlformats.org/drawingml/2006/main" noGrp="1"/>
          </p:cNvSpPr>
          <p:nvPr/>
        </p:nvSpPr>
        <p:spPr>
          <a:xfrm xmlns:a="http://schemas.openxmlformats.org/drawingml/2006/main">
            <a:off x="5187315" y="2760345"/>
            <a:ext cx="293370" cy="253365"/>
          </a:xfrm>
          <a:custGeom xmlns:a="http://schemas.openxmlformats.org/drawingml/2006/main">
            <a:pathLst>
              <a:path w="293370" h="253365">
                <a:moveTo>
                  <a:pt x="0" y="0"/>
                </a:moveTo>
                <a:lnTo>
                  <a:pt x="100013" y="0"/>
                </a:lnTo>
                <a:lnTo>
                  <a:pt x="146685" y="33338"/>
                </a:lnTo>
                <a:lnTo>
                  <a:pt x="193357" y="0"/>
                </a:lnTo>
                <a:lnTo>
                  <a:pt x="293370" y="0"/>
                </a:lnTo>
                <a:lnTo>
                  <a:pt x="293370" y="220027"/>
                </a:lnTo>
                <a:lnTo>
                  <a:pt x="193357" y="220027"/>
                </a:lnTo>
                <a:lnTo>
                  <a:pt x="146685" y="253365"/>
                </a:lnTo>
                <a:lnTo>
                  <a:pt x="100013" y="220027"/>
                </a:lnTo>
                <a:lnTo>
                  <a:pt x="0" y="220027"/>
                </a:lnTo>
                <a:lnTo>
                  <a:pt x="0" y="0"/>
                </a:lnTo>
              </a:path>
            </a:pathLst>
          </a:custGeom>
          <a:noFill xmlns:a="http://schemas.openxmlformats.org/drawingml/2006/main"/>
          <a:ln xmlns:a="http://schemas.openxmlformats.org/drawingml/2006/main" w="16669">
            <a:solidFill>
              <a:srgbClr val="B99561"/>
            </a:solidFill>
            <a:prstDash val="solid"/>
          </a:ln>
        </p:spPr>
      </p:sp>
      <p:sp>
        <p:nvSpPr>
          <p:cNvPr id="47" name="Offline line 47">
            <a:extLst xmlns:a="http://schemas.openxmlformats.org/drawingml/2006/main">
              <a:ext uri="{FF2B5EF4-FFF2-40B4-BE49-F238E27FC236}">
                <a16:creationId xmlns:a16="http://schemas.microsoft.com/office/drawing/2014/main" id="{6DE6B61F-CD1A-4507-BFF2-21851C227C75}"/>
              </a:ext>
            </a:extLst>
          </p:cNvPr>
          <p:cNvSpPr>
            <a:spLocks xmlns:a="http://schemas.openxmlformats.org/drawingml/2006/main" noGrp="1"/>
          </p:cNvSpPr>
          <p:nvPr/>
        </p:nvSpPr>
        <p:spPr>
          <a:xfrm xmlns:a="http://schemas.openxmlformats.org/drawingml/2006/main">
            <a:off x="5334000" y="2793683"/>
            <a:ext cx="9525" cy="220027"/>
          </a:xfrm>
          <a:custGeom xmlns:a="http://schemas.openxmlformats.org/drawingml/2006/main">
            <a:pathLst>
              <a:path w="9525" h="220027">
                <a:moveTo>
                  <a:pt x="0" y="0"/>
                </a:moveTo>
                <a:lnTo>
                  <a:pt x="0" y="220027"/>
                </a:lnTo>
              </a:path>
            </a:pathLst>
          </a:custGeom>
          <a:noFill xmlns:a="http://schemas.openxmlformats.org/drawingml/2006/main"/>
          <a:ln xmlns:a="http://schemas.openxmlformats.org/drawingml/2006/main" w="16669">
            <a:solidFill>
              <a:srgbClr val="B99561"/>
            </a:solidFill>
            <a:prstDash val="solid"/>
          </a:ln>
        </p:spPr>
      </p:sp>
      <p:sp>
        <p:nvSpPr>
          <p:cNvPr id="48" name="Offline line 48">
            <a:extLst xmlns:a="http://schemas.openxmlformats.org/drawingml/2006/main">
              <a:ext uri="{FF2B5EF4-FFF2-40B4-BE49-F238E27FC236}">
                <a16:creationId xmlns:a16="http://schemas.microsoft.com/office/drawing/2014/main" id="{E66DDD14-D0E7-46E9-94B0-904B298F029C}"/>
              </a:ext>
            </a:extLst>
          </p:cNvPr>
          <p:cNvSpPr>
            <a:spLocks xmlns:a="http://schemas.openxmlformats.org/drawingml/2006/main" noGrp="1"/>
          </p:cNvSpPr>
          <p:nvPr/>
        </p:nvSpPr>
        <p:spPr>
          <a:xfrm xmlns:a="http://schemas.openxmlformats.org/drawingml/2006/main">
            <a:off x="5233988" y="2833688"/>
            <a:ext cx="53340" cy="9525"/>
          </a:xfrm>
          <a:custGeom xmlns:a="http://schemas.openxmlformats.org/drawingml/2006/main">
            <a:pathLst>
              <a:path w="53340" h="9525">
                <a:moveTo>
                  <a:pt x="0" y="0"/>
                </a:moveTo>
                <a:lnTo>
                  <a:pt x="53340" y="0"/>
                </a:lnTo>
              </a:path>
            </a:pathLst>
          </a:custGeom>
          <a:noFill xmlns:a="http://schemas.openxmlformats.org/drawingml/2006/main"/>
          <a:ln xmlns:a="http://schemas.openxmlformats.org/drawingml/2006/main" w="16669">
            <a:solidFill>
              <a:srgbClr val="B99561"/>
            </a:solidFill>
            <a:prstDash val="solid"/>
          </a:ln>
        </p:spPr>
      </p:sp>
      <p:sp>
        <p:nvSpPr>
          <p:cNvPr id="49" name="Offline line 49">
            <a:extLst xmlns:a="http://schemas.openxmlformats.org/drawingml/2006/main">
              <a:ext uri="{FF2B5EF4-FFF2-40B4-BE49-F238E27FC236}">
                <a16:creationId xmlns:a16="http://schemas.microsoft.com/office/drawing/2014/main" id="{7AD94193-BB67-4556-90E6-BA7779A99394}"/>
              </a:ext>
            </a:extLst>
          </p:cNvPr>
          <p:cNvSpPr>
            <a:spLocks xmlns:a="http://schemas.openxmlformats.org/drawingml/2006/main" noGrp="1"/>
          </p:cNvSpPr>
          <p:nvPr/>
        </p:nvSpPr>
        <p:spPr>
          <a:xfrm xmlns:a="http://schemas.openxmlformats.org/drawingml/2006/main">
            <a:off x="5380673" y="2833688"/>
            <a:ext cx="53340" cy="9525"/>
          </a:xfrm>
          <a:custGeom xmlns:a="http://schemas.openxmlformats.org/drawingml/2006/main">
            <a:pathLst>
              <a:path w="53340" h="9525">
                <a:moveTo>
                  <a:pt x="0" y="0"/>
                </a:moveTo>
                <a:lnTo>
                  <a:pt x="53340" y="0"/>
                </a:lnTo>
              </a:path>
            </a:pathLst>
          </a:custGeom>
          <a:noFill xmlns:a="http://schemas.openxmlformats.org/drawingml/2006/main"/>
          <a:ln xmlns:a="http://schemas.openxmlformats.org/drawingml/2006/main" w="16669">
            <a:solidFill>
              <a:srgbClr val="B99561"/>
            </a:solidFill>
            <a:prstDash val="solid"/>
          </a:ln>
        </p:spPr>
      </p:sp>
      <p:sp>
        <p:nvSpPr>
          <p:cNvPr id="50" name="Offline text 50: Fixed skill">
            <a:extLst xmlns:a="http://schemas.openxmlformats.org/drawingml/2006/main">
              <a:ext uri="{FF2B5EF4-FFF2-40B4-BE49-F238E27FC236}">
                <a16:creationId xmlns:a16="http://schemas.microsoft.com/office/drawing/2014/main" id="{82A34A56-99AA-4C49-801D-A489270AB675}"/>
              </a:ext>
            </a:extLst>
          </p:cNvPr>
          <p:cNvSpPr>
            <a:spLocks xmlns:a="http://schemas.openxmlformats.org/drawingml/2006/main" noGrp="1"/>
          </p:cNvSpPr>
          <p:nvPr/>
        </p:nvSpPr>
        <p:spPr>
          <a:xfrm xmlns:a="http://schemas.openxmlformats.org/drawingml/2006/main">
            <a:off x="4656287" y="3080671"/>
            <a:ext cx="1355427" cy="347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1">
                <a:solidFill>
                  <a:srgbClr val="213247"/>
                </a:solidFill>
                <a:latin typeface="Arial"/>
                <a:ea typeface="Arial"/>
                <a:cs typeface="Arial"/>
              </a:defRPr>
            </a:pPr>
            <a:r>
              <a:rPr sz="2025" b="1">
                <a:solidFill>
                  <a:srgbClr val="213247"/>
                </a:solidFill>
                <a:latin typeface="Arial"/>
                <a:ea typeface="Arial"/>
                <a:cs typeface="Arial"/>
              </a:rPr>
              <a:t>Fixed skill</a:t>
            </a:r>
          </a:p>
        </p:txBody>
      </p:sp>
      <p:sp>
        <p:nvSpPr>
          <p:cNvPr id="51" name="Offline line 51">
            <a:extLst xmlns:a="http://schemas.openxmlformats.org/drawingml/2006/main">
              <a:ext uri="{FF2B5EF4-FFF2-40B4-BE49-F238E27FC236}">
                <a16:creationId xmlns:a16="http://schemas.microsoft.com/office/drawing/2014/main" id="{803455C7-2302-423A-8EE4-619BE4ABA9E1}"/>
              </a:ext>
            </a:extLst>
          </p:cNvPr>
          <p:cNvSpPr>
            <a:spLocks xmlns:a="http://schemas.openxmlformats.org/drawingml/2006/main" noGrp="1"/>
          </p:cNvSpPr>
          <p:nvPr/>
        </p:nvSpPr>
        <p:spPr>
          <a:xfrm xmlns:a="http://schemas.openxmlformats.org/drawingml/2006/main">
            <a:off x="5334000" y="3524250"/>
            <a:ext cx="9525" cy="1047750"/>
          </a:xfrm>
          <a:custGeom xmlns:a="http://schemas.openxmlformats.org/drawingml/2006/main">
            <a:pathLst>
              <a:path w="9525" h="1047750">
                <a:moveTo>
                  <a:pt x="0" y="0"/>
                </a:moveTo>
                <a:lnTo>
                  <a:pt x="0" y="1047750"/>
                </a:lnTo>
              </a:path>
            </a:pathLst>
          </a:custGeom>
          <a:noFill xmlns:a="http://schemas.openxmlformats.org/drawingml/2006/main"/>
          <a:ln xmlns:a="http://schemas.openxmlformats.org/drawingml/2006/main" w="24765">
            <a:solidFill>
              <a:srgbClr val="B99561"/>
            </a:solidFill>
            <a:prstDash val="solid"/>
          </a:ln>
        </p:spPr>
      </p:sp>
      <p:sp>
        <p:nvSpPr>
          <p:cNvPr id="52" name="Offline polygon 52">
            <a:extLst xmlns:a="http://schemas.openxmlformats.org/drawingml/2006/main">
              <a:ext uri="{FF2B5EF4-FFF2-40B4-BE49-F238E27FC236}">
                <a16:creationId xmlns:a16="http://schemas.microsoft.com/office/drawing/2014/main" id="{835D5EB2-9AE6-4194-82DE-A5E80DE1BF12}"/>
              </a:ext>
            </a:extLst>
          </p:cNvPr>
          <p:cNvSpPr>
            <a:spLocks xmlns:a="http://schemas.openxmlformats.org/drawingml/2006/main" noGrp="1"/>
          </p:cNvSpPr>
          <p:nvPr/>
        </p:nvSpPr>
        <p:spPr>
          <a:xfrm xmlns:a="http://schemas.openxmlformats.org/drawingml/2006/main">
            <a:off x="5286375" y="4467225"/>
            <a:ext cx="95250" cy="104775"/>
          </a:xfrm>
          <a:custGeom xmlns:a="http://schemas.openxmlformats.org/drawingml/2006/main">
            <a:pathLst>
              <a:path w="95250" h="104775">
                <a:moveTo>
                  <a:pt x="47625" y="104775"/>
                </a:moveTo>
                <a:lnTo>
                  <a:pt x="95250" y="0"/>
                </a:lnTo>
                <a:lnTo>
                  <a:pt x="0" y="0"/>
                </a:lnTo>
                <a:close/>
              </a:path>
            </a:pathLst>
          </a:custGeom>
          <a:solidFill xmlns:a="http://schemas.openxmlformats.org/drawingml/2006/main">
            <a:srgbClr val="B99561"/>
          </a:solidFill>
          <a:ln xmlns:a="http://schemas.openxmlformats.org/drawingml/2006/main" w="0">
            <a:noFill/>
          </a:ln>
        </p:spPr>
      </p:sp>
      <p:sp>
        <p:nvSpPr>
          <p:cNvPr id="53" name="Offline text 53: Instructions">
            <a:extLst xmlns:a="http://schemas.openxmlformats.org/drawingml/2006/main">
              <a:ext uri="{FF2B5EF4-FFF2-40B4-BE49-F238E27FC236}">
                <a16:creationId xmlns:a16="http://schemas.microsoft.com/office/drawing/2014/main" id="{549FAEF8-2EDD-494C-A802-97755AB3D290}"/>
              </a:ext>
            </a:extLst>
          </p:cNvPr>
          <p:cNvSpPr>
            <a:spLocks xmlns:a="http://schemas.openxmlformats.org/drawingml/2006/main" noGrp="1"/>
          </p:cNvSpPr>
          <p:nvPr/>
        </p:nvSpPr>
        <p:spPr>
          <a:xfrm xmlns:a="http://schemas.openxmlformats.org/drawingml/2006/main">
            <a:off x="5514975" y="3903345"/>
            <a:ext cx="109118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9697A"/>
                </a:solidFill>
                <a:latin typeface="Arial"/>
                <a:ea typeface="Arial"/>
                <a:cs typeface="Arial"/>
              </a:defRPr>
            </a:pPr>
            <a:r>
              <a:rPr sz="1500" b="0">
                <a:solidFill>
                  <a:srgbClr val="59697A"/>
                </a:solidFill>
                <a:latin typeface="Arial"/>
                <a:ea typeface="Arial"/>
                <a:cs typeface="Arial"/>
              </a:rPr>
              <a:t>Instructions</a:t>
            </a:r>
          </a:p>
        </p:txBody>
      </p:sp>
      <p:sp>
        <p:nvSpPr>
          <p:cNvPr id="54" name="Offline module 54">
            <a:extLst xmlns:a="http://schemas.openxmlformats.org/drawingml/2006/main">
              <a:ext uri="{FF2B5EF4-FFF2-40B4-BE49-F238E27FC236}">
                <a16:creationId xmlns:a16="http://schemas.microsoft.com/office/drawing/2014/main" id="{74096D43-05FF-4FF8-9366-53446099724B}"/>
              </a:ext>
            </a:extLst>
          </p:cNvPr>
          <p:cNvSpPr>
            <a:spLocks xmlns:a="http://schemas.openxmlformats.org/drawingml/2006/main" noGrp="1"/>
          </p:cNvSpPr>
          <p:nvPr/>
        </p:nvSpPr>
        <p:spPr>
          <a:xfrm xmlns:a="http://schemas.openxmlformats.org/drawingml/2006/main">
            <a:off x="4286250" y="4572000"/>
            <a:ext cx="2095500" cy="1143000"/>
          </a:xfrm>
          <a:prstGeom xmlns:a="http://schemas.openxmlformats.org/drawingml/2006/main" prst="roundRect">
            <a:avLst>
              <a:gd name="adj" fmla="val 5000"/>
            </a:avLst>
          </a:prstGeom>
          <a:solidFill xmlns:a="http://schemas.openxmlformats.org/drawingml/2006/main">
            <a:srgbClr val="E8F1FB"/>
          </a:solidFill>
          <a:ln xmlns:a="http://schemas.openxmlformats.org/drawingml/2006/main" w="20955">
            <a:solidFill>
              <a:srgbClr val="4475A5"/>
            </a:solidFill>
            <a:prstDash val="solid"/>
          </a:ln>
        </p:spPr>
      </p:sp>
      <p:sp>
        <p:nvSpPr>
          <p:cNvPr id="55" name="Offline module 55">
            <a:extLst xmlns:a="http://schemas.openxmlformats.org/drawingml/2006/main">
              <a:ext uri="{FF2B5EF4-FFF2-40B4-BE49-F238E27FC236}">
                <a16:creationId xmlns:a16="http://schemas.microsoft.com/office/drawing/2014/main" id="{34ACD005-364C-4628-9215-92A46027C944}"/>
              </a:ext>
            </a:extLst>
          </p:cNvPr>
          <p:cNvSpPr>
            <a:spLocks xmlns:a="http://schemas.openxmlformats.org/drawingml/2006/main" noGrp="1"/>
          </p:cNvSpPr>
          <p:nvPr/>
        </p:nvSpPr>
        <p:spPr>
          <a:xfrm xmlns:a="http://schemas.openxmlformats.org/drawingml/2006/main">
            <a:off x="5220081" y="4784217"/>
            <a:ext cx="210312" cy="271653"/>
          </a:xfrm>
          <a:prstGeom xmlns:a="http://schemas.openxmlformats.org/drawingml/2006/main" prst="roundRect">
            <a:avLst>
              <a:gd name="adj" fmla="val 8333"/>
            </a:avLst>
          </a:prstGeom>
          <a:noFill xmlns:a="http://schemas.openxmlformats.org/drawingml/2006/main"/>
          <a:ln xmlns:a="http://schemas.openxmlformats.org/drawingml/2006/main" w="21031">
            <a:solidFill>
              <a:srgbClr val="2E5F8B"/>
            </a:solidFill>
            <a:prstDash val="solid"/>
          </a:ln>
        </p:spPr>
      </p:sp>
      <p:sp>
        <p:nvSpPr>
          <p:cNvPr id="56" name="Offline line 56">
            <a:extLst xmlns:a="http://schemas.openxmlformats.org/drawingml/2006/main">
              <a:ext uri="{FF2B5EF4-FFF2-40B4-BE49-F238E27FC236}">
                <a16:creationId xmlns:a16="http://schemas.microsoft.com/office/drawing/2014/main" id="{8C40AA54-2440-4152-BAFC-11737B978AF5}"/>
              </a:ext>
            </a:extLst>
          </p:cNvPr>
          <p:cNvSpPr>
            <a:spLocks xmlns:a="http://schemas.openxmlformats.org/drawingml/2006/main" noGrp="1"/>
          </p:cNvSpPr>
          <p:nvPr/>
        </p:nvSpPr>
        <p:spPr>
          <a:xfrm xmlns:a="http://schemas.openxmlformats.org/drawingml/2006/main">
            <a:off x="5158740" y="4836795"/>
            <a:ext cx="219075" cy="262890"/>
          </a:xfrm>
          <a:custGeom xmlns:a="http://schemas.openxmlformats.org/drawingml/2006/main">
            <a:pathLst>
              <a:path w="219075" h="262890">
                <a:moveTo>
                  <a:pt x="26289" y="0"/>
                </a:moveTo>
                <a:lnTo>
                  <a:pt x="0" y="0"/>
                </a:lnTo>
                <a:lnTo>
                  <a:pt x="0" y="262890"/>
                </a:lnTo>
                <a:lnTo>
                  <a:pt x="219075" y="262890"/>
                </a:lnTo>
              </a:path>
            </a:pathLst>
          </a:custGeom>
          <a:noFill xmlns:a="http://schemas.openxmlformats.org/drawingml/2006/main"/>
          <a:ln xmlns:a="http://schemas.openxmlformats.org/drawingml/2006/main" w="21908">
            <a:solidFill>
              <a:srgbClr val="2E5F8B"/>
            </a:solidFill>
            <a:prstDash val="solid"/>
          </a:ln>
        </p:spPr>
      </p:sp>
      <p:sp>
        <p:nvSpPr>
          <p:cNvPr id="57" name="Offline line 57">
            <a:extLst xmlns:a="http://schemas.openxmlformats.org/drawingml/2006/main">
              <a:ext uri="{FF2B5EF4-FFF2-40B4-BE49-F238E27FC236}">
                <a16:creationId xmlns:a16="http://schemas.microsoft.com/office/drawing/2014/main" id="{2CD27C31-DB8F-43E4-8822-567D17DE5D6B}"/>
              </a:ext>
            </a:extLst>
          </p:cNvPr>
          <p:cNvSpPr>
            <a:spLocks xmlns:a="http://schemas.openxmlformats.org/drawingml/2006/main" noGrp="1"/>
          </p:cNvSpPr>
          <p:nvPr/>
        </p:nvSpPr>
        <p:spPr>
          <a:xfrm xmlns:a="http://schemas.openxmlformats.org/drawingml/2006/main">
            <a:off x="5272659" y="4863084"/>
            <a:ext cx="105156" cy="9525"/>
          </a:xfrm>
          <a:custGeom xmlns:a="http://schemas.openxmlformats.org/drawingml/2006/main">
            <a:pathLst>
              <a:path w="105156" h="9525">
                <a:moveTo>
                  <a:pt x="0" y="0"/>
                </a:moveTo>
                <a:lnTo>
                  <a:pt x="105156" y="0"/>
                </a:lnTo>
              </a:path>
            </a:pathLst>
          </a:custGeom>
          <a:noFill xmlns:a="http://schemas.openxmlformats.org/drawingml/2006/main"/>
          <a:ln xmlns:a="http://schemas.openxmlformats.org/drawingml/2006/main" w="21908">
            <a:solidFill>
              <a:srgbClr val="2E5F8B"/>
            </a:solidFill>
            <a:prstDash val="solid"/>
          </a:ln>
        </p:spPr>
      </p:sp>
      <p:sp>
        <p:nvSpPr>
          <p:cNvPr id="58" name="Offline line 58">
            <a:extLst xmlns:a="http://schemas.openxmlformats.org/drawingml/2006/main">
              <a:ext uri="{FF2B5EF4-FFF2-40B4-BE49-F238E27FC236}">
                <a16:creationId xmlns:a16="http://schemas.microsoft.com/office/drawing/2014/main" id="{65C5850C-AC02-489B-AD54-480309AC1CE5}"/>
              </a:ext>
            </a:extLst>
          </p:cNvPr>
          <p:cNvSpPr>
            <a:spLocks xmlns:a="http://schemas.openxmlformats.org/drawingml/2006/main" noGrp="1"/>
          </p:cNvSpPr>
          <p:nvPr/>
        </p:nvSpPr>
        <p:spPr>
          <a:xfrm xmlns:a="http://schemas.openxmlformats.org/drawingml/2006/main">
            <a:off x="5272659" y="4924425"/>
            <a:ext cx="105156" cy="9525"/>
          </a:xfrm>
          <a:custGeom xmlns:a="http://schemas.openxmlformats.org/drawingml/2006/main">
            <a:pathLst>
              <a:path w="105156" h="9525">
                <a:moveTo>
                  <a:pt x="0" y="0"/>
                </a:moveTo>
                <a:lnTo>
                  <a:pt x="105156" y="0"/>
                </a:lnTo>
              </a:path>
            </a:pathLst>
          </a:custGeom>
          <a:noFill xmlns:a="http://schemas.openxmlformats.org/drawingml/2006/main"/>
          <a:ln xmlns:a="http://schemas.openxmlformats.org/drawingml/2006/main" w="21908">
            <a:solidFill>
              <a:srgbClr val="2E5F8B"/>
            </a:solidFill>
            <a:prstDash val="solid"/>
          </a:ln>
        </p:spPr>
      </p:sp>
      <p:sp>
        <p:nvSpPr>
          <p:cNvPr id="59" name="Offline line 59">
            <a:extLst xmlns:a="http://schemas.openxmlformats.org/drawingml/2006/main">
              <a:ext uri="{FF2B5EF4-FFF2-40B4-BE49-F238E27FC236}">
                <a16:creationId xmlns:a16="http://schemas.microsoft.com/office/drawing/2014/main" id="{FFCD42CA-D3F2-4E0A-89D7-6B43B57D8C25}"/>
              </a:ext>
            </a:extLst>
          </p:cNvPr>
          <p:cNvSpPr>
            <a:spLocks xmlns:a="http://schemas.openxmlformats.org/drawingml/2006/main" noGrp="1"/>
          </p:cNvSpPr>
          <p:nvPr/>
        </p:nvSpPr>
        <p:spPr>
          <a:xfrm xmlns:a="http://schemas.openxmlformats.org/drawingml/2006/main">
            <a:off x="5272659" y="4985766"/>
            <a:ext cx="70104" cy="9525"/>
          </a:xfrm>
          <a:custGeom xmlns:a="http://schemas.openxmlformats.org/drawingml/2006/main">
            <a:pathLst>
              <a:path w="70104" h="9525">
                <a:moveTo>
                  <a:pt x="0" y="0"/>
                </a:moveTo>
                <a:lnTo>
                  <a:pt x="70104" y="0"/>
                </a:lnTo>
              </a:path>
            </a:pathLst>
          </a:custGeom>
          <a:noFill xmlns:a="http://schemas.openxmlformats.org/drawingml/2006/main"/>
          <a:ln xmlns:a="http://schemas.openxmlformats.org/drawingml/2006/main" w="21908">
            <a:solidFill>
              <a:srgbClr val="2E5F8B"/>
            </a:solidFill>
            <a:prstDash val="solid"/>
          </a:ln>
        </p:spPr>
      </p:sp>
      <p:sp>
        <p:nvSpPr>
          <p:cNvPr id="60" name="Offline text 60: Context builder">
            <a:extLst xmlns:a="http://schemas.openxmlformats.org/drawingml/2006/main">
              <a:ext uri="{FF2B5EF4-FFF2-40B4-BE49-F238E27FC236}">
                <a16:creationId xmlns:a16="http://schemas.microsoft.com/office/drawing/2014/main" id="{50BB1092-0116-4D7F-B97E-8071F0DF7A85}"/>
              </a:ext>
            </a:extLst>
          </p:cNvPr>
          <p:cNvSpPr>
            <a:spLocks xmlns:a="http://schemas.openxmlformats.org/drawingml/2006/main" noGrp="1"/>
          </p:cNvSpPr>
          <p:nvPr/>
        </p:nvSpPr>
        <p:spPr>
          <a:xfrm xmlns:a="http://schemas.openxmlformats.org/drawingml/2006/main">
            <a:off x="4373051" y="5270564"/>
            <a:ext cx="1921897"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213247"/>
                </a:solidFill>
                <a:latin typeface="Arial"/>
                <a:ea typeface="Arial"/>
                <a:cs typeface="Arial"/>
              </a:defRPr>
            </a:pPr>
            <a:r>
              <a:rPr sz="1950" b="1">
                <a:solidFill>
                  <a:srgbClr val="213247"/>
                </a:solidFill>
                <a:latin typeface="Arial"/>
                <a:ea typeface="Arial"/>
                <a:cs typeface="Arial"/>
              </a:rPr>
              <a:t>Context builder</a:t>
            </a:r>
          </a:p>
        </p:txBody>
      </p:sp>
      <p:sp>
        <p:nvSpPr>
          <p:cNvPr id="61" name="Offline module 61">
            <a:extLst xmlns:a="http://schemas.openxmlformats.org/drawingml/2006/main">
              <a:ext uri="{FF2B5EF4-FFF2-40B4-BE49-F238E27FC236}">
                <a16:creationId xmlns:a16="http://schemas.microsoft.com/office/drawing/2014/main" id="{06527A49-778D-4FE1-8D49-4A165C770E07}"/>
              </a:ext>
            </a:extLst>
          </p:cNvPr>
          <p:cNvSpPr>
            <a:spLocks xmlns:a="http://schemas.openxmlformats.org/drawingml/2006/main" noGrp="1"/>
          </p:cNvSpPr>
          <p:nvPr/>
        </p:nvSpPr>
        <p:spPr>
          <a:xfrm xmlns:a="http://schemas.openxmlformats.org/drawingml/2006/main">
            <a:off x="7810500" y="4572000"/>
            <a:ext cx="2095500" cy="1143000"/>
          </a:xfrm>
          <a:prstGeom xmlns:a="http://schemas.openxmlformats.org/drawingml/2006/main" prst="roundRect">
            <a:avLst>
              <a:gd name="adj" fmla="val 5000"/>
            </a:avLst>
          </a:prstGeom>
          <a:solidFill xmlns:a="http://schemas.openxmlformats.org/drawingml/2006/main">
            <a:srgbClr val="FFF0D4"/>
          </a:solidFill>
          <a:ln xmlns:a="http://schemas.openxmlformats.org/drawingml/2006/main" w="20955">
            <a:solidFill>
              <a:srgbClr val="C18B31"/>
            </a:solidFill>
            <a:prstDash val="solid"/>
          </a:ln>
        </p:spPr>
      </p:sp>
      <p:sp>
        <p:nvSpPr>
          <p:cNvPr id="62" name="Offline line 62">
            <a:extLst xmlns:a="http://schemas.openxmlformats.org/drawingml/2006/main">
              <a:ext uri="{FF2B5EF4-FFF2-40B4-BE49-F238E27FC236}">
                <a16:creationId xmlns:a16="http://schemas.microsoft.com/office/drawing/2014/main" id="{B6434C24-D281-4889-BEF6-0CA7812E28B1}"/>
              </a:ext>
            </a:extLst>
          </p:cNvPr>
          <p:cNvSpPr>
            <a:spLocks xmlns:a="http://schemas.openxmlformats.org/drawingml/2006/main" noGrp="1"/>
          </p:cNvSpPr>
          <p:nvPr/>
        </p:nvSpPr>
        <p:spPr>
          <a:xfrm xmlns:a="http://schemas.openxmlformats.org/drawingml/2006/main">
            <a:off x="8625435" y="4728353"/>
            <a:ext cx="232815" cy="402003"/>
          </a:xfrm>
          <a:custGeom xmlns:a="http://schemas.openxmlformats.org/drawingml/2006/main">
            <a:pathLst>
              <a:path w="232815" h="402003">
                <a:moveTo>
                  <a:pt x="232815" y="47101"/>
                </a:moveTo>
                <a:lnTo>
                  <a:pt x="220609" y="28427"/>
                </a:lnTo>
                <a:lnTo>
                  <a:pt x="205615" y="14433"/>
                </a:lnTo>
                <a:lnTo>
                  <a:pt x="188729" y="5065"/>
                </a:lnTo>
                <a:lnTo>
                  <a:pt x="170843" y="272"/>
                </a:lnTo>
                <a:lnTo>
                  <a:pt x="152853" y="0"/>
                </a:lnTo>
                <a:lnTo>
                  <a:pt x="135651" y="4197"/>
                </a:lnTo>
                <a:lnTo>
                  <a:pt x="120132" y="12812"/>
                </a:lnTo>
                <a:lnTo>
                  <a:pt x="107189" y="25790"/>
                </a:lnTo>
                <a:lnTo>
                  <a:pt x="97716" y="43079"/>
                </a:lnTo>
                <a:lnTo>
                  <a:pt x="92607" y="64627"/>
                </a:lnTo>
                <a:lnTo>
                  <a:pt x="72435" y="66643"/>
                </a:lnTo>
                <a:lnTo>
                  <a:pt x="54260" y="72339"/>
                </a:lnTo>
                <a:lnTo>
                  <a:pt x="38505" y="81189"/>
                </a:lnTo>
                <a:lnTo>
                  <a:pt x="25588" y="92669"/>
                </a:lnTo>
                <a:lnTo>
                  <a:pt x="15931" y="106251"/>
                </a:lnTo>
                <a:lnTo>
                  <a:pt x="9955" y="121411"/>
                </a:lnTo>
                <a:lnTo>
                  <a:pt x="8079" y="137623"/>
                </a:lnTo>
                <a:lnTo>
                  <a:pt x="10726" y="154360"/>
                </a:lnTo>
                <a:lnTo>
                  <a:pt x="18315" y="171098"/>
                </a:lnTo>
                <a:lnTo>
                  <a:pt x="31266" y="187309"/>
                </a:lnTo>
                <a:lnTo>
                  <a:pt x="15695" y="204011"/>
                </a:lnTo>
                <a:lnTo>
                  <a:pt x="5538" y="222081"/>
                </a:lnTo>
                <a:lnTo>
                  <a:pt x="429" y="240781"/>
                </a:lnTo>
                <a:lnTo>
                  <a:pt x="0" y="259376"/>
                </a:lnTo>
                <a:lnTo>
                  <a:pt x="3882" y="277130"/>
                </a:lnTo>
                <a:lnTo>
                  <a:pt x="11707" y="293306"/>
                </a:lnTo>
                <a:lnTo>
                  <a:pt x="23108" y="307169"/>
                </a:lnTo>
                <a:lnTo>
                  <a:pt x="37716" y="317983"/>
                </a:lnTo>
                <a:lnTo>
                  <a:pt x="55163" y="325011"/>
                </a:lnTo>
                <a:lnTo>
                  <a:pt x="75081" y="327517"/>
                </a:lnTo>
                <a:lnTo>
                  <a:pt x="80681" y="351668"/>
                </a:lnTo>
                <a:lnTo>
                  <a:pt x="91486" y="371402"/>
                </a:lnTo>
                <a:lnTo>
                  <a:pt x="106392" y="386510"/>
                </a:lnTo>
                <a:lnTo>
                  <a:pt x="124294" y="396780"/>
                </a:lnTo>
                <a:lnTo>
                  <a:pt x="144090" y="402003"/>
                </a:lnTo>
                <a:lnTo>
                  <a:pt x="164674" y="401968"/>
                </a:lnTo>
                <a:lnTo>
                  <a:pt x="184943" y="396464"/>
                </a:lnTo>
                <a:lnTo>
                  <a:pt x="203792" y="385283"/>
                </a:lnTo>
                <a:lnTo>
                  <a:pt x="220118" y="368212"/>
                </a:lnTo>
                <a:lnTo>
                  <a:pt x="232815" y="345043"/>
                </a:lnTo>
              </a:path>
            </a:pathLst>
          </a:custGeom>
          <a:noFill xmlns:a="http://schemas.openxmlformats.org/drawingml/2006/main"/>
          <a:ln xmlns:a="http://schemas.openxmlformats.org/drawingml/2006/main" w="21908">
            <a:solidFill>
              <a:srgbClr val="986817"/>
            </a:solidFill>
            <a:prstDash val="solid"/>
          </a:ln>
        </p:spPr>
      </p:sp>
      <p:sp>
        <p:nvSpPr>
          <p:cNvPr id="63" name="Offline line 63">
            <a:extLst xmlns:a="http://schemas.openxmlformats.org/drawingml/2006/main">
              <a:ext uri="{FF2B5EF4-FFF2-40B4-BE49-F238E27FC236}">
                <a16:creationId xmlns:a16="http://schemas.microsoft.com/office/drawing/2014/main" id="{89D3483D-9574-412B-9A76-815D3E10A112}"/>
              </a:ext>
            </a:extLst>
          </p:cNvPr>
          <p:cNvSpPr>
            <a:spLocks xmlns:a="http://schemas.openxmlformats.org/drawingml/2006/main" noGrp="1"/>
          </p:cNvSpPr>
          <p:nvPr/>
        </p:nvSpPr>
        <p:spPr>
          <a:xfrm xmlns:a="http://schemas.openxmlformats.org/drawingml/2006/main">
            <a:off x="8858250" y="4728353"/>
            <a:ext cx="232815" cy="402003"/>
          </a:xfrm>
          <a:custGeom xmlns:a="http://schemas.openxmlformats.org/drawingml/2006/main">
            <a:pathLst>
              <a:path w="232815" h="402003">
                <a:moveTo>
                  <a:pt x="0" y="47101"/>
                </a:moveTo>
                <a:lnTo>
                  <a:pt x="12207" y="28427"/>
                </a:lnTo>
                <a:lnTo>
                  <a:pt x="27200" y="14433"/>
                </a:lnTo>
                <a:lnTo>
                  <a:pt x="44087" y="5065"/>
                </a:lnTo>
                <a:lnTo>
                  <a:pt x="61972" y="272"/>
                </a:lnTo>
                <a:lnTo>
                  <a:pt x="79962" y="0"/>
                </a:lnTo>
                <a:lnTo>
                  <a:pt x="97164" y="4197"/>
                </a:lnTo>
                <a:lnTo>
                  <a:pt x="112683" y="12812"/>
                </a:lnTo>
                <a:lnTo>
                  <a:pt x="125626" y="25790"/>
                </a:lnTo>
                <a:lnTo>
                  <a:pt x="135099" y="43079"/>
                </a:lnTo>
                <a:lnTo>
                  <a:pt x="140208" y="64627"/>
                </a:lnTo>
                <a:lnTo>
                  <a:pt x="160380" y="66643"/>
                </a:lnTo>
                <a:lnTo>
                  <a:pt x="178555" y="72339"/>
                </a:lnTo>
                <a:lnTo>
                  <a:pt x="194311" y="81189"/>
                </a:lnTo>
                <a:lnTo>
                  <a:pt x="207227" y="92669"/>
                </a:lnTo>
                <a:lnTo>
                  <a:pt x="216884" y="106251"/>
                </a:lnTo>
                <a:lnTo>
                  <a:pt x="222861" y="121411"/>
                </a:lnTo>
                <a:lnTo>
                  <a:pt x="224736" y="137623"/>
                </a:lnTo>
                <a:lnTo>
                  <a:pt x="222089" y="154360"/>
                </a:lnTo>
                <a:lnTo>
                  <a:pt x="214501" y="171098"/>
                </a:lnTo>
                <a:lnTo>
                  <a:pt x="201549" y="187309"/>
                </a:lnTo>
                <a:lnTo>
                  <a:pt x="217121" y="204011"/>
                </a:lnTo>
                <a:lnTo>
                  <a:pt x="227277" y="222081"/>
                </a:lnTo>
                <a:lnTo>
                  <a:pt x="232386" y="240781"/>
                </a:lnTo>
                <a:lnTo>
                  <a:pt x="232815" y="259376"/>
                </a:lnTo>
                <a:lnTo>
                  <a:pt x="228933" y="277130"/>
                </a:lnTo>
                <a:lnTo>
                  <a:pt x="221108" y="293306"/>
                </a:lnTo>
                <a:lnTo>
                  <a:pt x="209707" y="307169"/>
                </a:lnTo>
                <a:lnTo>
                  <a:pt x="195099" y="317983"/>
                </a:lnTo>
                <a:lnTo>
                  <a:pt x="177652" y="325011"/>
                </a:lnTo>
                <a:lnTo>
                  <a:pt x="157734" y="327517"/>
                </a:lnTo>
                <a:lnTo>
                  <a:pt x="152134" y="351668"/>
                </a:lnTo>
                <a:lnTo>
                  <a:pt x="141330" y="371402"/>
                </a:lnTo>
                <a:lnTo>
                  <a:pt x="126424" y="386510"/>
                </a:lnTo>
                <a:lnTo>
                  <a:pt x="108521" y="396780"/>
                </a:lnTo>
                <a:lnTo>
                  <a:pt x="88725" y="402003"/>
                </a:lnTo>
                <a:lnTo>
                  <a:pt x="68141" y="401968"/>
                </a:lnTo>
                <a:lnTo>
                  <a:pt x="47872" y="396464"/>
                </a:lnTo>
                <a:lnTo>
                  <a:pt x="29023" y="385283"/>
                </a:lnTo>
                <a:lnTo>
                  <a:pt x="12698" y="368212"/>
                </a:lnTo>
                <a:lnTo>
                  <a:pt x="0" y="345043"/>
                </a:lnTo>
              </a:path>
            </a:pathLst>
          </a:custGeom>
          <a:noFill xmlns:a="http://schemas.openxmlformats.org/drawingml/2006/main"/>
          <a:ln xmlns:a="http://schemas.openxmlformats.org/drawingml/2006/main" w="21908">
            <a:solidFill>
              <a:srgbClr val="986817"/>
            </a:solidFill>
            <a:prstDash val="solid"/>
          </a:ln>
        </p:spPr>
      </p:sp>
      <p:sp>
        <p:nvSpPr>
          <p:cNvPr id="64" name="Offline line 64">
            <a:extLst xmlns:a="http://schemas.openxmlformats.org/drawingml/2006/main">
              <a:ext uri="{FF2B5EF4-FFF2-40B4-BE49-F238E27FC236}">
                <a16:creationId xmlns:a16="http://schemas.microsoft.com/office/drawing/2014/main" id="{52CAE323-E444-43A1-BF39-D02AC42B0383}"/>
              </a:ext>
            </a:extLst>
          </p:cNvPr>
          <p:cNvSpPr>
            <a:spLocks xmlns:a="http://schemas.openxmlformats.org/drawingml/2006/main" noGrp="1"/>
          </p:cNvSpPr>
          <p:nvPr/>
        </p:nvSpPr>
        <p:spPr>
          <a:xfrm xmlns:a="http://schemas.openxmlformats.org/drawingml/2006/main">
            <a:off x="8858250" y="4775454"/>
            <a:ext cx="9525" cy="297942"/>
          </a:xfrm>
          <a:custGeom xmlns:a="http://schemas.openxmlformats.org/drawingml/2006/main">
            <a:pathLst>
              <a:path w="9525" h="297942">
                <a:moveTo>
                  <a:pt x="0" y="0"/>
                </a:moveTo>
                <a:lnTo>
                  <a:pt x="0" y="297942"/>
                </a:lnTo>
              </a:path>
            </a:pathLst>
          </a:custGeom>
          <a:noFill xmlns:a="http://schemas.openxmlformats.org/drawingml/2006/main"/>
          <a:ln xmlns:a="http://schemas.openxmlformats.org/drawingml/2006/main" w="21908">
            <a:solidFill>
              <a:srgbClr val="986817"/>
            </a:solidFill>
            <a:prstDash val="solid"/>
          </a:ln>
        </p:spPr>
      </p:sp>
      <p:sp>
        <p:nvSpPr>
          <p:cNvPr id="65" name="Offline line 65">
            <a:extLst xmlns:a="http://schemas.openxmlformats.org/drawingml/2006/main">
              <a:ext uri="{FF2B5EF4-FFF2-40B4-BE49-F238E27FC236}">
                <a16:creationId xmlns:a16="http://schemas.microsoft.com/office/drawing/2014/main" id="{228DA5C5-F5A8-4AEE-985A-2F242E05ECA4}"/>
              </a:ext>
            </a:extLst>
          </p:cNvPr>
          <p:cNvSpPr>
            <a:spLocks xmlns:a="http://schemas.openxmlformats.org/drawingml/2006/main" noGrp="1"/>
          </p:cNvSpPr>
          <p:nvPr/>
        </p:nvSpPr>
        <p:spPr>
          <a:xfrm xmlns:a="http://schemas.openxmlformats.org/drawingml/2006/main">
            <a:off x="8718042" y="4792980"/>
            <a:ext cx="96393" cy="72067"/>
          </a:xfrm>
          <a:custGeom xmlns:a="http://schemas.openxmlformats.org/drawingml/2006/main">
            <a:pathLst>
              <a:path w="96393" h="72067">
                <a:moveTo>
                  <a:pt x="0" y="0"/>
                </a:moveTo>
                <a:lnTo>
                  <a:pt x="3645" y="17105"/>
                </a:lnTo>
                <a:lnTo>
                  <a:pt x="9184" y="31687"/>
                </a:lnTo>
                <a:lnTo>
                  <a:pt x="16404" y="43850"/>
                </a:lnTo>
                <a:lnTo>
                  <a:pt x="25097" y="53700"/>
                </a:lnTo>
                <a:lnTo>
                  <a:pt x="35052" y="61341"/>
                </a:lnTo>
                <a:lnTo>
                  <a:pt x="46058" y="66879"/>
                </a:lnTo>
                <a:lnTo>
                  <a:pt x="57906" y="70419"/>
                </a:lnTo>
                <a:lnTo>
                  <a:pt x="70384" y="72067"/>
                </a:lnTo>
                <a:lnTo>
                  <a:pt x="83284" y="71927"/>
                </a:lnTo>
                <a:lnTo>
                  <a:pt x="96393" y="70104"/>
                </a:lnTo>
              </a:path>
            </a:pathLst>
          </a:custGeom>
          <a:noFill xmlns:a="http://schemas.openxmlformats.org/drawingml/2006/main"/>
          <a:ln xmlns:a="http://schemas.openxmlformats.org/drawingml/2006/main" w="21908">
            <a:solidFill>
              <a:srgbClr val="986817"/>
            </a:solidFill>
            <a:prstDash val="solid"/>
          </a:ln>
        </p:spPr>
      </p:sp>
      <p:sp>
        <p:nvSpPr>
          <p:cNvPr id="66" name="Offline line 66">
            <a:extLst xmlns:a="http://schemas.openxmlformats.org/drawingml/2006/main">
              <a:ext uri="{FF2B5EF4-FFF2-40B4-BE49-F238E27FC236}">
                <a16:creationId xmlns:a16="http://schemas.microsoft.com/office/drawing/2014/main" id="{6A6529AF-3053-483B-9731-1889CB9D3024}"/>
              </a:ext>
            </a:extLst>
          </p:cNvPr>
          <p:cNvSpPr>
            <a:spLocks xmlns:a="http://schemas.openxmlformats.org/drawingml/2006/main" noGrp="1"/>
          </p:cNvSpPr>
          <p:nvPr/>
        </p:nvSpPr>
        <p:spPr>
          <a:xfrm xmlns:a="http://schemas.openxmlformats.org/drawingml/2006/main">
            <a:off x="8656701" y="4906969"/>
            <a:ext cx="105997" cy="78797"/>
          </a:xfrm>
          <a:custGeom xmlns:a="http://schemas.openxmlformats.org/drawingml/2006/main">
            <a:pathLst>
              <a:path w="105997" h="78797">
                <a:moveTo>
                  <a:pt x="0" y="8693"/>
                </a:moveTo>
                <a:lnTo>
                  <a:pt x="18087" y="2611"/>
                </a:lnTo>
                <a:lnTo>
                  <a:pt x="35332" y="0"/>
                </a:lnTo>
                <a:lnTo>
                  <a:pt x="51421" y="648"/>
                </a:lnTo>
                <a:lnTo>
                  <a:pt x="66038" y="4346"/>
                </a:lnTo>
                <a:lnTo>
                  <a:pt x="78867" y="10884"/>
                </a:lnTo>
                <a:lnTo>
                  <a:pt x="89593" y="20050"/>
                </a:lnTo>
                <a:lnTo>
                  <a:pt x="97900" y="31634"/>
                </a:lnTo>
                <a:lnTo>
                  <a:pt x="103474" y="45427"/>
                </a:lnTo>
                <a:lnTo>
                  <a:pt x="105997" y="61218"/>
                </a:lnTo>
                <a:lnTo>
                  <a:pt x="105156" y="78797"/>
                </a:lnTo>
              </a:path>
            </a:pathLst>
          </a:custGeom>
          <a:noFill xmlns:a="http://schemas.openxmlformats.org/drawingml/2006/main"/>
          <a:ln xmlns:a="http://schemas.openxmlformats.org/drawingml/2006/main" w="21908">
            <a:solidFill>
              <a:srgbClr val="986817"/>
            </a:solidFill>
            <a:prstDash val="solid"/>
          </a:ln>
        </p:spPr>
      </p:sp>
      <p:sp>
        <p:nvSpPr>
          <p:cNvPr id="67" name="Offline line 67">
            <a:extLst xmlns:a="http://schemas.openxmlformats.org/drawingml/2006/main">
              <a:ext uri="{FF2B5EF4-FFF2-40B4-BE49-F238E27FC236}">
                <a16:creationId xmlns:a16="http://schemas.microsoft.com/office/drawing/2014/main" id="{A7AB8348-DD25-4901-8999-47FAFFC37AC0}"/>
              </a:ext>
            </a:extLst>
          </p:cNvPr>
          <p:cNvSpPr>
            <a:spLocks xmlns:a="http://schemas.openxmlformats.org/drawingml/2006/main" noGrp="1"/>
          </p:cNvSpPr>
          <p:nvPr/>
        </p:nvSpPr>
        <p:spPr>
          <a:xfrm xmlns:a="http://schemas.openxmlformats.org/drawingml/2006/main">
            <a:off x="8700516" y="4994529"/>
            <a:ext cx="97243" cy="65898"/>
          </a:xfrm>
          <a:custGeom xmlns:a="http://schemas.openxmlformats.org/drawingml/2006/main">
            <a:pathLst>
              <a:path w="97243" h="65898">
                <a:moveTo>
                  <a:pt x="0" y="61341"/>
                </a:moveTo>
                <a:lnTo>
                  <a:pt x="15712" y="65065"/>
                </a:lnTo>
                <a:lnTo>
                  <a:pt x="31056" y="65898"/>
                </a:lnTo>
                <a:lnTo>
                  <a:pt x="45664" y="64101"/>
                </a:lnTo>
                <a:lnTo>
                  <a:pt x="59168" y="59939"/>
                </a:lnTo>
                <a:lnTo>
                  <a:pt x="71199" y="53673"/>
                </a:lnTo>
                <a:lnTo>
                  <a:pt x="81391" y="45568"/>
                </a:lnTo>
                <a:lnTo>
                  <a:pt x="89374" y="35884"/>
                </a:lnTo>
                <a:lnTo>
                  <a:pt x="94781" y="24887"/>
                </a:lnTo>
                <a:lnTo>
                  <a:pt x="97243" y="12838"/>
                </a:lnTo>
                <a:lnTo>
                  <a:pt x="96393" y="0"/>
                </a:lnTo>
              </a:path>
            </a:pathLst>
          </a:custGeom>
          <a:noFill xmlns:a="http://schemas.openxmlformats.org/drawingml/2006/main"/>
          <a:ln xmlns:a="http://schemas.openxmlformats.org/drawingml/2006/main" w="21908">
            <a:solidFill>
              <a:srgbClr val="986817"/>
            </a:solidFill>
            <a:prstDash val="solid"/>
          </a:ln>
        </p:spPr>
      </p:sp>
      <p:sp>
        <p:nvSpPr>
          <p:cNvPr id="68" name="Offline line 68">
            <a:extLst xmlns:a="http://schemas.openxmlformats.org/drawingml/2006/main">
              <a:ext uri="{FF2B5EF4-FFF2-40B4-BE49-F238E27FC236}">
                <a16:creationId xmlns:a16="http://schemas.microsoft.com/office/drawing/2014/main" id="{D9B88750-A3B8-468C-A25D-BC7B36AE9545}"/>
              </a:ext>
            </a:extLst>
          </p:cNvPr>
          <p:cNvSpPr>
            <a:spLocks xmlns:a="http://schemas.openxmlformats.org/drawingml/2006/main" noGrp="1"/>
          </p:cNvSpPr>
          <p:nvPr/>
        </p:nvSpPr>
        <p:spPr>
          <a:xfrm xmlns:a="http://schemas.openxmlformats.org/drawingml/2006/main">
            <a:off x="8902065" y="4792980"/>
            <a:ext cx="96393" cy="72067"/>
          </a:xfrm>
          <a:custGeom xmlns:a="http://schemas.openxmlformats.org/drawingml/2006/main">
            <a:pathLst>
              <a:path w="96393" h="72067">
                <a:moveTo>
                  <a:pt x="96393" y="0"/>
                </a:moveTo>
                <a:lnTo>
                  <a:pt x="92748" y="17105"/>
                </a:lnTo>
                <a:lnTo>
                  <a:pt x="87209" y="31687"/>
                </a:lnTo>
                <a:lnTo>
                  <a:pt x="79989" y="43850"/>
                </a:lnTo>
                <a:lnTo>
                  <a:pt x="71296" y="53700"/>
                </a:lnTo>
                <a:lnTo>
                  <a:pt x="61341" y="61341"/>
                </a:lnTo>
                <a:lnTo>
                  <a:pt x="50335" y="66879"/>
                </a:lnTo>
                <a:lnTo>
                  <a:pt x="38487" y="70419"/>
                </a:lnTo>
                <a:lnTo>
                  <a:pt x="26009" y="72067"/>
                </a:lnTo>
                <a:lnTo>
                  <a:pt x="13109" y="71927"/>
                </a:lnTo>
                <a:lnTo>
                  <a:pt x="0" y="70104"/>
                </a:lnTo>
              </a:path>
            </a:pathLst>
          </a:custGeom>
          <a:noFill xmlns:a="http://schemas.openxmlformats.org/drawingml/2006/main"/>
          <a:ln xmlns:a="http://schemas.openxmlformats.org/drawingml/2006/main" w="21908">
            <a:solidFill>
              <a:srgbClr val="986817"/>
            </a:solidFill>
            <a:prstDash val="solid"/>
          </a:ln>
        </p:spPr>
      </p:sp>
      <p:sp>
        <p:nvSpPr>
          <p:cNvPr id="69" name="Offline line 69">
            <a:extLst xmlns:a="http://schemas.openxmlformats.org/drawingml/2006/main">
              <a:ext uri="{FF2B5EF4-FFF2-40B4-BE49-F238E27FC236}">
                <a16:creationId xmlns:a16="http://schemas.microsoft.com/office/drawing/2014/main" id="{F865F0CA-6D7B-4FA1-9DF9-37496EA04B9F}"/>
              </a:ext>
            </a:extLst>
          </p:cNvPr>
          <p:cNvSpPr>
            <a:spLocks xmlns:a="http://schemas.openxmlformats.org/drawingml/2006/main" noGrp="1"/>
          </p:cNvSpPr>
          <p:nvPr/>
        </p:nvSpPr>
        <p:spPr>
          <a:xfrm xmlns:a="http://schemas.openxmlformats.org/drawingml/2006/main">
            <a:off x="8953802" y="4906969"/>
            <a:ext cx="105997" cy="78797"/>
          </a:xfrm>
          <a:custGeom xmlns:a="http://schemas.openxmlformats.org/drawingml/2006/main">
            <a:pathLst>
              <a:path w="105997" h="78797">
                <a:moveTo>
                  <a:pt x="105997" y="8693"/>
                </a:moveTo>
                <a:lnTo>
                  <a:pt x="87910" y="2611"/>
                </a:lnTo>
                <a:lnTo>
                  <a:pt x="70665" y="0"/>
                </a:lnTo>
                <a:lnTo>
                  <a:pt x="54576" y="648"/>
                </a:lnTo>
                <a:lnTo>
                  <a:pt x="39959" y="4346"/>
                </a:lnTo>
                <a:lnTo>
                  <a:pt x="27130" y="10884"/>
                </a:lnTo>
                <a:lnTo>
                  <a:pt x="16404" y="20050"/>
                </a:lnTo>
                <a:lnTo>
                  <a:pt x="8097" y="31634"/>
                </a:lnTo>
                <a:lnTo>
                  <a:pt x="2524" y="45427"/>
                </a:lnTo>
                <a:lnTo>
                  <a:pt x="0" y="61218"/>
                </a:lnTo>
                <a:lnTo>
                  <a:pt x="841" y="78797"/>
                </a:lnTo>
              </a:path>
            </a:pathLst>
          </a:custGeom>
          <a:noFill xmlns:a="http://schemas.openxmlformats.org/drawingml/2006/main"/>
          <a:ln xmlns:a="http://schemas.openxmlformats.org/drawingml/2006/main" w="21908">
            <a:solidFill>
              <a:srgbClr val="986817"/>
            </a:solidFill>
            <a:prstDash val="solid"/>
          </a:ln>
        </p:spPr>
      </p:sp>
      <p:sp>
        <p:nvSpPr>
          <p:cNvPr id="70" name="Offline line 70">
            <a:extLst xmlns:a="http://schemas.openxmlformats.org/drawingml/2006/main">
              <a:ext uri="{FF2B5EF4-FFF2-40B4-BE49-F238E27FC236}">
                <a16:creationId xmlns:a16="http://schemas.microsoft.com/office/drawing/2014/main" id="{FD3613F4-0D35-4B64-86E6-CA1FD06DA193}"/>
              </a:ext>
            </a:extLst>
          </p:cNvPr>
          <p:cNvSpPr>
            <a:spLocks xmlns:a="http://schemas.openxmlformats.org/drawingml/2006/main" noGrp="1"/>
          </p:cNvSpPr>
          <p:nvPr/>
        </p:nvSpPr>
        <p:spPr>
          <a:xfrm xmlns:a="http://schemas.openxmlformats.org/drawingml/2006/main">
            <a:off x="8918741" y="4994529"/>
            <a:ext cx="97243" cy="65898"/>
          </a:xfrm>
          <a:custGeom xmlns:a="http://schemas.openxmlformats.org/drawingml/2006/main">
            <a:pathLst>
              <a:path w="97243" h="65898">
                <a:moveTo>
                  <a:pt x="97243" y="61341"/>
                </a:moveTo>
                <a:lnTo>
                  <a:pt x="81531" y="65065"/>
                </a:lnTo>
                <a:lnTo>
                  <a:pt x="66187" y="65898"/>
                </a:lnTo>
                <a:lnTo>
                  <a:pt x="51579" y="64101"/>
                </a:lnTo>
                <a:lnTo>
                  <a:pt x="38075" y="59939"/>
                </a:lnTo>
                <a:lnTo>
                  <a:pt x="26044" y="53673"/>
                </a:lnTo>
                <a:lnTo>
                  <a:pt x="15852" y="45568"/>
                </a:lnTo>
                <a:lnTo>
                  <a:pt x="7869" y="35884"/>
                </a:lnTo>
                <a:lnTo>
                  <a:pt x="2462" y="24887"/>
                </a:lnTo>
                <a:lnTo>
                  <a:pt x="0" y="12838"/>
                </a:lnTo>
                <a:lnTo>
                  <a:pt x="850" y="0"/>
                </a:lnTo>
              </a:path>
            </a:pathLst>
          </a:custGeom>
          <a:noFill xmlns:a="http://schemas.openxmlformats.org/drawingml/2006/main"/>
          <a:ln xmlns:a="http://schemas.openxmlformats.org/drawingml/2006/main" w="21908">
            <a:solidFill>
              <a:srgbClr val="986817"/>
            </a:solidFill>
            <a:prstDash val="solid"/>
          </a:ln>
        </p:spPr>
      </p:sp>
      <p:sp>
        <p:nvSpPr>
          <p:cNvPr id="71" name="Offline text 71: Execution LLM">
            <a:extLst xmlns:a="http://schemas.openxmlformats.org/drawingml/2006/main">
              <a:ext uri="{FF2B5EF4-FFF2-40B4-BE49-F238E27FC236}">
                <a16:creationId xmlns:a16="http://schemas.microsoft.com/office/drawing/2014/main" id="{B996F2B9-A998-4A5C-9D7B-4B5881493A91}"/>
              </a:ext>
            </a:extLst>
          </p:cNvPr>
          <p:cNvSpPr>
            <a:spLocks xmlns:a="http://schemas.openxmlformats.org/drawingml/2006/main" noGrp="1"/>
          </p:cNvSpPr>
          <p:nvPr/>
        </p:nvSpPr>
        <p:spPr>
          <a:xfrm xmlns:a="http://schemas.openxmlformats.org/drawingml/2006/main">
            <a:off x="7921695" y="5270564"/>
            <a:ext cx="1873110"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213247"/>
                </a:solidFill>
                <a:latin typeface="Arial"/>
                <a:ea typeface="Arial"/>
                <a:cs typeface="Arial"/>
              </a:defRPr>
            </a:pPr>
            <a:r>
              <a:rPr sz="1950" b="1">
                <a:solidFill>
                  <a:srgbClr val="213247"/>
                </a:solidFill>
                <a:latin typeface="Arial"/>
                <a:ea typeface="Arial"/>
                <a:cs typeface="Arial"/>
              </a:rPr>
              <a:t>Execution LLM</a:t>
            </a:r>
          </a:p>
        </p:txBody>
      </p:sp>
      <p:sp>
        <p:nvSpPr>
          <p:cNvPr id="72" name="Offline module 72">
            <a:extLst xmlns:a="http://schemas.openxmlformats.org/drawingml/2006/main">
              <a:ext uri="{FF2B5EF4-FFF2-40B4-BE49-F238E27FC236}">
                <a16:creationId xmlns:a16="http://schemas.microsoft.com/office/drawing/2014/main" id="{45ECD541-2A2A-46C6-A42C-E6656423B018}"/>
              </a:ext>
            </a:extLst>
          </p:cNvPr>
          <p:cNvSpPr>
            <a:spLocks xmlns:a="http://schemas.openxmlformats.org/drawingml/2006/main" noGrp="1"/>
          </p:cNvSpPr>
          <p:nvPr/>
        </p:nvSpPr>
        <p:spPr>
          <a:xfrm xmlns:a="http://schemas.openxmlformats.org/drawingml/2006/main">
            <a:off x="11334750" y="4572000"/>
            <a:ext cx="2095500" cy="1143000"/>
          </a:xfrm>
          <a:prstGeom xmlns:a="http://schemas.openxmlformats.org/drawingml/2006/main" prst="roundRect">
            <a:avLst>
              <a:gd name="adj" fmla="val 5000"/>
            </a:avLst>
          </a:prstGeom>
          <a:solidFill xmlns:a="http://schemas.openxmlformats.org/drawingml/2006/main">
            <a:srgbClr val="F0E8F9"/>
          </a:solidFill>
          <a:ln xmlns:a="http://schemas.openxmlformats.org/drawingml/2006/main" w="20955">
            <a:solidFill>
              <a:srgbClr val="9272B6"/>
            </a:solidFill>
            <a:prstDash val="solid"/>
          </a:ln>
        </p:spPr>
      </p:sp>
      <p:sp>
        <p:nvSpPr>
          <p:cNvPr id="73" name="Offline line 73">
            <a:extLst xmlns:a="http://schemas.openxmlformats.org/drawingml/2006/main">
              <a:ext uri="{FF2B5EF4-FFF2-40B4-BE49-F238E27FC236}">
                <a16:creationId xmlns:a16="http://schemas.microsoft.com/office/drawing/2014/main" id="{D194F648-8C13-47AE-B16D-15BDFF59FBE4}"/>
              </a:ext>
            </a:extLst>
          </p:cNvPr>
          <p:cNvSpPr>
            <a:spLocks xmlns:a="http://schemas.openxmlformats.org/drawingml/2006/main" noGrp="1"/>
          </p:cNvSpPr>
          <p:nvPr/>
        </p:nvSpPr>
        <p:spPr>
          <a:xfrm xmlns:a="http://schemas.openxmlformats.org/drawingml/2006/main">
            <a:off x="12149685" y="4728353"/>
            <a:ext cx="232815" cy="402003"/>
          </a:xfrm>
          <a:custGeom xmlns:a="http://schemas.openxmlformats.org/drawingml/2006/main">
            <a:pathLst>
              <a:path w="232815" h="402003">
                <a:moveTo>
                  <a:pt x="232815" y="47101"/>
                </a:moveTo>
                <a:lnTo>
                  <a:pt x="220609" y="28427"/>
                </a:lnTo>
                <a:lnTo>
                  <a:pt x="205615" y="14433"/>
                </a:lnTo>
                <a:lnTo>
                  <a:pt x="188729" y="5065"/>
                </a:lnTo>
                <a:lnTo>
                  <a:pt x="170843" y="272"/>
                </a:lnTo>
                <a:lnTo>
                  <a:pt x="152853" y="0"/>
                </a:lnTo>
                <a:lnTo>
                  <a:pt x="135651" y="4197"/>
                </a:lnTo>
                <a:lnTo>
                  <a:pt x="120132" y="12812"/>
                </a:lnTo>
                <a:lnTo>
                  <a:pt x="107189" y="25790"/>
                </a:lnTo>
                <a:lnTo>
                  <a:pt x="97716" y="43079"/>
                </a:lnTo>
                <a:lnTo>
                  <a:pt x="92607" y="64627"/>
                </a:lnTo>
                <a:lnTo>
                  <a:pt x="72435" y="66643"/>
                </a:lnTo>
                <a:lnTo>
                  <a:pt x="54260" y="72339"/>
                </a:lnTo>
                <a:lnTo>
                  <a:pt x="38505" y="81189"/>
                </a:lnTo>
                <a:lnTo>
                  <a:pt x="25588" y="92669"/>
                </a:lnTo>
                <a:lnTo>
                  <a:pt x="15931" y="106251"/>
                </a:lnTo>
                <a:lnTo>
                  <a:pt x="9955" y="121411"/>
                </a:lnTo>
                <a:lnTo>
                  <a:pt x="8079" y="137623"/>
                </a:lnTo>
                <a:lnTo>
                  <a:pt x="10726" y="154360"/>
                </a:lnTo>
                <a:lnTo>
                  <a:pt x="18315" y="171098"/>
                </a:lnTo>
                <a:lnTo>
                  <a:pt x="31266" y="187309"/>
                </a:lnTo>
                <a:lnTo>
                  <a:pt x="15695" y="204011"/>
                </a:lnTo>
                <a:lnTo>
                  <a:pt x="5538" y="222081"/>
                </a:lnTo>
                <a:lnTo>
                  <a:pt x="429" y="240781"/>
                </a:lnTo>
                <a:lnTo>
                  <a:pt x="0" y="259376"/>
                </a:lnTo>
                <a:lnTo>
                  <a:pt x="3882" y="277130"/>
                </a:lnTo>
                <a:lnTo>
                  <a:pt x="11707" y="293306"/>
                </a:lnTo>
                <a:lnTo>
                  <a:pt x="23108" y="307169"/>
                </a:lnTo>
                <a:lnTo>
                  <a:pt x="37716" y="317983"/>
                </a:lnTo>
                <a:lnTo>
                  <a:pt x="55163" y="325011"/>
                </a:lnTo>
                <a:lnTo>
                  <a:pt x="75081" y="327517"/>
                </a:lnTo>
                <a:lnTo>
                  <a:pt x="80681" y="351668"/>
                </a:lnTo>
                <a:lnTo>
                  <a:pt x="91486" y="371402"/>
                </a:lnTo>
                <a:lnTo>
                  <a:pt x="106392" y="386510"/>
                </a:lnTo>
                <a:lnTo>
                  <a:pt x="124294" y="396780"/>
                </a:lnTo>
                <a:lnTo>
                  <a:pt x="144090" y="402003"/>
                </a:lnTo>
                <a:lnTo>
                  <a:pt x="164674" y="401968"/>
                </a:lnTo>
                <a:lnTo>
                  <a:pt x="184943" y="396464"/>
                </a:lnTo>
                <a:lnTo>
                  <a:pt x="203792" y="385283"/>
                </a:lnTo>
                <a:lnTo>
                  <a:pt x="220118" y="368212"/>
                </a:lnTo>
                <a:lnTo>
                  <a:pt x="232815" y="345043"/>
                </a:lnTo>
              </a:path>
            </a:pathLst>
          </a:custGeom>
          <a:noFill xmlns:a="http://schemas.openxmlformats.org/drawingml/2006/main"/>
          <a:ln xmlns:a="http://schemas.openxmlformats.org/drawingml/2006/main" w="21908">
            <a:solidFill>
              <a:srgbClr val="76539C"/>
            </a:solidFill>
            <a:prstDash val="solid"/>
          </a:ln>
        </p:spPr>
      </p:sp>
      <p:sp>
        <p:nvSpPr>
          <p:cNvPr id="74" name="Offline line 74">
            <a:extLst xmlns:a="http://schemas.openxmlformats.org/drawingml/2006/main">
              <a:ext uri="{FF2B5EF4-FFF2-40B4-BE49-F238E27FC236}">
                <a16:creationId xmlns:a16="http://schemas.microsoft.com/office/drawing/2014/main" id="{48C90F6F-1E8F-4281-8969-B1547BB2D88A}"/>
              </a:ext>
            </a:extLst>
          </p:cNvPr>
          <p:cNvSpPr>
            <a:spLocks xmlns:a="http://schemas.openxmlformats.org/drawingml/2006/main" noGrp="1"/>
          </p:cNvSpPr>
          <p:nvPr/>
        </p:nvSpPr>
        <p:spPr>
          <a:xfrm xmlns:a="http://schemas.openxmlformats.org/drawingml/2006/main">
            <a:off x="12382500" y="4728353"/>
            <a:ext cx="232815" cy="402003"/>
          </a:xfrm>
          <a:custGeom xmlns:a="http://schemas.openxmlformats.org/drawingml/2006/main">
            <a:pathLst>
              <a:path w="232815" h="402003">
                <a:moveTo>
                  <a:pt x="0" y="47101"/>
                </a:moveTo>
                <a:lnTo>
                  <a:pt x="12207" y="28427"/>
                </a:lnTo>
                <a:lnTo>
                  <a:pt x="27200" y="14433"/>
                </a:lnTo>
                <a:lnTo>
                  <a:pt x="44087" y="5065"/>
                </a:lnTo>
                <a:lnTo>
                  <a:pt x="61972" y="272"/>
                </a:lnTo>
                <a:lnTo>
                  <a:pt x="79962" y="0"/>
                </a:lnTo>
                <a:lnTo>
                  <a:pt x="97164" y="4197"/>
                </a:lnTo>
                <a:lnTo>
                  <a:pt x="112683" y="12812"/>
                </a:lnTo>
                <a:lnTo>
                  <a:pt x="125626" y="25790"/>
                </a:lnTo>
                <a:lnTo>
                  <a:pt x="135099" y="43079"/>
                </a:lnTo>
                <a:lnTo>
                  <a:pt x="140208" y="64627"/>
                </a:lnTo>
                <a:lnTo>
                  <a:pt x="160380" y="66643"/>
                </a:lnTo>
                <a:lnTo>
                  <a:pt x="178555" y="72339"/>
                </a:lnTo>
                <a:lnTo>
                  <a:pt x="194311" y="81189"/>
                </a:lnTo>
                <a:lnTo>
                  <a:pt x="207227" y="92669"/>
                </a:lnTo>
                <a:lnTo>
                  <a:pt x="216884" y="106251"/>
                </a:lnTo>
                <a:lnTo>
                  <a:pt x="222861" y="121411"/>
                </a:lnTo>
                <a:lnTo>
                  <a:pt x="224736" y="137623"/>
                </a:lnTo>
                <a:lnTo>
                  <a:pt x="222089" y="154360"/>
                </a:lnTo>
                <a:lnTo>
                  <a:pt x="214501" y="171098"/>
                </a:lnTo>
                <a:lnTo>
                  <a:pt x="201549" y="187309"/>
                </a:lnTo>
                <a:lnTo>
                  <a:pt x="217121" y="204011"/>
                </a:lnTo>
                <a:lnTo>
                  <a:pt x="227277" y="222081"/>
                </a:lnTo>
                <a:lnTo>
                  <a:pt x="232386" y="240781"/>
                </a:lnTo>
                <a:lnTo>
                  <a:pt x="232815" y="259376"/>
                </a:lnTo>
                <a:lnTo>
                  <a:pt x="228933" y="277130"/>
                </a:lnTo>
                <a:lnTo>
                  <a:pt x="221108" y="293306"/>
                </a:lnTo>
                <a:lnTo>
                  <a:pt x="209707" y="307169"/>
                </a:lnTo>
                <a:lnTo>
                  <a:pt x="195099" y="317983"/>
                </a:lnTo>
                <a:lnTo>
                  <a:pt x="177652" y="325011"/>
                </a:lnTo>
                <a:lnTo>
                  <a:pt x="157734" y="327517"/>
                </a:lnTo>
                <a:lnTo>
                  <a:pt x="152134" y="351668"/>
                </a:lnTo>
                <a:lnTo>
                  <a:pt x="141330" y="371402"/>
                </a:lnTo>
                <a:lnTo>
                  <a:pt x="126424" y="386510"/>
                </a:lnTo>
                <a:lnTo>
                  <a:pt x="108521" y="396780"/>
                </a:lnTo>
                <a:lnTo>
                  <a:pt x="88725" y="402003"/>
                </a:lnTo>
                <a:lnTo>
                  <a:pt x="68141" y="401968"/>
                </a:lnTo>
                <a:lnTo>
                  <a:pt x="47872" y="396464"/>
                </a:lnTo>
                <a:lnTo>
                  <a:pt x="29023" y="385283"/>
                </a:lnTo>
                <a:lnTo>
                  <a:pt x="12698" y="368212"/>
                </a:lnTo>
                <a:lnTo>
                  <a:pt x="0" y="345043"/>
                </a:lnTo>
              </a:path>
            </a:pathLst>
          </a:custGeom>
          <a:noFill xmlns:a="http://schemas.openxmlformats.org/drawingml/2006/main"/>
          <a:ln xmlns:a="http://schemas.openxmlformats.org/drawingml/2006/main" w="21908">
            <a:solidFill>
              <a:srgbClr val="76539C"/>
            </a:solidFill>
            <a:prstDash val="solid"/>
          </a:ln>
        </p:spPr>
      </p:sp>
      <p:sp>
        <p:nvSpPr>
          <p:cNvPr id="75" name="Offline line 75">
            <a:extLst xmlns:a="http://schemas.openxmlformats.org/drawingml/2006/main">
              <a:ext uri="{FF2B5EF4-FFF2-40B4-BE49-F238E27FC236}">
                <a16:creationId xmlns:a16="http://schemas.microsoft.com/office/drawing/2014/main" id="{3AF2B824-1122-4E29-8458-222923813846}"/>
              </a:ext>
            </a:extLst>
          </p:cNvPr>
          <p:cNvSpPr>
            <a:spLocks xmlns:a="http://schemas.openxmlformats.org/drawingml/2006/main" noGrp="1"/>
          </p:cNvSpPr>
          <p:nvPr/>
        </p:nvSpPr>
        <p:spPr>
          <a:xfrm xmlns:a="http://schemas.openxmlformats.org/drawingml/2006/main">
            <a:off x="12382500" y="4775454"/>
            <a:ext cx="9525" cy="297942"/>
          </a:xfrm>
          <a:custGeom xmlns:a="http://schemas.openxmlformats.org/drawingml/2006/main">
            <a:pathLst>
              <a:path w="9525" h="297942">
                <a:moveTo>
                  <a:pt x="0" y="0"/>
                </a:moveTo>
                <a:lnTo>
                  <a:pt x="0" y="297942"/>
                </a:lnTo>
              </a:path>
            </a:pathLst>
          </a:custGeom>
          <a:noFill xmlns:a="http://schemas.openxmlformats.org/drawingml/2006/main"/>
          <a:ln xmlns:a="http://schemas.openxmlformats.org/drawingml/2006/main" w="21908">
            <a:solidFill>
              <a:srgbClr val="76539C"/>
            </a:solidFill>
            <a:prstDash val="solid"/>
          </a:ln>
        </p:spPr>
      </p:sp>
      <p:sp>
        <p:nvSpPr>
          <p:cNvPr id="76" name="Offline line 76">
            <a:extLst xmlns:a="http://schemas.openxmlformats.org/drawingml/2006/main">
              <a:ext uri="{FF2B5EF4-FFF2-40B4-BE49-F238E27FC236}">
                <a16:creationId xmlns:a16="http://schemas.microsoft.com/office/drawing/2014/main" id="{DBFDBDD8-BD5E-4C94-879B-F057D8DAFBB5}"/>
              </a:ext>
            </a:extLst>
          </p:cNvPr>
          <p:cNvSpPr>
            <a:spLocks xmlns:a="http://schemas.openxmlformats.org/drawingml/2006/main" noGrp="1"/>
          </p:cNvSpPr>
          <p:nvPr/>
        </p:nvSpPr>
        <p:spPr>
          <a:xfrm xmlns:a="http://schemas.openxmlformats.org/drawingml/2006/main">
            <a:off x="12242292" y="4792980"/>
            <a:ext cx="96393" cy="72067"/>
          </a:xfrm>
          <a:custGeom xmlns:a="http://schemas.openxmlformats.org/drawingml/2006/main">
            <a:pathLst>
              <a:path w="96393" h="72067">
                <a:moveTo>
                  <a:pt x="0" y="0"/>
                </a:moveTo>
                <a:lnTo>
                  <a:pt x="3645" y="17105"/>
                </a:lnTo>
                <a:lnTo>
                  <a:pt x="9184" y="31687"/>
                </a:lnTo>
                <a:lnTo>
                  <a:pt x="16404" y="43850"/>
                </a:lnTo>
                <a:lnTo>
                  <a:pt x="25097" y="53700"/>
                </a:lnTo>
                <a:lnTo>
                  <a:pt x="35052" y="61341"/>
                </a:lnTo>
                <a:lnTo>
                  <a:pt x="46058" y="66879"/>
                </a:lnTo>
                <a:lnTo>
                  <a:pt x="57906" y="70419"/>
                </a:lnTo>
                <a:lnTo>
                  <a:pt x="70384" y="72067"/>
                </a:lnTo>
                <a:lnTo>
                  <a:pt x="83284" y="71927"/>
                </a:lnTo>
                <a:lnTo>
                  <a:pt x="96393" y="70104"/>
                </a:lnTo>
              </a:path>
            </a:pathLst>
          </a:custGeom>
          <a:noFill xmlns:a="http://schemas.openxmlformats.org/drawingml/2006/main"/>
          <a:ln xmlns:a="http://schemas.openxmlformats.org/drawingml/2006/main" w="21908">
            <a:solidFill>
              <a:srgbClr val="76539C"/>
            </a:solidFill>
            <a:prstDash val="solid"/>
          </a:ln>
        </p:spPr>
      </p:sp>
      <p:sp>
        <p:nvSpPr>
          <p:cNvPr id="77" name="Offline line 77">
            <a:extLst xmlns:a="http://schemas.openxmlformats.org/drawingml/2006/main">
              <a:ext uri="{FF2B5EF4-FFF2-40B4-BE49-F238E27FC236}">
                <a16:creationId xmlns:a16="http://schemas.microsoft.com/office/drawing/2014/main" id="{495EFC15-5DF0-4EBE-B53E-9A4377557170}"/>
              </a:ext>
            </a:extLst>
          </p:cNvPr>
          <p:cNvSpPr>
            <a:spLocks xmlns:a="http://schemas.openxmlformats.org/drawingml/2006/main" noGrp="1"/>
          </p:cNvSpPr>
          <p:nvPr/>
        </p:nvSpPr>
        <p:spPr>
          <a:xfrm xmlns:a="http://schemas.openxmlformats.org/drawingml/2006/main">
            <a:off x="12180951" y="4906969"/>
            <a:ext cx="105997" cy="78797"/>
          </a:xfrm>
          <a:custGeom xmlns:a="http://schemas.openxmlformats.org/drawingml/2006/main">
            <a:pathLst>
              <a:path w="105997" h="78797">
                <a:moveTo>
                  <a:pt x="0" y="8693"/>
                </a:moveTo>
                <a:lnTo>
                  <a:pt x="18087" y="2611"/>
                </a:lnTo>
                <a:lnTo>
                  <a:pt x="35332" y="0"/>
                </a:lnTo>
                <a:lnTo>
                  <a:pt x="51421" y="648"/>
                </a:lnTo>
                <a:lnTo>
                  <a:pt x="66038" y="4346"/>
                </a:lnTo>
                <a:lnTo>
                  <a:pt x="78867" y="10884"/>
                </a:lnTo>
                <a:lnTo>
                  <a:pt x="89593" y="20050"/>
                </a:lnTo>
                <a:lnTo>
                  <a:pt x="97900" y="31634"/>
                </a:lnTo>
                <a:lnTo>
                  <a:pt x="103474" y="45427"/>
                </a:lnTo>
                <a:lnTo>
                  <a:pt x="105997" y="61218"/>
                </a:lnTo>
                <a:lnTo>
                  <a:pt x="105156" y="78797"/>
                </a:lnTo>
              </a:path>
            </a:pathLst>
          </a:custGeom>
          <a:noFill xmlns:a="http://schemas.openxmlformats.org/drawingml/2006/main"/>
          <a:ln xmlns:a="http://schemas.openxmlformats.org/drawingml/2006/main" w="21908">
            <a:solidFill>
              <a:srgbClr val="76539C"/>
            </a:solidFill>
            <a:prstDash val="solid"/>
          </a:ln>
        </p:spPr>
      </p:sp>
      <p:sp>
        <p:nvSpPr>
          <p:cNvPr id="78" name="Offline line 78">
            <a:extLst xmlns:a="http://schemas.openxmlformats.org/drawingml/2006/main">
              <a:ext uri="{FF2B5EF4-FFF2-40B4-BE49-F238E27FC236}">
                <a16:creationId xmlns:a16="http://schemas.microsoft.com/office/drawing/2014/main" id="{F537B861-1B9B-4301-B38C-EB6DF917C3FE}"/>
              </a:ext>
            </a:extLst>
          </p:cNvPr>
          <p:cNvSpPr>
            <a:spLocks xmlns:a="http://schemas.openxmlformats.org/drawingml/2006/main" noGrp="1"/>
          </p:cNvSpPr>
          <p:nvPr/>
        </p:nvSpPr>
        <p:spPr>
          <a:xfrm xmlns:a="http://schemas.openxmlformats.org/drawingml/2006/main">
            <a:off x="12224766" y="4994529"/>
            <a:ext cx="97243" cy="65898"/>
          </a:xfrm>
          <a:custGeom xmlns:a="http://schemas.openxmlformats.org/drawingml/2006/main">
            <a:pathLst>
              <a:path w="97243" h="65898">
                <a:moveTo>
                  <a:pt x="0" y="61341"/>
                </a:moveTo>
                <a:lnTo>
                  <a:pt x="15712" y="65065"/>
                </a:lnTo>
                <a:lnTo>
                  <a:pt x="31056" y="65898"/>
                </a:lnTo>
                <a:lnTo>
                  <a:pt x="45664" y="64101"/>
                </a:lnTo>
                <a:lnTo>
                  <a:pt x="59168" y="59939"/>
                </a:lnTo>
                <a:lnTo>
                  <a:pt x="71199" y="53673"/>
                </a:lnTo>
                <a:lnTo>
                  <a:pt x="81391" y="45568"/>
                </a:lnTo>
                <a:lnTo>
                  <a:pt x="89374" y="35884"/>
                </a:lnTo>
                <a:lnTo>
                  <a:pt x="94781" y="24887"/>
                </a:lnTo>
                <a:lnTo>
                  <a:pt x="97243" y="12838"/>
                </a:lnTo>
                <a:lnTo>
                  <a:pt x="96393" y="0"/>
                </a:lnTo>
              </a:path>
            </a:pathLst>
          </a:custGeom>
          <a:noFill xmlns:a="http://schemas.openxmlformats.org/drawingml/2006/main"/>
          <a:ln xmlns:a="http://schemas.openxmlformats.org/drawingml/2006/main" w="21908">
            <a:solidFill>
              <a:srgbClr val="76539C"/>
            </a:solidFill>
            <a:prstDash val="solid"/>
          </a:ln>
        </p:spPr>
      </p:sp>
      <p:sp>
        <p:nvSpPr>
          <p:cNvPr id="79" name="Offline line 79">
            <a:extLst xmlns:a="http://schemas.openxmlformats.org/drawingml/2006/main">
              <a:ext uri="{FF2B5EF4-FFF2-40B4-BE49-F238E27FC236}">
                <a16:creationId xmlns:a16="http://schemas.microsoft.com/office/drawing/2014/main" id="{79CEF5F7-262E-4709-91C7-984C0820F726}"/>
              </a:ext>
            </a:extLst>
          </p:cNvPr>
          <p:cNvSpPr>
            <a:spLocks xmlns:a="http://schemas.openxmlformats.org/drawingml/2006/main" noGrp="1"/>
          </p:cNvSpPr>
          <p:nvPr/>
        </p:nvSpPr>
        <p:spPr>
          <a:xfrm xmlns:a="http://schemas.openxmlformats.org/drawingml/2006/main">
            <a:off x="12426315" y="4792980"/>
            <a:ext cx="96393" cy="72067"/>
          </a:xfrm>
          <a:custGeom xmlns:a="http://schemas.openxmlformats.org/drawingml/2006/main">
            <a:pathLst>
              <a:path w="96393" h="72067">
                <a:moveTo>
                  <a:pt x="96393" y="0"/>
                </a:moveTo>
                <a:lnTo>
                  <a:pt x="92748" y="17105"/>
                </a:lnTo>
                <a:lnTo>
                  <a:pt x="87209" y="31687"/>
                </a:lnTo>
                <a:lnTo>
                  <a:pt x="79989" y="43850"/>
                </a:lnTo>
                <a:lnTo>
                  <a:pt x="71296" y="53700"/>
                </a:lnTo>
                <a:lnTo>
                  <a:pt x="61341" y="61341"/>
                </a:lnTo>
                <a:lnTo>
                  <a:pt x="50335" y="66879"/>
                </a:lnTo>
                <a:lnTo>
                  <a:pt x="38487" y="70419"/>
                </a:lnTo>
                <a:lnTo>
                  <a:pt x="26009" y="72067"/>
                </a:lnTo>
                <a:lnTo>
                  <a:pt x="13109" y="71927"/>
                </a:lnTo>
                <a:lnTo>
                  <a:pt x="0" y="70104"/>
                </a:lnTo>
              </a:path>
            </a:pathLst>
          </a:custGeom>
          <a:noFill xmlns:a="http://schemas.openxmlformats.org/drawingml/2006/main"/>
          <a:ln xmlns:a="http://schemas.openxmlformats.org/drawingml/2006/main" w="21908">
            <a:solidFill>
              <a:srgbClr val="76539C"/>
            </a:solidFill>
            <a:prstDash val="solid"/>
          </a:ln>
        </p:spPr>
      </p:sp>
      <p:sp>
        <p:nvSpPr>
          <p:cNvPr id="80" name="Offline line 80">
            <a:extLst xmlns:a="http://schemas.openxmlformats.org/drawingml/2006/main">
              <a:ext uri="{FF2B5EF4-FFF2-40B4-BE49-F238E27FC236}">
                <a16:creationId xmlns:a16="http://schemas.microsoft.com/office/drawing/2014/main" id="{FD861C15-4B55-4D45-89A7-C3DFDAC6F2A1}"/>
              </a:ext>
            </a:extLst>
          </p:cNvPr>
          <p:cNvSpPr>
            <a:spLocks xmlns:a="http://schemas.openxmlformats.org/drawingml/2006/main" noGrp="1"/>
          </p:cNvSpPr>
          <p:nvPr/>
        </p:nvSpPr>
        <p:spPr>
          <a:xfrm xmlns:a="http://schemas.openxmlformats.org/drawingml/2006/main">
            <a:off x="12478052" y="4906969"/>
            <a:ext cx="105997" cy="78797"/>
          </a:xfrm>
          <a:custGeom xmlns:a="http://schemas.openxmlformats.org/drawingml/2006/main">
            <a:pathLst>
              <a:path w="105997" h="78797">
                <a:moveTo>
                  <a:pt x="105997" y="8693"/>
                </a:moveTo>
                <a:lnTo>
                  <a:pt x="87910" y="2611"/>
                </a:lnTo>
                <a:lnTo>
                  <a:pt x="70665" y="0"/>
                </a:lnTo>
                <a:lnTo>
                  <a:pt x="54576" y="648"/>
                </a:lnTo>
                <a:lnTo>
                  <a:pt x="39959" y="4346"/>
                </a:lnTo>
                <a:lnTo>
                  <a:pt x="27130" y="10884"/>
                </a:lnTo>
                <a:lnTo>
                  <a:pt x="16404" y="20050"/>
                </a:lnTo>
                <a:lnTo>
                  <a:pt x="8097" y="31634"/>
                </a:lnTo>
                <a:lnTo>
                  <a:pt x="2524" y="45427"/>
                </a:lnTo>
                <a:lnTo>
                  <a:pt x="0" y="61218"/>
                </a:lnTo>
                <a:lnTo>
                  <a:pt x="841" y="78797"/>
                </a:lnTo>
              </a:path>
            </a:pathLst>
          </a:custGeom>
          <a:noFill xmlns:a="http://schemas.openxmlformats.org/drawingml/2006/main"/>
          <a:ln xmlns:a="http://schemas.openxmlformats.org/drawingml/2006/main" w="21908">
            <a:solidFill>
              <a:srgbClr val="76539C"/>
            </a:solidFill>
            <a:prstDash val="solid"/>
          </a:ln>
        </p:spPr>
      </p:sp>
      <p:sp>
        <p:nvSpPr>
          <p:cNvPr id="81" name="Offline line 81">
            <a:extLst xmlns:a="http://schemas.openxmlformats.org/drawingml/2006/main">
              <a:ext uri="{FF2B5EF4-FFF2-40B4-BE49-F238E27FC236}">
                <a16:creationId xmlns:a16="http://schemas.microsoft.com/office/drawing/2014/main" id="{7BDFA4F3-07FA-4899-9856-257E0AC40142}"/>
              </a:ext>
            </a:extLst>
          </p:cNvPr>
          <p:cNvSpPr>
            <a:spLocks xmlns:a="http://schemas.openxmlformats.org/drawingml/2006/main" noGrp="1"/>
          </p:cNvSpPr>
          <p:nvPr/>
        </p:nvSpPr>
        <p:spPr>
          <a:xfrm xmlns:a="http://schemas.openxmlformats.org/drawingml/2006/main">
            <a:off x="12442991" y="4994529"/>
            <a:ext cx="97243" cy="65898"/>
          </a:xfrm>
          <a:custGeom xmlns:a="http://schemas.openxmlformats.org/drawingml/2006/main">
            <a:pathLst>
              <a:path w="97243" h="65898">
                <a:moveTo>
                  <a:pt x="97243" y="61341"/>
                </a:moveTo>
                <a:lnTo>
                  <a:pt x="81531" y="65065"/>
                </a:lnTo>
                <a:lnTo>
                  <a:pt x="66187" y="65898"/>
                </a:lnTo>
                <a:lnTo>
                  <a:pt x="51579" y="64101"/>
                </a:lnTo>
                <a:lnTo>
                  <a:pt x="38075" y="59939"/>
                </a:lnTo>
                <a:lnTo>
                  <a:pt x="26044" y="53673"/>
                </a:lnTo>
                <a:lnTo>
                  <a:pt x="15852" y="45568"/>
                </a:lnTo>
                <a:lnTo>
                  <a:pt x="7869" y="35884"/>
                </a:lnTo>
                <a:lnTo>
                  <a:pt x="2462" y="24887"/>
                </a:lnTo>
                <a:lnTo>
                  <a:pt x="0" y="12838"/>
                </a:lnTo>
                <a:lnTo>
                  <a:pt x="850" y="0"/>
                </a:lnTo>
              </a:path>
            </a:pathLst>
          </a:custGeom>
          <a:noFill xmlns:a="http://schemas.openxmlformats.org/drawingml/2006/main"/>
          <a:ln xmlns:a="http://schemas.openxmlformats.org/drawingml/2006/main" w="21908">
            <a:solidFill>
              <a:srgbClr val="76539C"/>
            </a:solidFill>
            <a:prstDash val="solid"/>
          </a:ln>
        </p:spPr>
      </p:sp>
      <p:sp>
        <p:nvSpPr>
          <p:cNvPr id="82" name="Offline text 82: Verifier LLM">
            <a:extLst xmlns:a="http://schemas.openxmlformats.org/drawingml/2006/main">
              <a:ext uri="{FF2B5EF4-FFF2-40B4-BE49-F238E27FC236}">
                <a16:creationId xmlns:a16="http://schemas.microsoft.com/office/drawing/2014/main" id="{C0B6472A-D3CB-4FC8-AFF3-C35029CC188A}"/>
              </a:ext>
            </a:extLst>
          </p:cNvPr>
          <p:cNvSpPr>
            <a:spLocks xmlns:a="http://schemas.openxmlformats.org/drawingml/2006/main" noGrp="1"/>
          </p:cNvSpPr>
          <p:nvPr/>
        </p:nvSpPr>
        <p:spPr>
          <a:xfrm xmlns:a="http://schemas.openxmlformats.org/drawingml/2006/main">
            <a:off x="11615957" y="5270564"/>
            <a:ext cx="1533087"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213247"/>
                </a:solidFill>
                <a:latin typeface="Arial"/>
                <a:ea typeface="Arial"/>
                <a:cs typeface="Arial"/>
              </a:defRPr>
            </a:pPr>
            <a:r>
              <a:rPr sz="1950" b="1">
                <a:solidFill>
                  <a:srgbClr val="213247"/>
                </a:solidFill>
                <a:latin typeface="Arial"/>
                <a:ea typeface="Arial"/>
                <a:cs typeface="Arial"/>
              </a:rPr>
              <a:t>Verifier LLM</a:t>
            </a:r>
          </a:p>
        </p:txBody>
      </p:sp>
      <p:sp>
        <p:nvSpPr>
          <p:cNvPr id="83" name="Offline text 83: [2]">
            <a:extLst xmlns:a="http://schemas.openxmlformats.org/drawingml/2006/main">
              <a:ext uri="{FF2B5EF4-FFF2-40B4-BE49-F238E27FC236}">
                <a16:creationId xmlns:a16="http://schemas.microsoft.com/office/drawing/2014/main" id="{31125D0F-2AD1-4BAF-909A-DE320424AD0A}"/>
              </a:ext>
            </a:extLst>
          </p:cNvPr>
          <p:cNvSpPr>
            <a:spLocks xmlns:a="http://schemas.openxmlformats.org/drawingml/2006/main" noGrp="1"/>
          </p:cNvSpPr>
          <p:nvPr/>
        </p:nvSpPr>
        <p:spPr>
          <a:xfrm xmlns:a="http://schemas.openxmlformats.org/drawingml/2006/main">
            <a:off x="12983489" y="4662773"/>
            <a:ext cx="294361" cy="2185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75" b="0">
                <a:solidFill>
                  <a:srgbClr val="76539C"/>
                </a:solidFill>
                <a:latin typeface="Arial"/>
                <a:ea typeface="Arial"/>
                <a:cs typeface="Arial"/>
              </a:defRPr>
            </a:pPr>
            <a:r>
              <a:rPr sz="1275" b="0">
                <a:solidFill>
                  <a:srgbClr val="76539C"/>
                </a:solidFill>
                <a:latin typeface="Arial"/>
                <a:ea typeface="Arial"/>
                <a:cs typeface="Arial"/>
              </a:rPr>
              <a:t>[2]</a:t>
            </a:r>
          </a:p>
        </p:txBody>
      </p:sp>
      <p:sp>
        <p:nvSpPr>
          <p:cNvPr id="84" name="Offline module 84">
            <a:extLst xmlns:a="http://schemas.openxmlformats.org/drawingml/2006/main">
              <a:ext uri="{FF2B5EF4-FFF2-40B4-BE49-F238E27FC236}">
                <a16:creationId xmlns:a16="http://schemas.microsoft.com/office/drawing/2014/main" id="{EBFA2FE9-EE61-4BCD-B015-BEAD1DEF5CFB}"/>
              </a:ext>
            </a:extLst>
          </p:cNvPr>
          <p:cNvSpPr>
            <a:spLocks xmlns:a="http://schemas.openxmlformats.org/drawingml/2006/main" noGrp="1"/>
          </p:cNvSpPr>
          <p:nvPr/>
        </p:nvSpPr>
        <p:spPr>
          <a:xfrm xmlns:a="http://schemas.openxmlformats.org/drawingml/2006/main">
            <a:off x="11334750" y="7239000"/>
            <a:ext cx="2095500" cy="1143000"/>
          </a:xfrm>
          <a:prstGeom xmlns:a="http://schemas.openxmlformats.org/drawingml/2006/main" prst="roundRect">
            <a:avLst>
              <a:gd name="adj" fmla="val 5000"/>
            </a:avLst>
          </a:prstGeom>
          <a:solidFill xmlns:a="http://schemas.openxmlformats.org/drawingml/2006/main">
            <a:srgbClr val="E8F1FB"/>
          </a:solidFill>
          <a:ln xmlns:a="http://schemas.openxmlformats.org/drawingml/2006/main" w="20955">
            <a:solidFill>
              <a:srgbClr val="4475A5"/>
            </a:solidFill>
            <a:prstDash val="solid"/>
          </a:ln>
        </p:spPr>
      </p:sp>
      <p:sp>
        <p:nvSpPr>
          <p:cNvPr id="85" name="Offline line 85">
            <a:extLst xmlns:a="http://schemas.openxmlformats.org/drawingml/2006/main">
              <a:ext uri="{FF2B5EF4-FFF2-40B4-BE49-F238E27FC236}">
                <a16:creationId xmlns:a16="http://schemas.microsoft.com/office/drawing/2014/main" id="{0208C323-E4AD-4742-8483-E4BCEEE74CBE}"/>
              </a:ext>
            </a:extLst>
          </p:cNvPr>
          <p:cNvSpPr>
            <a:spLocks xmlns:a="http://schemas.openxmlformats.org/drawingml/2006/main" noGrp="1"/>
          </p:cNvSpPr>
          <p:nvPr/>
        </p:nvSpPr>
        <p:spPr>
          <a:xfrm xmlns:a="http://schemas.openxmlformats.org/drawingml/2006/main">
            <a:off x="12233529" y="7424928"/>
            <a:ext cx="297942" cy="341757"/>
          </a:xfrm>
          <a:custGeom xmlns:a="http://schemas.openxmlformats.org/drawingml/2006/main">
            <a:pathLst>
              <a:path w="297942" h="341757">
                <a:moveTo>
                  <a:pt x="148971" y="0"/>
                </a:moveTo>
                <a:lnTo>
                  <a:pt x="297942" y="61341"/>
                </a:lnTo>
                <a:lnTo>
                  <a:pt x="271653" y="210312"/>
                </a:lnTo>
                <a:lnTo>
                  <a:pt x="219075" y="289179"/>
                </a:lnTo>
                <a:lnTo>
                  <a:pt x="148971" y="341757"/>
                </a:lnTo>
                <a:lnTo>
                  <a:pt x="78867" y="289179"/>
                </a:lnTo>
                <a:lnTo>
                  <a:pt x="26289" y="210312"/>
                </a:lnTo>
                <a:lnTo>
                  <a:pt x="0" y="61341"/>
                </a:lnTo>
                <a:lnTo>
                  <a:pt x="148971" y="0"/>
                </a:lnTo>
              </a:path>
            </a:pathLst>
          </a:custGeom>
          <a:noFill xmlns:a="http://schemas.openxmlformats.org/drawingml/2006/main"/>
          <a:ln xmlns:a="http://schemas.openxmlformats.org/drawingml/2006/main" w="21908">
            <a:solidFill>
              <a:srgbClr val="2E5F8B"/>
            </a:solidFill>
            <a:prstDash val="solid"/>
          </a:ln>
        </p:spPr>
      </p:sp>
      <p:sp>
        <p:nvSpPr>
          <p:cNvPr id="86" name="Offline line 86">
            <a:extLst xmlns:a="http://schemas.openxmlformats.org/drawingml/2006/main">
              <a:ext uri="{FF2B5EF4-FFF2-40B4-BE49-F238E27FC236}">
                <a16:creationId xmlns:a16="http://schemas.microsoft.com/office/drawing/2014/main" id="{115DB308-E6D8-4719-9A5A-AB069153F30A}"/>
              </a:ext>
            </a:extLst>
          </p:cNvPr>
          <p:cNvSpPr>
            <a:spLocks xmlns:a="http://schemas.openxmlformats.org/drawingml/2006/main" noGrp="1"/>
          </p:cNvSpPr>
          <p:nvPr/>
        </p:nvSpPr>
        <p:spPr>
          <a:xfrm xmlns:a="http://schemas.openxmlformats.org/drawingml/2006/main">
            <a:off x="12312396" y="7530084"/>
            <a:ext cx="148971" cy="113919"/>
          </a:xfrm>
          <a:custGeom xmlns:a="http://schemas.openxmlformats.org/drawingml/2006/main">
            <a:pathLst>
              <a:path w="148971" h="113919">
                <a:moveTo>
                  <a:pt x="0" y="52578"/>
                </a:moveTo>
                <a:lnTo>
                  <a:pt x="52578" y="113919"/>
                </a:lnTo>
                <a:lnTo>
                  <a:pt x="148971" y="0"/>
                </a:lnTo>
              </a:path>
            </a:pathLst>
          </a:custGeom>
          <a:noFill xmlns:a="http://schemas.openxmlformats.org/drawingml/2006/main"/>
          <a:ln xmlns:a="http://schemas.openxmlformats.org/drawingml/2006/main" w="21908">
            <a:solidFill>
              <a:srgbClr val="2E5F8B"/>
            </a:solidFill>
            <a:prstDash val="solid"/>
          </a:ln>
        </p:spPr>
      </p:sp>
      <p:sp>
        <p:nvSpPr>
          <p:cNvPr id="87" name="Offline text 87: Action verifier">
            <a:extLst xmlns:a="http://schemas.openxmlformats.org/drawingml/2006/main">
              <a:ext uri="{FF2B5EF4-FFF2-40B4-BE49-F238E27FC236}">
                <a16:creationId xmlns:a16="http://schemas.microsoft.com/office/drawing/2014/main" id="{9ABC687B-2131-43DC-A861-4D35CA60E719}"/>
              </a:ext>
            </a:extLst>
          </p:cNvPr>
          <p:cNvSpPr>
            <a:spLocks xmlns:a="http://schemas.openxmlformats.org/drawingml/2006/main" noGrp="1"/>
          </p:cNvSpPr>
          <p:nvPr/>
        </p:nvSpPr>
        <p:spPr>
          <a:xfrm xmlns:a="http://schemas.openxmlformats.org/drawingml/2006/main">
            <a:off x="11492751" y="7937564"/>
            <a:ext cx="1779499"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213247"/>
                </a:solidFill>
                <a:latin typeface="Arial"/>
                <a:ea typeface="Arial"/>
                <a:cs typeface="Arial"/>
              </a:defRPr>
            </a:pPr>
            <a:r>
              <a:rPr sz="1950" b="1">
                <a:solidFill>
                  <a:srgbClr val="213247"/>
                </a:solidFill>
                <a:latin typeface="Arial"/>
                <a:ea typeface="Arial"/>
                <a:cs typeface="Arial"/>
              </a:rPr>
              <a:t>Action verifier</a:t>
            </a:r>
          </a:p>
        </p:txBody>
      </p:sp>
      <p:sp>
        <p:nvSpPr>
          <p:cNvPr id="88" name="Offline text 88: [1]">
            <a:extLst xmlns:a="http://schemas.openxmlformats.org/drawingml/2006/main">
              <a:ext uri="{FF2B5EF4-FFF2-40B4-BE49-F238E27FC236}">
                <a16:creationId xmlns:a16="http://schemas.microsoft.com/office/drawing/2014/main" id="{E37FD51B-D264-41A9-A670-FD1683A2A64E}"/>
              </a:ext>
            </a:extLst>
          </p:cNvPr>
          <p:cNvSpPr>
            <a:spLocks xmlns:a="http://schemas.openxmlformats.org/drawingml/2006/main" noGrp="1"/>
          </p:cNvSpPr>
          <p:nvPr/>
        </p:nvSpPr>
        <p:spPr>
          <a:xfrm xmlns:a="http://schemas.openxmlformats.org/drawingml/2006/main">
            <a:off x="12983489" y="7329773"/>
            <a:ext cx="294361" cy="2185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75" b="0">
                <a:solidFill>
                  <a:srgbClr val="2E5F8B"/>
                </a:solidFill>
                <a:latin typeface="Arial"/>
                <a:ea typeface="Arial"/>
                <a:cs typeface="Arial"/>
              </a:defRPr>
            </a:pPr>
            <a:r>
              <a:rPr sz="1275" b="0">
                <a:solidFill>
                  <a:srgbClr val="2E5F8B"/>
                </a:solidFill>
                <a:latin typeface="Arial"/>
                <a:ea typeface="Arial"/>
                <a:cs typeface="Arial"/>
              </a:rPr>
              <a:t>[1]</a:t>
            </a:r>
          </a:p>
        </p:txBody>
      </p:sp>
      <p:sp>
        <p:nvSpPr>
          <p:cNvPr id="89" name="Offline module 89">
            <a:extLst xmlns:a="http://schemas.openxmlformats.org/drawingml/2006/main">
              <a:ext uri="{FF2B5EF4-FFF2-40B4-BE49-F238E27FC236}">
                <a16:creationId xmlns:a16="http://schemas.microsoft.com/office/drawing/2014/main" id="{BBE18E12-DC86-4D40-93D2-41466C3EB11F}"/>
              </a:ext>
            </a:extLst>
          </p:cNvPr>
          <p:cNvSpPr>
            <a:spLocks xmlns:a="http://schemas.openxmlformats.org/drawingml/2006/main" noGrp="1"/>
          </p:cNvSpPr>
          <p:nvPr/>
        </p:nvSpPr>
        <p:spPr>
          <a:xfrm xmlns:a="http://schemas.openxmlformats.org/drawingml/2006/main">
            <a:off x="7810500" y="7239000"/>
            <a:ext cx="2095500" cy="1143000"/>
          </a:xfrm>
          <a:prstGeom xmlns:a="http://schemas.openxmlformats.org/drawingml/2006/main" prst="roundRect">
            <a:avLst>
              <a:gd name="adj" fmla="val 5000"/>
            </a:avLst>
          </a:prstGeom>
          <a:solidFill xmlns:a="http://schemas.openxmlformats.org/drawingml/2006/main">
            <a:srgbClr val="E8F1FB"/>
          </a:solidFill>
          <a:ln xmlns:a="http://schemas.openxmlformats.org/drawingml/2006/main" w="20955">
            <a:solidFill>
              <a:srgbClr val="4475A5"/>
            </a:solidFill>
            <a:prstDash val="solid"/>
          </a:ln>
        </p:spPr>
      </p:sp>
      <p:sp>
        <p:nvSpPr>
          <p:cNvPr id="90" name="Offline line 90">
            <a:extLst xmlns:a="http://schemas.openxmlformats.org/drawingml/2006/main">
              <a:ext uri="{FF2B5EF4-FFF2-40B4-BE49-F238E27FC236}">
                <a16:creationId xmlns:a16="http://schemas.microsoft.com/office/drawing/2014/main" id="{53D4892C-1B02-4073-8BC8-960EB6173B3D}"/>
              </a:ext>
            </a:extLst>
          </p:cNvPr>
          <p:cNvSpPr>
            <a:spLocks xmlns:a="http://schemas.openxmlformats.org/drawingml/2006/main" noGrp="1"/>
          </p:cNvSpPr>
          <p:nvPr/>
        </p:nvSpPr>
        <p:spPr>
          <a:xfrm xmlns:a="http://schemas.openxmlformats.org/drawingml/2006/main">
            <a:off x="8709279" y="7424928"/>
            <a:ext cx="306705" cy="359283"/>
          </a:xfrm>
          <a:custGeom xmlns:a="http://schemas.openxmlformats.org/drawingml/2006/main">
            <a:pathLst>
              <a:path w="306705" h="359283">
                <a:moveTo>
                  <a:pt x="0" y="315468"/>
                </a:moveTo>
                <a:lnTo>
                  <a:pt x="113919" y="201549"/>
                </a:lnTo>
                <a:lnTo>
                  <a:pt x="78867" y="122682"/>
                </a:lnTo>
                <a:lnTo>
                  <a:pt x="105156" y="35052"/>
                </a:lnTo>
                <a:lnTo>
                  <a:pt x="184023" y="0"/>
                </a:lnTo>
                <a:lnTo>
                  <a:pt x="166497" y="96393"/>
                </a:lnTo>
                <a:lnTo>
                  <a:pt x="227838" y="140208"/>
                </a:lnTo>
                <a:lnTo>
                  <a:pt x="306705" y="87630"/>
                </a:lnTo>
                <a:lnTo>
                  <a:pt x="306705" y="184023"/>
                </a:lnTo>
                <a:lnTo>
                  <a:pt x="245364" y="245364"/>
                </a:lnTo>
                <a:lnTo>
                  <a:pt x="175260" y="236601"/>
                </a:lnTo>
                <a:lnTo>
                  <a:pt x="52578" y="359283"/>
                </a:lnTo>
                <a:lnTo>
                  <a:pt x="0" y="315468"/>
                </a:lnTo>
              </a:path>
            </a:pathLst>
          </a:custGeom>
          <a:noFill xmlns:a="http://schemas.openxmlformats.org/drawingml/2006/main"/>
          <a:ln xmlns:a="http://schemas.openxmlformats.org/drawingml/2006/main" w="21908">
            <a:solidFill>
              <a:srgbClr val="2E5F8B"/>
            </a:solidFill>
            <a:prstDash val="solid"/>
          </a:ln>
        </p:spPr>
      </p:sp>
      <p:sp>
        <p:nvSpPr>
          <p:cNvPr id="91" name="Offline polygon 91">
            <a:extLst xmlns:a="http://schemas.openxmlformats.org/drawingml/2006/main">
              <a:ext uri="{FF2B5EF4-FFF2-40B4-BE49-F238E27FC236}">
                <a16:creationId xmlns:a16="http://schemas.microsoft.com/office/drawing/2014/main" id="{86123952-C815-44FC-A139-7611EF8FB702}"/>
              </a:ext>
            </a:extLst>
          </p:cNvPr>
          <p:cNvSpPr>
            <a:spLocks xmlns:a="http://schemas.openxmlformats.org/drawingml/2006/main" noGrp="1"/>
          </p:cNvSpPr>
          <p:nvPr/>
        </p:nvSpPr>
        <p:spPr>
          <a:xfrm xmlns:a="http://schemas.openxmlformats.org/drawingml/2006/main">
            <a:off x="8747836" y="7717612"/>
            <a:ext cx="28042" cy="28042"/>
          </a:xfrm>
          <a:custGeom xmlns:a="http://schemas.openxmlformats.org/drawingml/2006/main">
            <a:pathLst>
              <a:path w="28042" h="28042">
                <a:moveTo>
                  <a:pt x="28042" y="14021"/>
                </a:moveTo>
                <a:lnTo>
                  <a:pt x="27922" y="15851"/>
                </a:lnTo>
                <a:lnTo>
                  <a:pt x="27564" y="17650"/>
                </a:lnTo>
                <a:lnTo>
                  <a:pt x="26974" y="19386"/>
                </a:lnTo>
                <a:lnTo>
                  <a:pt x="26163" y="21031"/>
                </a:lnTo>
                <a:lnTo>
                  <a:pt x="25144" y="22556"/>
                </a:lnTo>
                <a:lnTo>
                  <a:pt x="23935" y="23935"/>
                </a:lnTo>
                <a:lnTo>
                  <a:pt x="22556" y="25144"/>
                </a:lnTo>
                <a:lnTo>
                  <a:pt x="21031" y="26163"/>
                </a:lnTo>
                <a:lnTo>
                  <a:pt x="19386" y="26974"/>
                </a:lnTo>
                <a:lnTo>
                  <a:pt x="17650" y="27564"/>
                </a:lnTo>
                <a:lnTo>
                  <a:pt x="15851" y="27922"/>
                </a:lnTo>
                <a:lnTo>
                  <a:pt x="14021" y="28042"/>
                </a:lnTo>
                <a:lnTo>
                  <a:pt x="12191" y="27922"/>
                </a:lnTo>
                <a:lnTo>
                  <a:pt x="10392" y="27564"/>
                </a:lnTo>
                <a:lnTo>
                  <a:pt x="8655" y="26974"/>
                </a:lnTo>
                <a:lnTo>
                  <a:pt x="7010" y="26163"/>
                </a:lnTo>
                <a:lnTo>
                  <a:pt x="5485" y="25144"/>
                </a:lnTo>
                <a:lnTo>
                  <a:pt x="4107" y="23935"/>
                </a:lnTo>
                <a:lnTo>
                  <a:pt x="2897" y="22556"/>
                </a:lnTo>
                <a:lnTo>
                  <a:pt x="1878" y="21031"/>
                </a:lnTo>
                <a:lnTo>
                  <a:pt x="1067" y="19386"/>
                </a:lnTo>
                <a:lnTo>
                  <a:pt x="478" y="17650"/>
                </a:lnTo>
                <a:lnTo>
                  <a:pt x="120" y="15851"/>
                </a:lnTo>
                <a:lnTo>
                  <a:pt x="0" y="14021"/>
                </a:lnTo>
                <a:lnTo>
                  <a:pt x="120" y="12191"/>
                </a:lnTo>
                <a:lnTo>
                  <a:pt x="478" y="10392"/>
                </a:lnTo>
                <a:lnTo>
                  <a:pt x="1067" y="8655"/>
                </a:lnTo>
                <a:lnTo>
                  <a:pt x="1878" y="7010"/>
                </a:lnTo>
                <a:lnTo>
                  <a:pt x="2897" y="5485"/>
                </a:lnTo>
                <a:lnTo>
                  <a:pt x="4107" y="4107"/>
                </a:lnTo>
                <a:lnTo>
                  <a:pt x="5485" y="2897"/>
                </a:lnTo>
                <a:lnTo>
                  <a:pt x="7010" y="1878"/>
                </a:lnTo>
                <a:lnTo>
                  <a:pt x="8655" y="1067"/>
                </a:lnTo>
                <a:lnTo>
                  <a:pt x="10392" y="478"/>
                </a:lnTo>
                <a:lnTo>
                  <a:pt x="12191" y="120"/>
                </a:lnTo>
                <a:lnTo>
                  <a:pt x="14021" y="0"/>
                </a:lnTo>
                <a:lnTo>
                  <a:pt x="15851" y="120"/>
                </a:lnTo>
                <a:lnTo>
                  <a:pt x="17650" y="478"/>
                </a:lnTo>
                <a:lnTo>
                  <a:pt x="19386" y="1067"/>
                </a:lnTo>
                <a:lnTo>
                  <a:pt x="21031" y="1878"/>
                </a:lnTo>
                <a:lnTo>
                  <a:pt x="22556" y="2897"/>
                </a:lnTo>
                <a:lnTo>
                  <a:pt x="23935" y="4107"/>
                </a:lnTo>
                <a:lnTo>
                  <a:pt x="25144" y="5485"/>
                </a:lnTo>
                <a:lnTo>
                  <a:pt x="26163" y="7010"/>
                </a:lnTo>
                <a:lnTo>
                  <a:pt x="26974" y="8655"/>
                </a:lnTo>
                <a:lnTo>
                  <a:pt x="27564" y="10392"/>
                </a:lnTo>
                <a:lnTo>
                  <a:pt x="27922" y="12191"/>
                </a:lnTo>
                <a:lnTo>
                  <a:pt x="28042" y="14021"/>
                </a:lnTo>
                <a:close/>
              </a:path>
            </a:pathLst>
          </a:custGeom>
          <a:solidFill xmlns:a="http://schemas.openxmlformats.org/drawingml/2006/main">
            <a:srgbClr val="2E5F8B"/>
          </a:solidFill>
          <a:ln xmlns:a="http://schemas.openxmlformats.org/drawingml/2006/main" w="0">
            <a:noFill/>
          </a:ln>
        </p:spPr>
      </p:sp>
      <p:sp>
        <p:nvSpPr>
          <p:cNvPr id="92" name="Offline line 92">
            <a:extLst xmlns:a="http://schemas.openxmlformats.org/drawingml/2006/main">
              <a:ext uri="{FF2B5EF4-FFF2-40B4-BE49-F238E27FC236}">
                <a16:creationId xmlns:a16="http://schemas.microsoft.com/office/drawing/2014/main" id="{6AFC8717-628A-425F-85E1-F05A707788F0}"/>
              </a:ext>
            </a:extLst>
          </p:cNvPr>
          <p:cNvSpPr>
            <a:spLocks xmlns:a="http://schemas.openxmlformats.org/drawingml/2006/main" noGrp="1"/>
          </p:cNvSpPr>
          <p:nvPr/>
        </p:nvSpPr>
        <p:spPr>
          <a:xfrm xmlns:a="http://schemas.openxmlformats.org/drawingml/2006/main">
            <a:off x="8747836" y="7717612"/>
            <a:ext cx="28042" cy="28042"/>
          </a:xfrm>
          <a:custGeom xmlns:a="http://schemas.openxmlformats.org/drawingml/2006/main">
            <a:pathLst>
              <a:path w="28042" h="28042">
                <a:moveTo>
                  <a:pt x="28042" y="14021"/>
                </a:moveTo>
                <a:lnTo>
                  <a:pt x="27922" y="15851"/>
                </a:lnTo>
                <a:lnTo>
                  <a:pt x="27564" y="17650"/>
                </a:lnTo>
                <a:lnTo>
                  <a:pt x="26974" y="19386"/>
                </a:lnTo>
                <a:lnTo>
                  <a:pt x="26163" y="21031"/>
                </a:lnTo>
                <a:lnTo>
                  <a:pt x="25144" y="22556"/>
                </a:lnTo>
                <a:lnTo>
                  <a:pt x="23935" y="23935"/>
                </a:lnTo>
                <a:lnTo>
                  <a:pt x="22556" y="25144"/>
                </a:lnTo>
                <a:lnTo>
                  <a:pt x="21031" y="26163"/>
                </a:lnTo>
                <a:lnTo>
                  <a:pt x="19386" y="26974"/>
                </a:lnTo>
                <a:lnTo>
                  <a:pt x="17650" y="27564"/>
                </a:lnTo>
                <a:lnTo>
                  <a:pt x="15851" y="27922"/>
                </a:lnTo>
                <a:lnTo>
                  <a:pt x="14021" y="28042"/>
                </a:lnTo>
                <a:lnTo>
                  <a:pt x="12191" y="27922"/>
                </a:lnTo>
                <a:lnTo>
                  <a:pt x="10392" y="27564"/>
                </a:lnTo>
                <a:lnTo>
                  <a:pt x="8655" y="26974"/>
                </a:lnTo>
                <a:lnTo>
                  <a:pt x="7010" y="26163"/>
                </a:lnTo>
                <a:lnTo>
                  <a:pt x="5485" y="25144"/>
                </a:lnTo>
                <a:lnTo>
                  <a:pt x="4107" y="23935"/>
                </a:lnTo>
                <a:lnTo>
                  <a:pt x="2897" y="22556"/>
                </a:lnTo>
                <a:lnTo>
                  <a:pt x="1878" y="21031"/>
                </a:lnTo>
                <a:lnTo>
                  <a:pt x="1067" y="19386"/>
                </a:lnTo>
                <a:lnTo>
                  <a:pt x="478" y="17650"/>
                </a:lnTo>
                <a:lnTo>
                  <a:pt x="120" y="15851"/>
                </a:lnTo>
                <a:lnTo>
                  <a:pt x="0" y="14021"/>
                </a:lnTo>
                <a:lnTo>
                  <a:pt x="120" y="12191"/>
                </a:lnTo>
                <a:lnTo>
                  <a:pt x="478" y="10392"/>
                </a:lnTo>
                <a:lnTo>
                  <a:pt x="1067" y="8655"/>
                </a:lnTo>
                <a:lnTo>
                  <a:pt x="1878" y="7010"/>
                </a:lnTo>
                <a:lnTo>
                  <a:pt x="2897" y="5485"/>
                </a:lnTo>
                <a:lnTo>
                  <a:pt x="4107" y="4107"/>
                </a:lnTo>
                <a:lnTo>
                  <a:pt x="5485" y="2897"/>
                </a:lnTo>
                <a:lnTo>
                  <a:pt x="7010" y="1878"/>
                </a:lnTo>
                <a:lnTo>
                  <a:pt x="8655" y="1067"/>
                </a:lnTo>
                <a:lnTo>
                  <a:pt x="10392" y="478"/>
                </a:lnTo>
                <a:lnTo>
                  <a:pt x="12191" y="120"/>
                </a:lnTo>
                <a:lnTo>
                  <a:pt x="14021" y="0"/>
                </a:lnTo>
                <a:lnTo>
                  <a:pt x="15851" y="120"/>
                </a:lnTo>
                <a:lnTo>
                  <a:pt x="17650" y="478"/>
                </a:lnTo>
                <a:lnTo>
                  <a:pt x="19386" y="1067"/>
                </a:lnTo>
                <a:lnTo>
                  <a:pt x="21031" y="1878"/>
                </a:lnTo>
                <a:lnTo>
                  <a:pt x="22556" y="2897"/>
                </a:lnTo>
                <a:lnTo>
                  <a:pt x="23935" y="4107"/>
                </a:lnTo>
                <a:lnTo>
                  <a:pt x="25144" y="5485"/>
                </a:lnTo>
                <a:lnTo>
                  <a:pt x="26163" y="7010"/>
                </a:lnTo>
                <a:lnTo>
                  <a:pt x="26974" y="8655"/>
                </a:lnTo>
                <a:lnTo>
                  <a:pt x="27564" y="10392"/>
                </a:lnTo>
                <a:lnTo>
                  <a:pt x="27922" y="12191"/>
                </a:lnTo>
                <a:lnTo>
                  <a:pt x="28042" y="14021"/>
                </a:lnTo>
              </a:path>
            </a:pathLst>
          </a:custGeom>
          <a:noFill xmlns:a="http://schemas.openxmlformats.org/drawingml/2006/main"/>
          <a:ln xmlns:a="http://schemas.openxmlformats.org/drawingml/2006/main" w="9525">
            <a:solidFill>
              <a:srgbClr val="2E5F8B"/>
            </a:solidFill>
            <a:prstDash val="solid"/>
          </a:ln>
        </p:spPr>
      </p:sp>
      <p:sp>
        <p:nvSpPr>
          <p:cNvPr id="93" name="Offline text 93: Tool node">
            <a:extLst xmlns:a="http://schemas.openxmlformats.org/drawingml/2006/main">
              <a:ext uri="{FF2B5EF4-FFF2-40B4-BE49-F238E27FC236}">
                <a16:creationId xmlns:a16="http://schemas.microsoft.com/office/drawing/2014/main" id="{6088422D-31A8-4A87-A4C7-469E2FBCCAC2}"/>
              </a:ext>
            </a:extLst>
          </p:cNvPr>
          <p:cNvSpPr>
            <a:spLocks xmlns:a="http://schemas.openxmlformats.org/drawingml/2006/main" noGrp="1"/>
          </p:cNvSpPr>
          <p:nvPr/>
        </p:nvSpPr>
        <p:spPr>
          <a:xfrm xmlns:a="http://schemas.openxmlformats.org/drawingml/2006/main">
            <a:off x="8219370" y="7937564"/>
            <a:ext cx="1277760"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213247"/>
                </a:solidFill>
                <a:latin typeface="Arial"/>
                <a:ea typeface="Arial"/>
                <a:cs typeface="Arial"/>
              </a:defRPr>
            </a:pPr>
            <a:r>
              <a:rPr sz="1950" b="1">
                <a:solidFill>
                  <a:srgbClr val="213247"/>
                </a:solidFill>
                <a:latin typeface="Arial"/>
                <a:ea typeface="Arial"/>
                <a:cs typeface="Arial"/>
              </a:rPr>
              <a:t>Tool node</a:t>
            </a:r>
          </a:p>
        </p:txBody>
      </p:sp>
      <p:sp>
        <p:nvSpPr>
          <p:cNvPr id="94" name="Offline module 94">
            <a:extLst xmlns:a="http://schemas.openxmlformats.org/drawingml/2006/main">
              <a:ext uri="{FF2B5EF4-FFF2-40B4-BE49-F238E27FC236}">
                <a16:creationId xmlns:a16="http://schemas.microsoft.com/office/drawing/2014/main" id="{774B309E-AF36-4542-8503-96CCE01951F9}"/>
              </a:ext>
            </a:extLst>
          </p:cNvPr>
          <p:cNvSpPr>
            <a:spLocks xmlns:a="http://schemas.openxmlformats.org/drawingml/2006/main" noGrp="1"/>
          </p:cNvSpPr>
          <p:nvPr/>
        </p:nvSpPr>
        <p:spPr>
          <a:xfrm xmlns:a="http://schemas.openxmlformats.org/drawingml/2006/main">
            <a:off x="3238500" y="7239000"/>
            <a:ext cx="3143250" cy="1714500"/>
          </a:xfrm>
          <a:prstGeom xmlns:a="http://schemas.openxmlformats.org/drawingml/2006/main" prst="roundRect">
            <a:avLst>
              <a:gd name="adj" fmla="val 3333"/>
            </a:avLst>
          </a:prstGeom>
          <a:solidFill xmlns:a="http://schemas.openxmlformats.org/drawingml/2006/main">
            <a:srgbClr val="E8F1FB"/>
          </a:solidFill>
          <a:ln xmlns:a="http://schemas.openxmlformats.org/drawingml/2006/main" w="20955">
            <a:solidFill>
              <a:srgbClr val="4475A5"/>
            </a:solidFill>
            <a:prstDash val="solid"/>
          </a:ln>
        </p:spPr>
      </p:sp>
      <p:sp>
        <p:nvSpPr>
          <p:cNvPr id="95" name="Offline module 95">
            <a:extLst xmlns:a="http://schemas.openxmlformats.org/drawingml/2006/main">
              <a:ext uri="{FF2B5EF4-FFF2-40B4-BE49-F238E27FC236}">
                <a16:creationId xmlns:a16="http://schemas.microsoft.com/office/drawing/2014/main" id="{2CD1DE4B-6738-4F0F-9DBC-DAACC49402DB}"/>
              </a:ext>
            </a:extLst>
          </p:cNvPr>
          <p:cNvSpPr>
            <a:spLocks xmlns:a="http://schemas.openxmlformats.org/drawingml/2006/main" noGrp="1"/>
          </p:cNvSpPr>
          <p:nvPr/>
        </p:nvSpPr>
        <p:spPr>
          <a:xfrm xmlns:a="http://schemas.openxmlformats.org/drawingml/2006/main">
            <a:off x="3509010" y="7450455"/>
            <a:ext cx="198120" cy="228600"/>
          </a:xfrm>
          <a:prstGeom xmlns:a="http://schemas.openxmlformats.org/drawingml/2006/main" prst="roundRect">
            <a:avLst>
              <a:gd name="adj" fmla="val 7692"/>
            </a:avLst>
          </a:prstGeom>
          <a:noFill xmlns:a="http://schemas.openxmlformats.org/drawingml/2006/main"/>
          <a:ln xmlns:a="http://schemas.openxmlformats.org/drawingml/2006/main" w="18288">
            <a:solidFill>
              <a:srgbClr val="2E5F8B"/>
            </a:solidFill>
            <a:prstDash val="solid"/>
          </a:ln>
        </p:spPr>
      </p:sp>
      <p:sp>
        <p:nvSpPr>
          <p:cNvPr id="96" name="Offline line 96">
            <a:extLst xmlns:a="http://schemas.openxmlformats.org/drawingml/2006/main">
              <a:ext uri="{FF2B5EF4-FFF2-40B4-BE49-F238E27FC236}">
                <a16:creationId xmlns:a16="http://schemas.microsoft.com/office/drawing/2014/main" id="{DD7DF840-7F0D-47C6-97D8-9C4A1F46A2A2}"/>
              </a:ext>
            </a:extLst>
          </p:cNvPr>
          <p:cNvSpPr>
            <a:spLocks xmlns:a="http://schemas.openxmlformats.org/drawingml/2006/main" noGrp="1"/>
          </p:cNvSpPr>
          <p:nvPr/>
        </p:nvSpPr>
        <p:spPr>
          <a:xfrm xmlns:a="http://schemas.openxmlformats.org/drawingml/2006/main">
            <a:off x="3554730" y="7519035"/>
            <a:ext cx="106680" cy="9525"/>
          </a:xfrm>
          <a:custGeom xmlns:a="http://schemas.openxmlformats.org/drawingml/2006/main">
            <a:pathLst>
              <a:path w="106680" h="9525">
                <a:moveTo>
                  <a:pt x="0" y="0"/>
                </a:moveTo>
                <a:lnTo>
                  <a:pt x="106680" y="0"/>
                </a:lnTo>
              </a:path>
            </a:pathLst>
          </a:custGeom>
          <a:noFill xmlns:a="http://schemas.openxmlformats.org/drawingml/2006/main"/>
          <a:ln xmlns:a="http://schemas.openxmlformats.org/drawingml/2006/main" w="19050">
            <a:solidFill>
              <a:srgbClr val="2E5F8B"/>
            </a:solidFill>
            <a:prstDash val="solid"/>
          </a:ln>
        </p:spPr>
      </p:sp>
      <p:sp>
        <p:nvSpPr>
          <p:cNvPr id="97" name="Offline line 97">
            <a:extLst xmlns:a="http://schemas.openxmlformats.org/drawingml/2006/main">
              <a:ext uri="{FF2B5EF4-FFF2-40B4-BE49-F238E27FC236}">
                <a16:creationId xmlns:a16="http://schemas.microsoft.com/office/drawing/2014/main" id="{AF1DAC0C-C86D-44FD-9B15-810269F3F4F0}"/>
              </a:ext>
            </a:extLst>
          </p:cNvPr>
          <p:cNvSpPr>
            <a:spLocks xmlns:a="http://schemas.openxmlformats.org/drawingml/2006/main" noGrp="1"/>
          </p:cNvSpPr>
          <p:nvPr/>
        </p:nvSpPr>
        <p:spPr>
          <a:xfrm xmlns:a="http://schemas.openxmlformats.org/drawingml/2006/main">
            <a:off x="3554730" y="7572375"/>
            <a:ext cx="83820" cy="9525"/>
          </a:xfrm>
          <a:custGeom xmlns:a="http://schemas.openxmlformats.org/drawingml/2006/main">
            <a:pathLst>
              <a:path w="83820" h="9525">
                <a:moveTo>
                  <a:pt x="0" y="0"/>
                </a:moveTo>
                <a:lnTo>
                  <a:pt x="83820" y="0"/>
                </a:lnTo>
              </a:path>
            </a:pathLst>
          </a:custGeom>
          <a:noFill xmlns:a="http://schemas.openxmlformats.org/drawingml/2006/main"/>
          <a:ln xmlns:a="http://schemas.openxmlformats.org/drawingml/2006/main" w="19050">
            <a:solidFill>
              <a:srgbClr val="2E5F8B"/>
            </a:solidFill>
            <a:prstDash val="solid"/>
          </a:ln>
        </p:spPr>
      </p:sp>
      <p:sp>
        <p:nvSpPr>
          <p:cNvPr id="98" name="Offline line 98">
            <a:extLst xmlns:a="http://schemas.openxmlformats.org/drawingml/2006/main">
              <a:ext uri="{FF2B5EF4-FFF2-40B4-BE49-F238E27FC236}">
                <a16:creationId xmlns:a16="http://schemas.microsoft.com/office/drawing/2014/main" id="{94FDC35A-15D6-44B9-AFFE-5F5F53895A1B}"/>
              </a:ext>
            </a:extLst>
          </p:cNvPr>
          <p:cNvSpPr>
            <a:spLocks xmlns:a="http://schemas.openxmlformats.org/drawingml/2006/main" noGrp="1"/>
          </p:cNvSpPr>
          <p:nvPr/>
        </p:nvSpPr>
        <p:spPr>
          <a:xfrm xmlns:a="http://schemas.openxmlformats.org/drawingml/2006/main">
            <a:off x="3729990" y="7557135"/>
            <a:ext cx="53340" cy="106680"/>
          </a:xfrm>
          <a:custGeom xmlns:a="http://schemas.openxmlformats.org/drawingml/2006/main">
            <a:pathLst>
              <a:path w="53340" h="106680">
                <a:moveTo>
                  <a:pt x="0" y="0"/>
                </a:moveTo>
                <a:lnTo>
                  <a:pt x="53340" y="53340"/>
                </a:lnTo>
                <a:lnTo>
                  <a:pt x="0" y="106680"/>
                </a:lnTo>
              </a:path>
            </a:pathLst>
          </a:custGeom>
          <a:noFill xmlns:a="http://schemas.openxmlformats.org/drawingml/2006/main"/>
          <a:ln xmlns:a="http://schemas.openxmlformats.org/drawingml/2006/main" w="19050">
            <a:solidFill>
              <a:srgbClr val="2E5F8B"/>
            </a:solidFill>
            <a:prstDash val="solid"/>
          </a:ln>
        </p:spPr>
      </p:sp>
      <p:sp>
        <p:nvSpPr>
          <p:cNvPr id="99" name="Offline line 99">
            <a:extLst xmlns:a="http://schemas.openxmlformats.org/drawingml/2006/main">
              <a:ext uri="{FF2B5EF4-FFF2-40B4-BE49-F238E27FC236}">
                <a16:creationId xmlns:a16="http://schemas.microsoft.com/office/drawing/2014/main" id="{8670AF9F-00A7-4C26-89A2-97BB38DC4020}"/>
              </a:ext>
            </a:extLst>
          </p:cNvPr>
          <p:cNvSpPr>
            <a:spLocks xmlns:a="http://schemas.openxmlformats.org/drawingml/2006/main" noGrp="1"/>
          </p:cNvSpPr>
          <p:nvPr/>
        </p:nvSpPr>
        <p:spPr>
          <a:xfrm xmlns:a="http://schemas.openxmlformats.org/drawingml/2006/main">
            <a:off x="3646170" y="7610475"/>
            <a:ext cx="137160" cy="9525"/>
          </a:xfrm>
          <a:custGeom xmlns:a="http://schemas.openxmlformats.org/drawingml/2006/main">
            <a:pathLst>
              <a:path w="137160" h="9525">
                <a:moveTo>
                  <a:pt x="137160" y="0"/>
                </a:moveTo>
                <a:lnTo>
                  <a:pt x="0" y="0"/>
                </a:lnTo>
              </a:path>
            </a:pathLst>
          </a:custGeom>
          <a:noFill xmlns:a="http://schemas.openxmlformats.org/drawingml/2006/main"/>
          <a:ln xmlns:a="http://schemas.openxmlformats.org/drawingml/2006/main" w="19050">
            <a:solidFill>
              <a:srgbClr val="2E5F8B"/>
            </a:solidFill>
            <a:prstDash val="solid"/>
          </a:ln>
        </p:spPr>
      </p:sp>
      <p:sp>
        <p:nvSpPr>
          <p:cNvPr id="100" name="Offline line 100">
            <a:extLst xmlns:a="http://schemas.openxmlformats.org/drawingml/2006/main">
              <a:ext uri="{FF2B5EF4-FFF2-40B4-BE49-F238E27FC236}">
                <a16:creationId xmlns:a16="http://schemas.microsoft.com/office/drawing/2014/main" id="{CC16705F-3089-4AD3-B917-039080633D47}"/>
              </a:ext>
            </a:extLst>
          </p:cNvPr>
          <p:cNvSpPr>
            <a:spLocks xmlns:a="http://schemas.openxmlformats.org/drawingml/2006/main" noGrp="1"/>
          </p:cNvSpPr>
          <p:nvPr/>
        </p:nvSpPr>
        <p:spPr>
          <a:xfrm xmlns:a="http://schemas.openxmlformats.org/drawingml/2006/main">
            <a:off x="3501390" y="7663815"/>
            <a:ext cx="53340" cy="106680"/>
          </a:xfrm>
          <a:custGeom xmlns:a="http://schemas.openxmlformats.org/drawingml/2006/main">
            <a:pathLst>
              <a:path w="53340" h="106680">
                <a:moveTo>
                  <a:pt x="53340" y="0"/>
                </a:moveTo>
                <a:lnTo>
                  <a:pt x="0" y="53340"/>
                </a:lnTo>
                <a:lnTo>
                  <a:pt x="53340" y="106680"/>
                </a:lnTo>
              </a:path>
            </a:pathLst>
          </a:custGeom>
          <a:noFill xmlns:a="http://schemas.openxmlformats.org/drawingml/2006/main"/>
          <a:ln xmlns:a="http://schemas.openxmlformats.org/drawingml/2006/main" w="19050">
            <a:solidFill>
              <a:srgbClr val="2E5F8B"/>
            </a:solidFill>
            <a:prstDash val="solid"/>
          </a:ln>
        </p:spPr>
      </p:sp>
      <p:sp>
        <p:nvSpPr>
          <p:cNvPr id="101" name="Offline line 101">
            <a:extLst xmlns:a="http://schemas.openxmlformats.org/drawingml/2006/main">
              <a:ext uri="{FF2B5EF4-FFF2-40B4-BE49-F238E27FC236}">
                <a16:creationId xmlns:a16="http://schemas.microsoft.com/office/drawing/2014/main" id="{72CAFCBB-3607-4F02-BB6B-636D587006D3}"/>
              </a:ext>
            </a:extLst>
          </p:cNvPr>
          <p:cNvSpPr>
            <a:spLocks xmlns:a="http://schemas.openxmlformats.org/drawingml/2006/main" noGrp="1"/>
          </p:cNvSpPr>
          <p:nvPr/>
        </p:nvSpPr>
        <p:spPr>
          <a:xfrm xmlns:a="http://schemas.openxmlformats.org/drawingml/2006/main">
            <a:off x="3501390" y="7717155"/>
            <a:ext cx="198120" cy="9525"/>
          </a:xfrm>
          <a:custGeom xmlns:a="http://schemas.openxmlformats.org/drawingml/2006/main">
            <a:pathLst>
              <a:path w="198120" h="9525">
                <a:moveTo>
                  <a:pt x="0" y="0"/>
                </a:moveTo>
                <a:lnTo>
                  <a:pt x="198120" y="0"/>
                </a:lnTo>
              </a:path>
            </a:pathLst>
          </a:custGeom>
          <a:noFill xmlns:a="http://schemas.openxmlformats.org/drawingml/2006/main"/>
          <a:ln xmlns:a="http://schemas.openxmlformats.org/drawingml/2006/main" w="19050">
            <a:solidFill>
              <a:srgbClr val="2E5F8B"/>
            </a:solidFill>
            <a:prstDash val="solid"/>
          </a:ln>
        </p:spPr>
      </p:sp>
      <p:sp>
        <p:nvSpPr>
          <p:cNvPr id="102" name="Offline text 102: State update">
            <a:extLst xmlns:a="http://schemas.openxmlformats.org/drawingml/2006/main">
              <a:ext uri="{FF2B5EF4-FFF2-40B4-BE49-F238E27FC236}">
                <a16:creationId xmlns:a16="http://schemas.microsoft.com/office/drawing/2014/main" id="{70AE9565-8D9E-45CD-B90D-9F5C1EFE57BC}"/>
              </a:ext>
            </a:extLst>
          </p:cNvPr>
          <p:cNvSpPr>
            <a:spLocks xmlns:a="http://schemas.openxmlformats.org/drawingml/2006/main" noGrp="1"/>
          </p:cNvSpPr>
          <p:nvPr/>
        </p:nvSpPr>
        <p:spPr>
          <a:xfrm xmlns:a="http://schemas.openxmlformats.org/drawingml/2006/main">
            <a:off x="4257551" y="7451789"/>
            <a:ext cx="1600448"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213247"/>
                </a:solidFill>
                <a:latin typeface="Arial"/>
                <a:ea typeface="Arial"/>
                <a:cs typeface="Arial"/>
              </a:defRPr>
            </a:pPr>
            <a:r>
              <a:rPr sz="1950" b="1">
                <a:solidFill>
                  <a:srgbClr val="213247"/>
                </a:solidFill>
                <a:latin typeface="Arial"/>
                <a:ea typeface="Arial"/>
                <a:cs typeface="Arial"/>
              </a:rPr>
              <a:t>State update</a:t>
            </a:r>
          </a:p>
        </p:txBody>
      </p:sp>
      <p:sp>
        <p:nvSpPr>
          <p:cNvPr id="103" name="Offline text 103: Scanned areas &amp; open frontiers">
            <a:extLst xmlns:a="http://schemas.openxmlformats.org/drawingml/2006/main">
              <a:ext uri="{FF2B5EF4-FFF2-40B4-BE49-F238E27FC236}">
                <a16:creationId xmlns:a16="http://schemas.microsoft.com/office/drawing/2014/main" id="{379A7E9B-D39A-4110-B9B8-2D8299F4BD64}"/>
              </a:ext>
            </a:extLst>
          </p:cNvPr>
          <p:cNvSpPr>
            <a:spLocks xmlns:a="http://schemas.openxmlformats.org/drawingml/2006/main" noGrp="1"/>
          </p:cNvSpPr>
          <p:nvPr/>
        </p:nvSpPr>
        <p:spPr>
          <a:xfrm xmlns:a="http://schemas.openxmlformats.org/drawingml/2006/main">
            <a:off x="3413474" y="7903845"/>
            <a:ext cx="279330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2E5F8B"/>
                </a:solidFill>
                <a:latin typeface="Arial"/>
                <a:ea typeface="Arial"/>
                <a:cs typeface="Arial"/>
              </a:defRPr>
            </a:pPr>
            <a:r>
              <a:rPr sz="1500" b="0">
                <a:solidFill>
                  <a:srgbClr val="2E5F8B"/>
                </a:solidFill>
                <a:latin typeface="Arial"/>
                <a:ea typeface="Arial"/>
                <a:cs typeface="Arial"/>
              </a:rPr>
              <a:t>Scanned areas &amp; open frontiers</a:t>
            </a:r>
          </a:p>
        </p:txBody>
      </p:sp>
      <p:sp>
        <p:nvSpPr>
          <p:cNvPr id="104" name="Offline text 104: Coverage holes &amp; backup cells">
            <a:extLst xmlns:a="http://schemas.openxmlformats.org/drawingml/2006/main">
              <a:ext uri="{FF2B5EF4-FFF2-40B4-BE49-F238E27FC236}">
                <a16:creationId xmlns:a16="http://schemas.microsoft.com/office/drawing/2014/main" id="{D56F3C85-0DFF-4602-8190-B922F56E13E0}"/>
              </a:ext>
            </a:extLst>
          </p:cNvPr>
          <p:cNvSpPr>
            <a:spLocks xmlns:a="http://schemas.openxmlformats.org/drawingml/2006/main" noGrp="1"/>
          </p:cNvSpPr>
          <p:nvPr/>
        </p:nvSpPr>
        <p:spPr>
          <a:xfrm xmlns:a="http://schemas.openxmlformats.org/drawingml/2006/main">
            <a:off x="3452050" y="8180070"/>
            <a:ext cx="2716149"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2E5F8B"/>
                </a:solidFill>
                <a:latin typeface="Arial"/>
                <a:ea typeface="Arial"/>
                <a:cs typeface="Arial"/>
              </a:defRPr>
            </a:pPr>
            <a:r>
              <a:rPr sz="1500" b="0">
                <a:solidFill>
                  <a:srgbClr val="2E5F8B"/>
                </a:solidFill>
                <a:latin typeface="Arial"/>
                <a:ea typeface="Arial"/>
                <a:cs typeface="Arial"/>
              </a:rPr>
              <a:t>Coverage holes &amp; backup cells</a:t>
            </a:r>
          </a:p>
        </p:txBody>
      </p:sp>
      <p:sp>
        <p:nvSpPr>
          <p:cNvPr id="105" name="Offline text 105: KPI, traffic &amp; load estimates">
            <a:extLst xmlns:a="http://schemas.openxmlformats.org/drawingml/2006/main">
              <a:ext uri="{FF2B5EF4-FFF2-40B4-BE49-F238E27FC236}">
                <a16:creationId xmlns:a16="http://schemas.microsoft.com/office/drawing/2014/main" id="{222ABA70-EBA3-4D22-AA13-7C92C627E4DB}"/>
              </a:ext>
            </a:extLst>
          </p:cNvPr>
          <p:cNvSpPr>
            <a:spLocks xmlns:a="http://schemas.openxmlformats.org/drawingml/2006/main" noGrp="1"/>
          </p:cNvSpPr>
          <p:nvPr/>
        </p:nvSpPr>
        <p:spPr>
          <a:xfrm xmlns:a="http://schemas.openxmlformats.org/drawingml/2006/main">
            <a:off x="3583972" y="8456295"/>
            <a:ext cx="2452307"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2E5F8B"/>
                </a:solidFill>
                <a:latin typeface="Arial"/>
                <a:ea typeface="Arial"/>
                <a:cs typeface="Arial"/>
              </a:defRPr>
            </a:pPr>
            <a:r>
              <a:rPr sz="1500" b="0">
                <a:solidFill>
                  <a:srgbClr val="2E5F8B"/>
                </a:solidFill>
                <a:latin typeface="Arial"/>
                <a:ea typeface="Arial"/>
                <a:cs typeface="Arial"/>
              </a:rPr>
              <a:t>KPI, traffic &amp; load estimates</a:t>
            </a:r>
          </a:p>
        </p:txBody>
      </p:sp>
      <p:sp>
        <p:nvSpPr>
          <p:cNvPr id="106" name="Offline module 106">
            <a:extLst xmlns:a="http://schemas.openxmlformats.org/drawingml/2006/main">
              <a:ext uri="{FF2B5EF4-FFF2-40B4-BE49-F238E27FC236}">
                <a16:creationId xmlns:a16="http://schemas.microsoft.com/office/drawing/2014/main" id="{6C67971C-DD24-43D8-AFBD-EBC6E4F8D95B}"/>
              </a:ext>
            </a:extLst>
          </p:cNvPr>
          <p:cNvSpPr>
            <a:spLocks xmlns:a="http://schemas.openxmlformats.org/drawingml/2006/main" noGrp="1"/>
          </p:cNvSpPr>
          <p:nvPr/>
        </p:nvSpPr>
        <p:spPr>
          <a:xfrm xmlns:a="http://schemas.openxmlformats.org/drawingml/2006/main">
            <a:off x="15621000" y="4572000"/>
            <a:ext cx="2095500" cy="1143000"/>
          </a:xfrm>
          <a:prstGeom xmlns:a="http://schemas.openxmlformats.org/drawingml/2006/main" prst="roundRect">
            <a:avLst>
              <a:gd name="adj" fmla="val 5000"/>
            </a:avLst>
          </a:prstGeom>
          <a:solidFill xmlns:a="http://schemas.openxmlformats.org/drawingml/2006/main">
            <a:srgbClr val="E8F1FB"/>
          </a:solidFill>
          <a:ln xmlns:a="http://schemas.openxmlformats.org/drawingml/2006/main" w="20955">
            <a:solidFill>
              <a:srgbClr val="4475A5"/>
            </a:solidFill>
            <a:prstDash val="solid"/>
          </a:ln>
        </p:spPr>
      </p:sp>
      <p:sp>
        <p:nvSpPr>
          <p:cNvPr id="107" name="Offline line 107">
            <a:extLst xmlns:a="http://schemas.openxmlformats.org/drawingml/2006/main">
              <a:ext uri="{FF2B5EF4-FFF2-40B4-BE49-F238E27FC236}">
                <a16:creationId xmlns:a16="http://schemas.microsoft.com/office/drawing/2014/main" id="{A5DEEA55-B9C6-46B7-A99F-049868E133CB}"/>
              </a:ext>
            </a:extLst>
          </p:cNvPr>
          <p:cNvSpPr>
            <a:spLocks xmlns:a="http://schemas.openxmlformats.org/drawingml/2006/main" noGrp="1"/>
          </p:cNvSpPr>
          <p:nvPr/>
        </p:nvSpPr>
        <p:spPr>
          <a:xfrm xmlns:a="http://schemas.openxmlformats.org/drawingml/2006/main">
            <a:off x="16493490" y="4749165"/>
            <a:ext cx="350520" cy="350520"/>
          </a:xfrm>
          <a:custGeom xmlns:a="http://schemas.openxmlformats.org/drawingml/2006/main">
            <a:pathLst>
              <a:path w="350520" h="350520">
                <a:moveTo>
                  <a:pt x="350520" y="175260"/>
                </a:moveTo>
                <a:lnTo>
                  <a:pt x="349021" y="198136"/>
                </a:lnTo>
                <a:lnTo>
                  <a:pt x="344548" y="220621"/>
                </a:lnTo>
                <a:lnTo>
                  <a:pt x="337179" y="242329"/>
                </a:lnTo>
                <a:lnTo>
                  <a:pt x="327040" y="262890"/>
                </a:lnTo>
                <a:lnTo>
                  <a:pt x="314303" y="281952"/>
                </a:lnTo>
                <a:lnTo>
                  <a:pt x="299188" y="299188"/>
                </a:lnTo>
                <a:lnTo>
                  <a:pt x="281952" y="314303"/>
                </a:lnTo>
                <a:lnTo>
                  <a:pt x="262890" y="327040"/>
                </a:lnTo>
                <a:lnTo>
                  <a:pt x="242329" y="337179"/>
                </a:lnTo>
                <a:lnTo>
                  <a:pt x="220621" y="344548"/>
                </a:lnTo>
                <a:lnTo>
                  <a:pt x="198136" y="349021"/>
                </a:lnTo>
                <a:lnTo>
                  <a:pt x="175260" y="350520"/>
                </a:lnTo>
                <a:lnTo>
                  <a:pt x="152384" y="349021"/>
                </a:lnTo>
                <a:lnTo>
                  <a:pt x="129899" y="344548"/>
                </a:lnTo>
                <a:lnTo>
                  <a:pt x="108191" y="337179"/>
                </a:lnTo>
                <a:lnTo>
                  <a:pt x="87630" y="327040"/>
                </a:lnTo>
                <a:lnTo>
                  <a:pt x="68568" y="314303"/>
                </a:lnTo>
                <a:lnTo>
                  <a:pt x="51332" y="299188"/>
                </a:lnTo>
                <a:lnTo>
                  <a:pt x="36217" y="281952"/>
                </a:lnTo>
                <a:lnTo>
                  <a:pt x="23480" y="262890"/>
                </a:lnTo>
                <a:lnTo>
                  <a:pt x="13341" y="242329"/>
                </a:lnTo>
                <a:lnTo>
                  <a:pt x="5972" y="220621"/>
                </a:lnTo>
                <a:lnTo>
                  <a:pt x="1499" y="198136"/>
                </a:lnTo>
                <a:lnTo>
                  <a:pt x="0" y="175260"/>
                </a:lnTo>
                <a:lnTo>
                  <a:pt x="1499" y="152384"/>
                </a:lnTo>
                <a:lnTo>
                  <a:pt x="5972" y="129899"/>
                </a:lnTo>
                <a:lnTo>
                  <a:pt x="13341" y="108191"/>
                </a:lnTo>
                <a:lnTo>
                  <a:pt x="23480" y="87630"/>
                </a:lnTo>
                <a:lnTo>
                  <a:pt x="36217" y="68568"/>
                </a:lnTo>
                <a:lnTo>
                  <a:pt x="51332" y="51332"/>
                </a:lnTo>
                <a:lnTo>
                  <a:pt x="68568" y="36217"/>
                </a:lnTo>
                <a:lnTo>
                  <a:pt x="87630" y="23480"/>
                </a:lnTo>
                <a:lnTo>
                  <a:pt x="108191" y="13341"/>
                </a:lnTo>
                <a:lnTo>
                  <a:pt x="129899" y="5972"/>
                </a:lnTo>
                <a:lnTo>
                  <a:pt x="152384" y="1499"/>
                </a:lnTo>
                <a:lnTo>
                  <a:pt x="175260" y="0"/>
                </a:lnTo>
                <a:lnTo>
                  <a:pt x="198136" y="1499"/>
                </a:lnTo>
                <a:lnTo>
                  <a:pt x="220621" y="5972"/>
                </a:lnTo>
                <a:lnTo>
                  <a:pt x="242329" y="13341"/>
                </a:lnTo>
                <a:lnTo>
                  <a:pt x="262890" y="23480"/>
                </a:lnTo>
                <a:lnTo>
                  <a:pt x="281952" y="36217"/>
                </a:lnTo>
                <a:lnTo>
                  <a:pt x="299188" y="51332"/>
                </a:lnTo>
                <a:lnTo>
                  <a:pt x="314303" y="68568"/>
                </a:lnTo>
                <a:lnTo>
                  <a:pt x="327040" y="87630"/>
                </a:lnTo>
                <a:lnTo>
                  <a:pt x="337179" y="108191"/>
                </a:lnTo>
                <a:lnTo>
                  <a:pt x="344548" y="129899"/>
                </a:lnTo>
                <a:lnTo>
                  <a:pt x="349021" y="152384"/>
                </a:lnTo>
                <a:lnTo>
                  <a:pt x="350520" y="175260"/>
                </a:lnTo>
              </a:path>
            </a:pathLst>
          </a:custGeom>
          <a:noFill xmlns:a="http://schemas.openxmlformats.org/drawingml/2006/main"/>
          <a:ln xmlns:a="http://schemas.openxmlformats.org/drawingml/2006/main" w="21908">
            <a:solidFill>
              <a:srgbClr val="2E5F8B"/>
            </a:solidFill>
            <a:prstDash val="solid"/>
          </a:ln>
        </p:spPr>
      </p:sp>
      <p:sp>
        <p:nvSpPr>
          <p:cNvPr id="108" name="Offline line 108">
            <a:extLst xmlns:a="http://schemas.openxmlformats.org/drawingml/2006/main">
              <a:ext uri="{FF2B5EF4-FFF2-40B4-BE49-F238E27FC236}">
                <a16:creationId xmlns:a16="http://schemas.microsoft.com/office/drawing/2014/main" id="{4EFFCD7C-EEF4-4020-8E5D-FCF8208EF278}"/>
              </a:ext>
            </a:extLst>
          </p:cNvPr>
          <p:cNvSpPr>
            <a:spLocks xmlns:a="http://schemas.openxmlformats.org/drawingml/2006/main" noGrp="1"/>
          </p:cNvSpPr>
          <p:nvPr/>
        </p:nvSpPr>
        <p:spPr>
          <a:xfrm xmlns:a="http://schemas.openxmlformats.org/drawingml/2006/main">
            <a:off x="16581120" y="4854321"/>
            <a:ext cx="192786" cy="140208"/>
          </a:xfrm>
          <a:custGeom xmlns:a="http://schemas.openxmlformats.org/drawingml/2006/main">
            <a:pathLst>
              <a:path w="192786" h="140208">
                <a:moveTo>
                  <a:pt x="0" y="70104"/>
                </a:moveTo>
                <a:lnTo>
                  <a:pt x="61341" y="140208"/>
                </a:lnTo>
                <a:lnTo>
                  <a:pt x="192786" y="0"/>
                </a:lnTo>
              </a:path>
            </a:pathLst>
          </a:custGeom>
          <a:noFill xmlns:a="http://schemas.openxmlformats.org/drawingml/2006/main"/>
          <a:ln xmlns:a="http://schemas.openxmlformats.org/drawingml/2006/main" w="21908">
            <a:solidFill>
              <a:srgbClr val="2E5F8B"/>
            </a:solidFill>
            <a:prstDash val="solid"/>
          </a:ln>
        </p:spPr>
      </p:sp>
      <p:sp>
        <p:nvSpPr>
          <p:cNvPr id="109" name="Offline text 109: Completion check">
            <a:extLst xmlns:a="http://schemas.openxmlformats.org/drawingml/2006/main">
              <a:ext uri="{FF2B5EF4-FFF2-40B4-BE49-F238E27FC236}">
                <a16:creationId xmlns:a16="http://schemas.microsoft.com/office/drawing/2014/main" id="{A84A2CC2-56CE-481F-A343-B87D251F462B}"/>
              </a:ext>
            </a:extLst>
          </p:cNvPr>
          <p:cNvSpPr>
            <a:spLocks xmlns:a="http://schemas.openxmlformats.org/drawingml/2006/main" noGrp="1"/>
          </p:cNvSpPr>
          <p:nvPr/>
        </p:nvSpPr>
        <p:spPr>
          <a:xfrm xmlns:a="http://schemas.openxmlformats.org/drawingml/2006/main">
            <a:off x="15671440" y="5296567"/>
            <a:ext cx="1994621" cy="2957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213247"/>
                </a:solidFill>
                <a:latin typeface="Arial"/>
                <a:ea typeface="Arial"/>
                <a:cs typeface="Arial"/>
              </a:defRPr>
            </a:pPr>
            <a:r>
              <a:rPr sz="1725" b="1">
                <a:solidFill>
                  <a:srgbClr val="213247"/>
                </a:solidFill>
                <a:latin typeface="Arial"/>
                <a:ea typeface="Arial"/>
                <a:cs typeface="Arial"/>
              </a:rPr>
              <a:t>Completion check</a:t>
            </a:r>
          </a:p>
        </p:txBody>
      </p:sp>
      <p:sp>
        <p:nvSpPr>
          <p:cNvPr id="110" name="Offline line 110">
            <a:extLst xmlns:a="http://schemas.openxmlformats.org/drawingml/2006/main">
              <a:ext uri="{FF2B5EF4-FFF2-40B4-BE49-F238E27FC236}">
                <a16:creationId xmlns:a16="http://schemas.microsoft.com/office/drawing/2014/main" id="{CD40756B-E51D-4793-A476-F57EB30A6A2B}"/>
              </a:ext>
            </a:extLst>
          </p:cNvPr>
          <p:cNvSpPr>
            <a:spLocks xmlns:a="http://schemas.openxmlformats.org/drawingml/2006/main" noGrp="1"/>
          </p:cNvSpPr>
          <p:nvPr/>
        </p:nvSpPr>
        <p:spPr>
          <a:xfrm xmlns:a="http://schemas.openxmlformats.org/drawingml/2006/main">
            <a:off x="2905125" y="5143500"/>
            <a:ext cx="1381125" cy="9525"/>
          </a:xfrm>
          <a:custGeom xmlns:a="http://schemas.openxmlformats.org/drawingml/2006/main">
            <a:pathLst>
              <a:path w="1381125" h="9525">
                <a:moveTo>
                  <a:pt x="0" y="0"/>
                </a:moveTo>
                <a:lnTo>
                  <a:pt x="1381125" y="0"/>
                </a:lnTo>
              </a:path>
            </a:pathLst>
          </a:custGeom>
          <a:noFill xmlns:a="http://schemas.openxmlformats.org/drawingml/2006/main"/>
          <a:ln xmlns:a="http://schemas.openxmlformats.org/drawingml/2006/main" w="28575">
            <a:solidFill>
              <a:srgbClr val="465E76"/>
            </a:solidFill>
            <a:prstDash val="solid"/>
          </a:ln>
        </p:spPr>
      </p:sp>
      <p:sp>
        <p:nvSpPr>
          <p:cNvPr id="111" name="Offline polygon 111">
            <a:extLst xmlns:a="http://schemas.openxmlformats.org/drawingml/2006/main">
              <a:ext uri="{FF2B5EF4-FFF2-40B4-BE49-F238E27FC236}">
                <a16:creationId xmlns:a16="http://schemas.microsoft.com/office/drawing/2014/main" id="{082704EE-D448-42E7-A86F-BC9770116DB0}"/>
              </a:ext>
            </a:extLst>
          </p:cNvPr>
          <p:cNvSpPr>
            <a:spLocks xmlns:a="http://schemas.openxmlformats.org/drawingml/2006/main" noGrp="1"/>
          </p:cNvSpPr>
          <p:nvPr/>
        </p:nvSpPr>
        <p:spPr>
          <a:xfrm xmlns:a="http://schemas.openxmlformats.org/drawingml/2006/main">
            <a:off x="4181475" y="5095875"/>
            <a:ext cx="104775" cy="95250"/>
          </a:xfrm>
          <a:custGeom xmlns:a="http://schemas.openxmlformats.org/drawingml/2006/main">
            <a:pathLst>
              <a:path w="104775" h="95250">
                <a:moveTo>
                  <a:pt x="104775" y="47625"/>
                </a:moveTo>
                <a:lnTo>
                  <a:pt x="0" y="0"/>
                </a:lnTo>
                <a:lnTo>
                  <a:pt x="0" y="95250"/>
                </a:lnTo>
                <a:close/>
              </a:path>
            </a:pathLst>
          </a:custGeom>
          <a:solidFill xmlns:a="http://schemas.openxmlformats.org/drawingml/2006/main">
            <a:srgbClr val="465E76"/>
          </a:solidFill>
          <a:ln xmlns:a="http://schemas.openxmlformats.org/drawingml/2006/main" w="0">
            <a:noFill/>
          </a:ln>
        </p:spPr>
      </p:sp>
      <p:sp>
        <p:nvSpPr>
          <p:cNvPr id="112" name="Offline text 112: Initial state">
            <a:extLst xmlns:a="http://schemas.openxmlformats.org/drawingml/2006/main">
              <a:ext uri="{FF2B5EF4-FFF2-40B4-BE49-F238E27FC236}">
                <a16:creationId xmlns:a16="http://schemas.microsoft.com/office/drawing/2014/main" id="{16217B68-51D5-433C-BF97-250CD21B0BA5}"/>
              </a:ext>
            </a:extLst>
          </p:cNvPr>
          <p:cNvSpPr>
            <a:spLocks xmlns:a="http://schemas.openxmlformats.org/drawingml/2006/main" noGrp="1"/>
          </p:cNvSpPr>
          <p:nvPr/>
        </p:nvSpPr>
        <p:spPr>
          <a:xfrm xmlns:a="http://schemas.openxmlformats.org/drawingml/2006/main">
            <a:off x="3078480" y="4789170"/>
            <a:ext cx="102489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9697A"/>
                </a:solidFill>
                <a:latin typeface="Arial"/>
                <a:ea typeface="Arial"/>
                <a:cs typeface="Arial"/>
              </a:defRPr>
            </a:pPr>
            <a:r>
              <a:rPr sz="1500" b="0">
                <a:solidFill>
                  <a:srgbClr val="59697A"/>
                </a:solidFill>
                <a:latin typeface="Arial"/>
                <a:ea typeface="Arial"/>
                <a:cs typeface="Arial"/>
              </a:rPr>
              <a:t>Initial state</a:t>
            </a:r>
          </a:p>
        </p:txBody>
      </p:sp>
      <p:sp>
        <p:nvSpPr>
          <p:cNvPr id="113" name="Offline line 113">
            <a:extLst xmlns:a="http://schemas.openxmlformats.org/drawingml/2006/main">
              <a:ext uri="{FF2B5EF4-FFF2-40B4-BE49-F238E27FC236}">
                <a16:creationId xmlns:a16="http://schemas.microsoft.com/office/drawing/2014/main" id="{F3129144-6CFD-428B-8B30-9FF9D4DDACBB}"/>
              </a:ext>
            </a:extLst>
          </p:cNvPr>
          <p:cNvSpPr>
            <a:spLocks xmlns:a="http://schemas.openxmlformats.org/drawingml/2006/main" noGrp="1"/>
          </p:cNvSpPr>
          <p:nvPr/>
        </p:nvSpPr>
        <p:spPr>
          <a:xfrm xmlns:a="http://schemas.openxmlformats.org/drawingml/2006/main">
            <a:off x="6381750" y="5143500"/>
            <a:ext cx="1428750" cy="9525"/>
          </a:xfrm>
          <a:custGeom xmlns:a="http://schemas.openxmlformats.org/drawingml/2006/main">
            <a:pathLst>
              <a:path w="1428750" h="9525">
                <a:moveTo>
                  <a:pt x="0" y="0"/>
                </a:moveTo>
                <a:lnTo>
                  <a:pt x="1428750" y="0"/>
                </a:lnTo>
              </a:path>
            </a:pathLst>
          </a:custGeom>
          <a:noFill xmlns:a="http://schemas.openxmlformats.org/drawingml/2006/main"/>
          <a:ln xmlns:a="http://schemas.openxmlformats.org/drawingml/2006/main" w="28575">
            <a:solidFill>
              <a:srgbClr val="465E76"/>
            </a:solidFill>
            <a:prstDash val="solid"/>
          </a:ln>
        </p:spPr>
      </p:sp>
      <p:sp>
        <p:nvSpPr>
          <p:cNvPr id="114" name="Offline polygon 114">
            <a:extLst xmlns:a="http://schemas.openxmlformats.org/drawingml/2006/main">
              <a:ext uri="{FF2B5EF4-FFF2-40B4-BE49-F238E27FC236}">
                <a16:creationId xmlns:a16="http://schemas.microsoft.com/office/drawing/2014/main" id="{9BE8CDCE-A011-4EA5-B447-360790D0FE89}"/>
              </a:ext>
            </a:extLst>
          </p:cNvPr>
          <p:cNvSpPr>
            <a:spLocks xmlns:a="http://schemas.openxmlformats.org/drawingml/2006/main" noGrp="1"/>
          </p:cNvSpPr>
          <p:nvPr/>
        </p:nvSpPr>
        <p:spPr>
          <a:xfrm xmlns:a="http://schemas.openxmlformats.org/drawingml/2006/main">
            <a:off x="7705725" y="5095875"/>
            <a:ext cx="104775" cy="95250"/>
          </a:xfrm>
          <a:custGeom xmlns:a="http://schemas.openxmlformats.org/drawingml/2006/main">
            <a:pathLst>
              <a:path w="104775" h="95250">
                <a:moveTo>
                  <a:pt x="104775" y="47625"/>
                </a:moveTo>
                <a:lnTo>
                  <a:pt x="0" y="0"/>
                </a:lnTo>
                <a:lnTo>
                  <a:pt x="0" y="95250"/>
                </a:lnTo>
                <a:close/>
              </a:path>
            </a:pathLst>
          </a:custGeom>
          <a:solidFill xmlns:a="http://schemas.openxmlformats.org/drawingml/2006/main">
            <a:srgbClr val="465E76"/>
          </a:solidFill>
          <a:ln xmlns:a="http://schemas.openxmlformats.org/drawingml/2006/main" w="0">
            <a:noFill/>
          </a:ln>
        </p:spPr>
      </p:sp>
      <p:sp>
        <p:nvSpPr>
          <p:cNvPr id="115" name="Offline text 115: Context +">
            <a:extLst xmlns:a="http://schemas.openxmlformats.org/drawingml/2006/main">
              <a:ext uri="{FF2B5EF4-FFF2-40B4-BE49-F238E27FC236}">
                <a16:creationId xmlns:a16="http://schemas.microsoft.com/office/drawing/2014/main" id="{98B619F2-75D6-461B-9A81-0C8111F248F9}"/>
              </a:ext>
            </a:extLst>
          </p:cNvPr>
          <p:cNvSpPr>
            <a:spLocks xmlns:a="http://schemas.openxmlformats.org/drawingml/2006/main" noGrp="1"/>
          </p:cNvSpPr>
          <p:nvPr/>
        </p:nvSpPr>
        <p:spPr>
          <a:xfrm xmlns:a="http://schemas.openxmlformats.org/drawingml/2006/main">
            <a:off x="6631496" y="4560570"/>
            <a:ext cx="929259"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9697A"/>
                </a:solidFill>
                <a:latin typeface="Arial"/>
                <a:ea typeface="Arial"/>
                <a:cs typeface="Arial"/>
              </a:defRPr>
            </a:pPr>
            <a:r>
              <a:rPr sz="1500" b="0">
                <a:solidFill>
                  <a:srgbClr val="59697A"/>
                </a:solidFill>
                <a:latin typeface="Arial"/>
                <a:ea typeface="Arial"/>
                <a:cs typeface="Arial"/>
              </a:rPr>
              <a:t>Context +</a:t>
            </a:r>
          </a:p>
        </p:txBody>
      </p:sp>
      <p:sp>
        <p:nvSpPr>
          <p:cNvPr id="116" name="Offline text 116: tool schemas">
            <a:extLst xmlns:a="http://schemas.openxmlformats.org/drawingml/2006/main">
              <a:ext uri="{FF2B5EF4-FFF2-40B4-BE49-F238E27FC236}">
                <a16:creationId xmlns:a16="http://schemas.microsoft.com/office/drawing/2014/main" id="{4152EA4E-7EF4-4840-9B12-B2972244B5E0}"/>
              </a:ext>
            </a:extLst>
          </p:cNvPr>
          <p:cNvSpPr>
            <a:spLocks xmlns:a="http://schemas.openxmlformats.org/drawingml/2006/main" noGrp="1"/>
          </p:cNvSpPr>
          <p:nvPr/>
        </p:nvSpPr>
        <p:spPr>
          <a:xfrm xmlns:a="http://schemas.openxmlformats.org/drawingml/2006/main">
            <a:off x="6477857" y="4789170"/>
            <a:ext cx="1236536"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9697A"/>
                </a:solidFill>
                <a:latin typeface="Arial"/>
                <a:ea typeface="Arial"/>
                <a:cs typeface="Arial"/>
              </a:defRPr>
            </a:pPr>
            <a:r>
              <a:rPr sz="1500" b="0">
                <a:solidFill>
                  <a:srgbClr val="59697A"/>
                </a:solidFill>
                <a:latin typeface="Arial"/>
                <a:ea typeface="Arial"/>
                <a:cs typeface="Arial"/>
              </a:rPr>
              <a:t>tool schemas</a:t>
            </a:r>
          </a:p>
        </p:txBody>
      </p:sp>
      <p:sp>
        <p:nvSpPr>
          <p:cNvPr id="117" name="Offline line 117">
            <a:extLst xmlns:a="http://schemas.openxmlformats.org/drawingml/2006/main">
              <a:ext uri="{FF2B5EF4-FFF2-40B4-BE49-F238E27FC236}">
                <a16:creationId xmlns:a16="http://schemas.microsoft.com/office/drawing/2014/main" id="{2B11A763-B6D6-4C23-8AE6-3E5F33674F16}"/>
              </a:ext>
            </a:extLst>
          </p:cNvPr>
          <p:cNvSpPr>
            <a:spLocks xmlns:a="http://schemas.openxmlformats.org/drawingml/2006/main" noGrp="1"/>
          </p:cNvSpPr>
          <p:nvPr/>
        </p:nvSpPr>
        <p:spPr>
          <a:xfrm xmlns:a="http://schemas.openxmlformats.org/drawingml/2006/main">
            <a:off x="6096000" y="5381625"/>
            <a:ext cx="5238750" cy="857250"/>
          </a:xfrm>
          <a:custGeom xmlns:a="http://schemas.openxmlformats.org/drawingml/2006/main">
            <a:pathLst>
              <a:path w="5238750" h="857250">
                <a:moveTo>
                  <a:pt x="0" y="333375"/>
                </a:moveTo>
                <a:lnTo>
                  <a:pt x="0" y="857250"/>
                </a:lnTo>
                <a:lnTo>
                  <a:pt x="4619625" y="857250"/>
                </a:lnTo>
                <a:lnTo>
                  <a:pt x="4619625" y="0"/>
                </a:lnTo>
                <a:lnTo>
                  <a:pt x="5238750" y="0"/>
                </a:lnTo>
              </a:path>
            </a:pathLst>
          </a:custGeom>
          <a:noFill xmlns:a="http://schemas.openxmlformats.org/drawingml/2006/main"/>
          <a:ln xmlns:a="http://schemas.openxmlformats.org/drawingml/2006/main" w="24765">
            <a:solidFill>
              <a:srgbClr val="9272B6"/>
            </a:solidFill>
            <a:prstDash val="solid"/>
          </a:ln>
        </p:spPr>
      </p:sp>
      <p:sp>
        <p:nvSpPr>
          <p:cNvPr id="118" name="Offline polygon 118">
            <a:extLst xmlns:a="http://schemas.openxmlformats.org/drawingml/2006/main">
              <a:ext uri="{FF2B5EF4-FFF2-40B4-BE49-F238E27FC236}">
                <a16:creationId xmlns:a16="http://schemas.microsoft.com/office/drawing/2014/main" id="{2D0C100C-3317-4CFC-B04F-F7A8E90F056C}"/>
              </a:ext>
            </a:extLst>
          </p:cNvPr>
          <p:cNvSpPr>
            <a:spLocks xmlns:a="http://schemas.openxmlformats.org/drawingml/2006/main" noGrp="1"/>
          </p:cNvSpPr>
          <p:nvPr/>
        </p:nvSpPr>
        <p:spPr>
          <a:xfrm xmlns:a="http://schemas.openxmlformats.org/drawingml/2006/main">
            <a:off x="11229975" y="5334000"/>
            <a:ext cx="104775" cy="95250"/>
          </a:xfrm>
          <a:custGeom xmlns:a="http://schemas.openxmlformats.org/drawingml/2006/main">
            <a:pathLst>
              <a:path w="104775" h="95250">
                <a:moveTo>
                  <a:pt x="104775" y="47625"/>
                </a:moveTo>
                <a:lnTo>
                  <a:pt x="0" y="0"/>
                </a:lnTo>
                <a:lnTo>
                  <a:pt x="0" y="95250"/>
                </a:lnTo>
                <a:close/>
              </a:path>
            </a:pathLst>
          </a:custGeom>
          <a:solidFill xmlns:a="http://schemas.openxmlformats.org/drawingml/2006/main">
            <a:srgbClr val="9272B6"/>
          </a:solidFill>
          <a:ln xmlns:a="http://schemas.openxmlformats.org/drawingml/2006/main" w="0">
            <a:noFill/>
          </a:ln>
        </p:spPr>
      </p:sp>
      <p:sp>
        <p:nvSpPr>
          <p:cNvPr id="119" name="Offline text 119: Verification context">
            <a:extLst xmlns:a="http://schemas.openxmlformats.org/drawingml/2006/main">
              <a:ext uri="{FF2B5EF4-FFF2-40B4-BE49-F238E27FC236}">
                <a16:creationId xmlns:a16="http://schemas.microsoft.com/office/drawing/2014/main" id="{0FCD7982-1002-400E-A85A-1377CCDE8499}"/>
              </a:ext>
            </a:extLst>
          </p:cNvPr>
          <p:cNvSpPr>
            <a:spLocks xmlns:a="http://schemas.openxmlformats.org/drawingml/2006/main" noGrp="1"/>
          </p:cNvSpPr>
          <p:nvPr/>
        </p:nvSpPr>
        <p:spPr>
          <a:xfrm xmlns:a="http://schemas.openxmlformats.org/drawingml/2006/main">
            <a:off x="7986427" y="5922645"/>
            <a:ext cx="1705547"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76539C"/>
                </a:solidFill>
                <a:latin typeface="Arial"/>
                <a:ea typeface="Arial"/>
                <a:cs typeface="Arial"/>
              </a:defRPr>
            </a:pPr>
            <a:r>
              <a:rPr sz="1500" b="0">
                <a:solidFill>
                  <a:srgbClr val="76539C"/>
                </a:solidFill>
                <a:latin typeface="Arial"/>
                <a:ea typeface="Arial"/>
                <a:cs typeface="Arial"/>
              </a:rPr>
              <a:t>Verification context</a:t>
            </a:r>
          </a:p>
        </p:txBody>
      </p:sp>
      <p:sp>
        <p:nvSpPr>
          <p:cNvPr id="120" name="Offline line 120">
            <a:extLst xmlns:a="http://schemas.openxmlformats.org/drawingml/2006/main">
              <a:ext uri="{FF2B5EF4-FFF2-40B4-BE49-F238E27FC236}">
                <a16:creationId xmlns:a16="http://schemas.microsoft.com/office/drawing/2014/main" id="{C8190133-7993-4370-BD6D-C467D94D67DA}"/>
              </a:ext>
            </a:extLst>
          </p:cNvPr>
          <p:cNvSpPr>
            <a:spLocks xmlns:a="http://schemas.openxmlformats.org/drawingml/2006/main" noGrp="1"/>
          </p:cNvSpPr>
          <p:nvPr/>
        </p:nvSpPr>
        <p:spPr>
          <a:xfrm xmlns:a="http://schemas.openxmlformats.org/drawingml/2006/main">
            <a:off x="9906000" y="5143500"/>
            <a:ext cx="1428750" cy="9525"/>
          </a:xfrm>
          <a:custGeom xmlns:a="http://schemas.openxmlformats.org/drawingml/2006/main">
            <a:pathLst>
              <a:path w="1428750" h="9525">
                <a:moveTo>
                  <a:pt x="0" y="0"/>
                </a:moveTo>
                <a:lnTo>
                  <a:pt x="1428750" y="0"/>
                </a:lnTo>
              </a:path>
            </a:pathLst>
          </a:custGeom>
          <a:noFill xmlns:a="http://schemas.openxmlformats.org/drawingml/2006/main"/>
          <a:ln xmlns:a="http://schemas.openxmlformats.org/drawingml/2006/main" w="28575">
            <a:solidFill>
              <a:srgbClr val="465E76"/>
            </a:solidFill>
            <a:prstDash val="solid"/>
          </a:ln>
        </p:spPr>
      </p:sp>
      <p:sp>
        <p:nvSpPr>
          <p:cNvPr id="121" name="Offline polygon 121">
            <a:extLst xmlns:a="http://schemas.openxmlformats.org/drawingml/2006/main">
              <a:ext uri="{FF2B5EF4-FFF2-40B4-BE49-F238E27FC236}">
                <a16:creationId xmlns:a16="http://schemas.microsoft.com/office/drawing/2014/main" id="{A92CFE1B-C183-48C6-A540-24759DB7E0A4}"/>
              </a:ext>
            </a:extLst>
          </p:cNvPr>
          <p:cNvSpPr>
            <a:spLocks xmlns:a="http://schemas.openxmlformats.org/drawingml/2006/main" noGrp="1"/>
          </p:cNvSpPr>
          <p:nvPr/>
        </p:nvSpPr>
        <p:spPr>
          <a:xfrm xmlns:a="http://schemas.openxmlformats.org/drawingml/2006/main">
            <a:off x="11229975" y="5095875"/>
            <a:ext cx="104775" cy="95250"/>
          </a:xfrm>
          <a:custGeom xmlns:a="http://schemas.openxmlformats.org/drawingml/2006/main">
            <a:pathLst>
              <a:path w="104775" h="95250">
                <a:moveTo>
                  <a:pt x="104775" y="47625"/>
                </a:moveTo>
                <a:lnTo>
                  <a:pt x="0" y="0"/>
                </a:lnTo>
                <a:lnTo>
                  <a:pt x="0" y="95250"/>
                </a:lnTo>
                <a:close/>
              </a:path>
            </a:pathLst>
          </a:custGeom>
          <a:solidFill xmlns:a="http://schemas.openxmlformats.org/drawingml/2006/main">
            <a:srgbClr val="465E76"/>
          </a:solidFill>
          <a:ln xmlns:a="http://schemas.openxmlformats.org/drawingml/2006/main" w="0">
            <a:noFill/>
          </a:ln>
        </p:spPr>
      </p:sp>
      <p:sp>
        <p:nvSpPr>
          <p:cNvPr id="122" name="Offline text 122: Action + args">
            <a:extLst xmlns:a="http://schemas.openxmlformats.org/drawingml/2006/main">
              <a:ext uri="{FF2B5EF4-FFF2-40B4-BE49-F238E27FC236}">
                <a16:creationId xmlns:a16="http://schemas.microsoft.com/office/drawing/2014/main" id="{18864B54-7A1A-4D37-BBF2-652C2ADDC569}"/>
              </a:ext>
            </a:extLst>
          </p:cNvPr>
          <p:cNvSpPr>
            <a:spLocks xmlns:a="http://schemas.openxmlformats.org/drawingml/2006/main" noGrp="1"/>
          </p:cNvSpPr>
          <p:nvPr/>
        </p:nvSpPr>
        <p:spPr>
          <a:xfrm xmlns:a="http://schemas.openxmlformats.org/drawingml/2006/main">
            <a:off x="10004679" y="4560570"/>
            <a:ext cx="123139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9697A"/>
                </a:solidFill>
                <a:latin typeface="Arial"/>
                <a:ea typeface="Arial"/>
                <a:cs typeface="Arial"/>
              </a:defRPr>
            </a:pPr>
            <a:r>
              <a:rPr sz="1500" b="0">
                <a:solidFill>
                  <a:srgbClr val="59697A"/>
                </a:solidFill>
                <a:latin typeface="Arial"/>
                <a:ea typeface="Arial"/>
                <a:cs typeface="Arial"/>
              </a:rPr>
              <a:t>Action + args</a:t>
            </a:r>
          </a:p>
        </p:txBody>
      </p:sp>
      <p:sp>
        <p:nvSpPr>
          <p:cNvPr id="123" name="Offline text 123: Purpose + gap">
            <a:extLst xmlns:a="http://schemas.openxmlformats.org/drawingml/2006/main">
              <a:ext uri="{FF2B5EF4-FFF2-40B4-BE49-F238E27FC236}">
                <a16:creationId xmlns:a16="http://schemas.microsoft.com/office/drawing/2014/main" id="{AD97A3DA-9766-4B2E-9A8C-1BC101F6B22B}"/>
              </a:ext>
            </a:extLst>
          </p:cNvPr>
          <p:cNvSpPr>
            <a:spLocks xmlns:a="http://schemas.openxmlformats.org/drawingml/2006/main" noGrp="1"/>
          </p:cNvSpPr>
          <p:nvPr/>
        </p:nvSpPr>
        <p:spPr>
          <a:xfrm xmlns:a="http://schemas.openxmlformats.org/drawingml/2006/main">
            <a:off x="9938195" y="4789170"/>
            <a:ext cx="1364361"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9697A"/>
                </a:solidFill>
                <a:latin typeface="Arial"/>
                <a:ea typeface="Arial"/>
                <a:cs typeface="Arial"/>
              </a:defRPr>
            </a:pPr>
            <a:r>
              <a:rPr sz="1500" b="0">
                <a:solidFill>
                  <a:srgbClr val="59697A"/>
                </a:solidFill>
                <a:latin typeface="Arial"/>
                <a:ea typeface="Arial"/>
                <a:cs typeface="Arial"/>
              </a:rPr>
              <a:t>Purpose + gap</a:t>
            </a:r>
          </a:p>
        </p:txBody>
      </p:sp>
      <p:sp>
        <p:nvSpPr>
          <p:cNvPr id="124" name="Offline line 124">
            <a:extLst xmlns:a="http://schemas.openxmlformats.org/drawingml/2006/main">
              <a:ext uri="{FF2B5EF4-FFF2-40B4-BE49-F238E27FC236}">
                <a16:creationId xmlns:a16="http://schemas.microsoft.com/office/drawing/2014/main" id="{6761E924-ACF6-43DA-B914-D96CB9BF34FC}"/>
              </a:ext>
            </a:extLst>
          </p:cNvPr>
          <p:cNvSpPr>
            <a:spLocks xmlns:a="http://schemas.openxmlformats.org/drawingml/2006/main" noGrp="1"/>
          </p:cNvSpPr>
          <p:nvPr/>
        </p:nvSpPr>
        <p:spPr>
          <a:xfrm xmlns:a="http://schemas.openxmlformats.org/drawingml/2006/main">
            <a:off x="12382500" y="5715000"/>
            <a:ext cx="9525" cy="1524000"/>
          </a:xfrm>
          <a:custGeom xmlns:a="http://schemas.openxmlformats.org/drawingml/2006/main">
            <a:pathLst>
              <a:path w="9525" h="1524000">
                <a:moveTo>
                  <a:pt x="0" y="0"/>
                </a:moveTo>
                <a:lnTo>
                  <a:pt x="0" y="1524000"/>
                </a:lnTo>
              </a:path>
            </a:pathLst>
          </a:custGeom>
          <a:noFill xmlns:a="http://schemas.openxmlformats.org/drawingml/2006/main"/>
          <a:ln xmlns:a="http://schemas.openxmlformats.org/drawingml/2006/main" w="28575">
            <a:solidFill>
              <a:srgbClr val="465E76"/>
            </a:solidFill>
            <a:prstDash val="solid"/>
          </a:ln>
        </p:spPr>
      </p:sp>
      <p:sp>
        <p:nvSpPr>
          <p:cNvPr id="125" name="Offline polygon 125">
            <a:extLst xmlns:a="http://schemas.openxmlformats.org/drawingml/2006/main">
              <a:ext uri="{FF2B5EF4-FFF2-40B4-BE49-F238E27FC236}">
                <a16:creationId xmlns:a16="http://schemas.microsoft.com/office/drawing/2014/main" id="{101AD6C4-D19F-434D-8842-4587289F4B9A}"/>
              </a:ext>
            </a:extLst>
          </p:cNvPr>
          <p:cNvSpPr>
            <a:spLocks xmlns:a="http://schemas.openxmlformats.org/drawingml/2006/main" noGrp="1"/>
          </p:cNvSpPr>
          <p:nvPr/>
        </p:nvSpPr>
        <p:spPr>
          <a:xfrm xmlns:a="http://schemas.openxmlformats.org/drawingml/2006/main">
            <a:off x="12334875" y="7134225"/>
            <a:ext cx="95250" cy="104775"/>
          </a:xfrm>
          <a:custGeom xmlns:a="http://schemas.openxmlformats.org/drawingml/2006/main">
            <a:pathLst>
              <a:path w="95250" h="104775">
                <a:moveTo>
                  <a:pt x="47625" y="104775"/>
                </a:moveTo>
                <a:lnTo>
                  <a:pt x="95250" y="0"/>
                </a:lnTo>
                <a:lnTo>
                  <a:pt x="0" y="0"/>
                </a:lnTo>
                <a:close/>
              </a:path>
            </a:pathLst>
          </a:custGeom>
          <a:solidFill xmlns:a="http://schemas.openxmlformats.org/drawingml/2006/main">
            <a:srgbClr val="465E76"/>
          </a:solidFill>
          <a:ln xmlns:a="http://schemas.openxmlformats.org/drawingml/2006/main" w="0">
            <a:noFill/>
          </a:ln>
        </p:spPr>
      </p:sp>
      <p:sp>
        <p:nvSpPr>
          <p:cNvPr id="126" name="Offline text 126: Accepted">
            <a:extLst xmlns:a="http://schemas.openxmlformats.org/drawingml/2006/main">
              <a:ext uri="{FF2B5EF4-FFF2-40B4-BE49-F238E27FC236}">
                <a16:creationId xmlns:a16="http://schemas.microsoft.com/office/drawing/2014/main" id="{3D868BEA-9F41-4597-B81E-04C0AC1C7FFD}"/>
              </a:ext>
            </a:extLst>
          </p:cNvPr>
          <p:cNvSpPr>
            <a:spLocks xmlns:a="http://schemas.openxmlformats.org/drawingml/2006/main" noGrp="1"/>
          </p:cNvSpPr>
          <p:nvPr/>
        </p:nvSpPr>
        <p:spPr>
          <a:xfrm xmlns:a="http://schemas.openxmlformats.org/drawingml/2006/main">
            <a:off x="12499753" y="6236970"/>
            <a:ext cx="90849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9697A"/>
                </a:solidFill>
                <a:latin typeface="Arial"/>
                <a:ea typeface="Arial"/>
                <a:cs typeface="Arial"/>
              </a:defRPr>
            </a:pPr>
            <a:r>
              <a:rPr sz="1500" b="0">
                <a:solidFill>
                  <a:srgbClr val="59697A"/>
                </a:solidFill>
                <a:latin typeface="Arial"/>
                <a:ea typeface="Arial"/>
                <a:cs typeface="Arial"/>
              </a:rPr>
              <a:t>Accepted</a:t>
            </a:r>
          </a:p>
        </p:txBody>
      </p:sp>
      <p:sp>
        <p:nvSpPr>
          <p:cNvPr id="127" name="Offline line 127">
            <a:extLst xmlns:a="http://schemas.openxmlformats.org/drawingml/2006/main">
              <a:ext uri="{FF2B5EF4-FFF2-40B4-BE49-F238E27FC236}">
                <a16:creationId xmlns:a16="http://schemas.microsoft.com/office/drawing/2014/main" id="{D3BAFBAF-B6F1-4915-8AFD-C216C2CBB17E}"/>
              </a:ext>
            </a:extLst>
          </p:cNvPr>
          <p:cNvSpPr>
            <a:spLocks xmlns:a="http://schemas.openxmlformats.org/drawingml/2006/main" noGrp="1"/>
          </p:cNvSpPr>
          <p:nvPr/>
        </p:nvSpPr>
        <p:spPr>
          <a:xfrm xmlns:a="http://schemas.openxmlformats.org/drawingml/2006/main">
            <a:off x="9906000" y="7810500"/>
            <a:ext cx="1428750" cy="9525"/>
          </a:xfrm>
          <a:custGeom xmlns:a="http://schemas.openxmlformats.org/drawingml/2006/main">
            <a:pathLst>
              <a:path w="1428750" h="9525">
                <a:moveTo>
                  <a:pt x="1428750" y="0"/>
                </a:moveTo>
                <a:lnTo>
                  <a:pt x="0" y="0"/>
                </a:lnTo>
              </a:path>
            </a:pathLst>
          </a:custGeom>
          <a:noFill xmlns:a="http://schemas.openxmlformats.org/drawingml/2006/main"/>
          <a:ln xmlns:a="http://schemas.openxmlformats.org/drawingml/2006/main" w="28575">
            <a:solidFill>
              <a:srgbClr val="465E76"/>
            </a:solidFill>
            <a:prstDash val="solid"/>
          </a:ln>
        </p:spPr>
      </p:sp>
      <p:sp>
        <p:nvSpPr>
          <p:cNvPr id="128" name="Offline polygon 128">
            <a:extLst xmlns:a="http://schemas.openxmlformats.org/drawingml/2006/main">
              <a:ext uri="{FF2B5EF4-FFF2-40B4-BE49-F238E27FC236}">
                <a16:creationId xmlns:a16="http://schemas.microsoft.com/office/drawing/2014/main" id="{289B5CDB-C7D0-4D49-9752-BE0B470CFA15}"/>
              </a:ext>
            </a:extLst>
          </p:cNvPr>
          <p:cNvSpPr>
            <a:spLocks xmlns:a="http://schemas.openxmlformats.org/drawingml/2006/main" noGrp="1"/>
          </p:cNvSpPr>
          <p:nvPr/>
        </p:nvSpPr>
        <p:spPr>
          <a:xfrm xmlns:a="http://schemas.openxmlformats.org/drawingml/2006/main">
            <a:off x="9906000" y="7762875"/>
            <a:ext cx="104775" cy="95250"/>
          </a:xfrm>
          <a:custGeom xmlns:a="http://schemas.openxmlformats.org/drawingml/2006/main">
            <a:pathLst>
              <a:path w="104775" h="95250">
                <a:moveTo>
                  <a:pt x="0" y="47625"/>
                </a:moveTo>
                <a:lnTo>
                  <a:pt x="104775" y="95250"/>
                </a:lnTo>
                <a:lnTo>
                  <a:pt x="104775" y="0"/>
                </a:lnTo>
                <a:close/>
              </a:path>
            </a:pathLst>
          </a:custGeom>
          <a:solidFill xmlns:a="http://schemas.openxmlformats.org/drawingml/2006/main">
            <a:srgbClr val="465E76"/>
          </a:solidFill>
          <a:ln xmlns:a="http://schemas.openxmlformats.org/drawingml/2006/main" w="0">
            <a:noFill/>
          </a:ln>
        </p:spPr>
      </p:sp>
      <p:sp>
        <p:nvSpPr>
          <p:cNvPr id="129" name="Offline text 129: Valid action">
            <a:extLst xmlns:a="http://schemas.openxmlformats.org/drawingml/2006/main">
              <a:ext uri="{FF2B5EF4-FFF2-40B4-BE49-F238E27FC236}">
                <a16:creationId xmlns:a16="http://schemas.microsoft.com/office/drawing/2014/main" id="{7948E9D2-1D70-4848-B2F3-4F717B8BEE4C}"/>
              </a:ext>
            </a:extLst>
          </p:cNvPr>
          <p:cNvSpPr>
            <a:spLocks xmlns:a="http://schemas.openxmlformats.org/drawingml/2006/main" noGrp="1"/>
          </p:cNvSpPr>
          <p:nvPr/>
        </p:nvSpPr>
        <p:spPr>
          <a:xfrm xmlns:a="http://schemas.openxmlformats.org/drawingml/2006/main">
            <a:off x="10077545" y="7456170"/>
            <a:ext cx="108566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9697A"/>
                </a:solidFill>
                <a:latin typeface="Arial"/>
                <a:ea typeface="Arial"/>
                <a:cs typeface="Arial"/>
              </a:defRPr>
            </a:pPr>
            <a:r>
              <a:rPr sz="1500" b="0">
                <a:solidFill>
                  <a:srgbClr val="59697A"/>
                </a:solidFill>
                <a:latin typeface="Arial"/>
                <a:ea typeface="Arial"/>
                <a:cs typeface="Arial"/>
              </a:rPr>
              <a:t>Valid action</a:t>
            </a:r>
          </a:p>
        </p:txBody>
      </p:sp>
      <p:sp>
        <p:nvSpPr>
          <p:cNvPr id="130" name="Offline line 130">
            <a:extLst xmlns:a="http://schemas.openxmlformats.org/drawingml/2006/main">
              <a:ext uri="{FF2B5EF4-FFF2-40B4-BE49-F238E27FC236}">
                <a16:creationId xmlns:a16="http://schemas.microsoft.com/office/drawing/2014/main" id="{D089F9FD-2912-4052-9BF3-603055BF87EF}"/>
              </a:ext>
            </a:extLst>
          </p:cNvPr>
          <p:cNvSpPr>
            <a:spLocks xmlns:a="http://schemas.openxmlformats.org/drawingml/2006/main" noGrp="1"/>
          </p:cNvSpPr>
          <p:nvPr/>
        </p:nvSpPr>
        <p:spPr>
          <a:xfrm xmlns:a="http://schemas.openxmlformats.org/drawingml/2006/main">
            <a:off x="6381750" y="7810500"/>
            <a:ext cx="1428750" cy="9525"/>
          </a:xfrm>
          <a:custGeom xmlns:a="http://schemas.openxmlformats.org/drawingml/2006/main">
            <a:pathLst>
              <a:path w="1428750" h="9525">
                <a:moveTo>
                  <a:pt x="1428750" y="0"/>
                </a:moveTo>
                <a:lnTo>
                  <a:pt x="0" y="0"/>
                </a:lnTo>
              </a:path>
            </a:pathLst>
          </a:custGeom>
          <a:noFill xmlns:a="http://schemas.openxmlformats.org/drawingml/2006/main"/>
          <a:ln xmlns:a="http://schemas.openxmlformats.org/drawingml/2006/main" w="28575">
            <a:solidFill>
              <a:srgbClr val="465E76"/>
            </a:solidFill>
            <a:prstDash val="solid"/>
          </a:ln>
        </p:spPr>
      </p:sp>
      <p:sp>
        <p:nvSpPr>
          <p:cNvPr id="131" name="Offline polygon 131">
            <a:extLst xmlns:a="http://schemas.openxmlformats.org/drawingml/2006/main">
              <a:ext uri="{FF2B5EF4-FFF2-40B4-BE49-F238E27FC236}">
                <a16:creationId xmlns:a16="http://schemas.microsoft.com/office/drawing/2014/main" id="{29783582-BD06-4610-BFD8-B8E0AD6C37C3}"/>
              </a:ext>
            </a:extLst>
          </p:cNvPr>
          <p:cNvSpPr>
            <a:spLocks xmlns:a="http://schemas.openxmlformats.org/drawingml/2006/main" noGrp="1"/>
          </p:cNvSpPr>
          <p:nvPr/>
        </p:nvSpPr>
        <p:spPr>
          <a:xfrm xmlns:a="http://schemas.openxmlformats.org/drawingml/2006/main">
            <a:off x="6381750" y="7762875"/>
            <a:ext cx="104775" cy="95250"/>
          </a:xfrm>
          <a:custGeom xmlns:a="http://schemas.openxmlformats.org/drawingml/2006/main">
            <a:pathLst>
              <a:path w="104775" h="95250">
                <a:moveTo>
                  <a:pt x="0" y="47625"/>
                </a:moveTo>
                <a:lnTo>
                  <a:pt x="104775" y="95250"/>
                </a:lnTo>
                <a:lnTo>
                  <a:pt x="104775" y="0"/>
                </a:lnTo>
                <a:close/>
              </a:path>
            </a:pathLst>
          </a:custGeom>
          <a:solidFill xmlns:a="http://schemas.openxmlformats.org/drawingml/2006/main">
            <a:srgbClr val="465E76"/>
          </a:solidFill>
          <a:ln xmlns:a="http://schemas.openxmlformats.org/drawingml/2006/main" w="0">
            <a:noFill/>
          </a:ln>
        </p:spPr>
      </p:sp>
      <p:sp>
        <p:nvSpPr>
          <p:cNvPr id="132" name="Offline text 132: Observation">
            <a:extLst xmlns:a="http://schemas.openxmlformats.org/drawingml/2006/main">
              <a:ext uri="{FF2B5EF4-FFF2-40B4-BE49-F238E27FC236}">
                <a16:creationId xmlns:a16="http://schemas.microsoft.com/office/drawing/2014/main" id="{3DAB1D64-6038-4ADF-B23D-EDC424157663}"/>
              </a:ext>
            </a:extLst>
          </p:cNvPr>
          <p:cNvSpPr>
            <a:spLocks xmlns:a="http://schemas.openxmlformats.org/drawingml/2006/main" noGrp="1"/>
          </p:cNvSpPr>
          <p:nvPr/>
        </p:nvSpPr>
        <p:spPr>
          <a:xfrm xmlns:a="http://schemas.openxmlformats.org/drawingml/2006/main">
            <a:off x="6525006" y="7456170"/>
            <a:ext cx="114223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9697A"/>
                </a:solidFill>
                <a:latin typeface="Arial"/>
                <a:ea typeface="Arial"/>
                <a:cs typeface="Arial"/>
              </a:defRPr>
            </a:pPr>
            <a:r>
              <a:rPr sz="1500" b="0">
                <a:solidFill>
                  <a:srgbClr val="59697A"/>
                </a:solidFill>
                <a:latin typeface="Arial"/>
                <a:ea typeface="Arial"/>
                <a:cs typeface="Arial"/>
              </a:rPr>
              <a:t>Observation</a:t>
            </a:r>
          </a:p>
        </p:txBody>
      </p:sp>
      <p:sp>
        <p:nvSpPr>
          <p:cNvPr id="133" name="Offline line 133">
            <a:extLst xmlns:a="http://schemas.openxmlformats.org/drawingml/2006/main">
              <a:ext uri="{FF2B5EF4-FFF2-40B4-BE49-F238E27FC236}">
                <a16:creationId xmlns:a16="http://schemas.microsoft.com/office/drawing/2014/main" id="{C02CF5EC-F111-45E0-B1E8-FBED8E71578D}"/>
              </a:ext>
            </a:extLst>
          </p:cNvPr>
          <p:cNvSpPr>
            <a:spLocks xmlns:a="http://schemas.openxmlformats.org/drawingml/2006/main" noGrp="1"/>
          </p:cNvSpPr>
          <p:nvPr/>
        </p:nvSpPr>
        <p:spPr>
          <a:xfrm xmlns:a="http://schemas.openxmlformats.org/drawingml/2006/main">
            <a:off x="4619625" y="5715000"/>
            <a:ext cx="9525" cy="1524000"/>
          </a:xfrm>
          <a:custGeom xmlns:a="http://schemas.openxmlformats.org/drawingml/2006/main">
            <a:pathLst>
              <a:path w="9525" h="1524000">
                <a:moveTo>
                  <a:pt x="0" y="1524000"/>
                </a:moveTo>
                <a:lnTo>
                  <a:pt x="0" y="0"/>
                </a:lnTo>
              </a:path>
            </a:pathLst>
          </a:custGeom>
          <a:noFill xmlns:a="http://schemas.openxmlformats.org/drawingml/2006/main"/>
          <a:ln xmlns:a="http://schemas.openxmlformats.org/drawingml/2006/main" w="28575">
            <a:solidFill>
              <a:srgbClr val="465E76"/>
            </a:solidFill>
            <a:prstDash val="solid"/>
          </a:ln>
        </p:spPr>
      </p:sp>
      <p:sp>
        <p:nvSpPr>
          <p:cNvPr id="134" name="Offline polygon 134">
            <a:extLst xmlns:a="http://schemas.openxmlformats.org/drawingml/2006/main">
              <a:ext uri="{FF2B5EF4-FFF2-40B4-BE49-F238E27FC236}">
                <a16:creationId xmlns:a16="http://schemas.microsoft.com/office/drawing/2014/main" id="{BA0853EB-29D1-420F-9834-61DC0F09289A}"/>
              </a:ext>
            </a:extLst>
          </p:cNvPr>
          <p:cNvSpPr>
            <a:spLocks xmlns:a="http://schemas.openxmlformats.org/drawingml/2006/main" noGrp="1"/>
          </p:cNvSpPr>
          <p:nvPr/>
        </p:nvSpPr>
        <p:spPr>
          <a:xfrm xmlns:a="http://schemas.openxmlformats.org/drawingml/2006/main">
            <a:off x="4572000" y="5715000"/>
            <a:ext cx="95250" cy="104775"/>
          </a:xfrm>
          <a:custGeom xmlns:a="http://schemas.openxmlformats.org/drawingml/2006/main">
            <a:pathLst>
              <a:path w="95250" h="104775">
                <a:moveTo>
                  <a:pt x="47625" y="0"/>
                </a:moveTo>
                <a:lnTo>
                  <a:pt x="0" y="104775"/>
                </a:lnTo>
                <a:lnTo>
                  <a:pt x="95250" y="104775"/>
                </a:lnTo>
                <a:close/>
              </a:path>
            </a:pathLst>
          </a:custGeom>
          <a:solidFill xmlns:a="http://schemas.openxmlformats.org/drawingml/2006/main">
            <a:srgbClr val="465E76"/>
          </a:solidFill>
          <a:ln xmlns:a="http://schemas.openxmlformats.org/drawingml/2006/main" w="0">
            <a:noFill/>
          </a:ln>
        </p:spPr>
      </p:sp>
      <p:sp>
        <p:nvSpPr>
          <p:cNvPr id="135" name="Offline text 135: Updated">
            <a:extLst xmlns:a="http://schemas.openxmlformats.org/drawingml/2006/main">
              <a:ext uri="{FF2B5EF4-FFF2-40B4-BE49-F238E27FC236}">
                <a16:creationId xmlns:a16="http://schemas.microsoft.com/office/drawing/2014/main" id="{BD4EA312-1A22-4F41-B057-D2BBA051C8CE}"/>
              </a:ext>
            </a:extLst>
          </p:cNvPr>
          <p:cNvSpPr>
            <a:spLocks xmlns:a="http://schemas.openxmlformats.org/drawingml/2006/main" noGrp="1"/>
          </p:cNvSpPr>
          <p:nvPr/>
        </p:nvSpPr>
        <p:spPr>
          <a:xfrm xmlns:a="http://schemas.openxmlformats.org/drawingml/2006/main">
            <a:off x="4781550" y="5979795"/>
            <a:ext cx="83439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9697A"/>
                </a:solidFill>
                <a:latin typeface="Arial"/>
                <a:ea typeface="Arial"/>
                <a:cs typeface="Arial"/>
              </a:defRPr>
            </a:pPr>
            <a:r>
              <a:rPr sz="1500" b="0">
                <a:solidFill>
                  <a:srgbClr val="59697A"/>
                </a:solidFill>
                <a:latin typeface="Arial"/>
                <a:ea typeface="Arial"/>
                <a:cs typeface="Arial"/>
              </a:rPr>
              <a:t>Updated</a:t>
            </a:r>
          </a:p>
        </p:txBody>
      </p:sp>
      <p:sp>
        <p:nvSpPr>
          <p:cNvPr id="136" name="Offline text 136: state">
            <a:extLst xmlns:a="http://schemas.openxmlformats.org/drawingml/2006/main">
              <a:ext uri="{FF2B5EF4-FFF2-40B4-BE49-F238E27FC236}">
                <a16:creationId xmlns:a16="http://schemas.microsoft.com/office/drawing/2014/main" id="{10343631-2BC1-4764-A2C7-1C57C9438424}"/>
              </a:ext>
            </a:extLst>
          </p:cNvPr>
          <p:cNvSpPr>
            <a:spLocks xmlns:a="http://schemas.openxmlformats.org/drawingml/2006/main" noGrp="1"/>
          </p:cNvSpPr>
          <p:nvPr/>
        </p:nvSpPr>
        <p:spPr>
          <a:xfrm xmlns:a="http://schemas.openxmlformats.org/drawingml/2006/main">
            <a:off x="4781550" y="6217920"/>
            <a:ext cx="52730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9697A"/>
                </a:solidFill>
                <a:latin typeface="Arial"/>
                <a:ea typeface="Arial"/>
                <a:cs typeface="Arial"/>
              </a:defRPr>
            </a:pPr>
            <a:r>
              <a:rPr sz="1500" b="0">
                <a:solidFill>
                  <a:srgbClr val="59697A"/>
                </a:solidFill>
                <a:latin typeface="Arial"/>
                <a:ea typeface="Arial"/>
                <a:cs typeface="Arial"/>
              </a:rPr>
              <a:t>state</a:t>
            </a:r>
          </a:p>
        </p:txBody>
      </p:sp>
      <p:sp>
        <p:nvSpPr>
          <p:cNvPr id="137" name="Offline text 137: Investigation loop">
            <a:extLst xmlns:a="http://schemas.openxmlformats.org/drawingml/2006/main">
              <a:ext uri="{FF2B5EF4-FFF2-40B4-BE49-F238E27FC236}">
                <a16:creationId xmlns:a16="http://schemas.microsoft.com/office/drawing/2014/main" id="{F020A281-D2BE-4028-92AA-0A17511D6B76}"/>
              </a:ext>
            </a:extLst>
          </p:cNvPr>
          <p:cNvSpPr>
            <a:spLocks xmlns:a="http://schemas.openxmlformats.org/drawingml/2006/main" noGrp="1"/>
          </p:cNvSpPr>
          <p:nvPr/>
        </p:nvSpPr>
        <p:spPr>
          <a:xfrm xmlns:a="http://schemas.openxmlformats.org/drawingml/2006/main">
            <a:off x="7705920" y="6795421"/>
            <a:ext cx="2304659" cy="347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1">
                <a:solidFill>
                  <a:srgbClr val="465E76"/>
                </a:solidFill>
                <a:latin typeface="Arial"/>
                <a:ea typeface="Arial"/>
                <a:cs typeface="Arial"/>
              </a:defRPr>
            </a:pPr>
            <a:r>
              <a:rPr sz="2025" b="1">
                <a:solidFill>
                  <a:srgbClr val="465E76"/>
                </a:solidFill>
                <a:latin typeface="Arial"/>
                <a:ea typeface="Arial"/>
                <a:cs typeface="Arial"/>
              </a:rPr>
              <a:t>Investigation loop</a:t>
            </a:r>
          </a:p>
        </p:txBody>
      </p:sp>
      <p:sp>
        <p:nvSpPr>
          <p:cNvPr id="138" name="Offline line 138">
            <a:extLst xmlns:a="http://schemas.openxmlformats.org/drawingml/2006/main">
              <a:ext uri="{FF2B5EF4-FFF2-40B4-BE49-F238E27FC236}">
                <a16:creationId xmlns:a16="http://schemas.microsoft.com/office/drawing/2014/main" id="{0991A759-2A0E-4453-8D2D-6A10F9D11983}"/>
              </a:ext>
            </a:extLst>
          </p:cNvPr>
          <p:cNvSpPr>
            <a:spLocks xmlns:a="http://schemas.openxmlformats.org/drawingml/2006/main" noGrp="1"/>
          </p:cNvSpPr>
          <p:nvPr/>
        </p:nvSpPr>
        <p:spPr>
          <a:xfrm xmlns:a="http://schemas.openxmlformats.org/drawingml/2006/main">
            <a:off x="11001375" y="5619750"/>
            <a:ext cx="333375" cy="1047750"/>
          </a:xfrm>
          <a:custGeom xmlns:a="http://schemas.openxmlformats.org/drawingml/2006/main">
            <a:pathLst>
              <a:path w="333375" h="1047750">
                <a:moveTo>
                  <a:pt x="333375" y="0"/>
                </a:moveTo>
                <a:lnTo>
                  <a:pt x="0" y="0"/>
                </a:lnTo>
                <a:lnTo>
                  <a:pt x="0" y="1047750"/>
                </a:lnTo>
              </a:path>
            </a:pathLst>
          </a:custGeom>
          <a:noFill xmlns:a="http://schemas.openxmlformats.org/drawingml/2006/main"/>
          <a:ln xmlns:a="http://schemas.openxmlformats.org/drawingml/2006/main" w="21908">
            <a:solidFill>
              <a:srgbClr val="B26767"/>
            </a:solidFill>
            <a:prstDash val="dash"/>
          </a:ln>
        </p:spPr>
      </p:sp>
      <p:sp>
        <p:nvSpPr>
          <p:cNvPr id="139" name="Offline line 139">
            <a:extLst xmlns:a="http://schemas.openxmlformats.org/drawingml/2006/main">
              <a:ext uri="{FF2B5EF4-FFF2-40B4-BE49-F238E27FC236}">
                <a16:creationId xmlns:a16="http://schemas.microsoft.com/office/drawing/2014/main" id="{7EFE8F77-45C6-49B7-8F82-1206025E76F0}"/>
              </a:ext>
            </a:extLst>
          </p:cNvPr>
          <p:cNvSpPr>
            <a:spLocks xmlns:a="http://schemas.openxmlformats.org/drawingml/2006/main" noGrp="1"/>
          </p:cNvSpPr>
          <p:nvPr/>
        </p:nvSpPr>
        <p:spPr>
          <a:xfrm xmlns:a="http://schemas.openxmlformats.org/drawingml/2006/main">
            <a:off x="5524500" y="6667500"/>
            <a:ext cx="6096000" cy="571500"/>
          </a:xfrm>
          <a:custGeom xmlns:a="http://schemas.openxmlformats.org/drawingml/2006/main">
            <a:pathLst>
              <a:path w="6096000" h="571500">
                <a:moveTo>
                  <a:pt x="6096000" y="571500"/>
                </a:moveTo>
                <a:lnTo>
                  <a:pt x="6096000" y="0"/>
                </a:lnTo>
                <a:lnTo>
                  <a:pt x="0" y="0"/>
                </a:lnTo>
              </a:path>
            </a:pathLst>
          </a:custGeom>
          <a:noFill xmlns:a="http://schemas.openxmlformats.org/drawingml/2006/main"/>
          <a:ln xmlns:a="http://schemas.openxmlformats.org/drawingml/2006/main" w="21908">
            <a:solidFill>
              <a:srgbClr val="B26767"/>
            </a:solidFill>
            <a:prstDash val="dash"/>
          </a:ln>
        </p:spPr>
      </p:sp>
      <p:sp>
        <p:nvSpPr>
          <p:cNvPr id="140" name="Offline line 140">
            <a:extLst xmlns:a="http://schemas.openxmlformats.org/drawingml/2006/main">
              <a:ext uri="{FF2B5EF4-FFF2-40B4-BE49-F238E27FC236}">
                <a16:creationId xmlns:a16="http://schemas.microsoft.com/office/drawing/2014/main" id="{EF9E4176-57FB-4253-AD0B-693B6EA8C884}"/>
              </a:ext>
            </a:extLst>
          </p:cNvPr>
          <p:cNvSpPr>
            <a:spLocks xmlns:a="http://schemas.openxmlformats.org/drawingml/2006/main" noGrp="1"/>
          </p:cNvSpPr>
          <p:nvPr/>
        </p:nvSpPr>
        <p:spPr>
          <a:xfrm xmlns:a="http://schemas.openxmlformats.org/drawingml/2006/main">
            <a:off x="5524500" y="666750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21908">
            <a:solidFill>
              <a:srgbClr val="B26767"/>
            </a:solidFill>
            <a:prstDash val="dash"/>
          </a:ln>
        </p:spPr>
      </p:sp>
      <p:sp>
        <p:nvSpPr>
          <p:cNvPr id="141" name="Offline polygon 141">
            <a:extLst xmlns:a="http://schemas.openxmlformats.org/drawingml/2006/main">
              <a:ext uri="{FF2B5EF4-FFF2-40B4-BE49-F238E27FC236}">
                <a16:creationId xmlns:a16="http://schemas.microsoft.com/office/drawing/2014/main" id="{8BDCBC8D-94A2-4CCF-BDFA-A60849CEFA11}"/>
              </a:ext>
            </a:extLst>
          </p:cNvPr>
          <p:cNvSpPr>
            <a:spLocks xmlns:a="http://schemas.openxmlformats.org/drawingml/2006/main" noGrp="1"/>
          </p:cNvSpPr>
          <p:nvPr/>
        </p:nvSpPr>
        <p:spPr>
          <a:xfrm xmlns:a="http://schemas.openxmlformats.org/drawingml/2006/main">
            <a:off x="5476875" y="7134225"/>
            <a:ext cx="95250" cy="104775"/>
          </a:xfrm>
          <a:custGeom xmlns:a="http://schemas.openxmlformats.org/drawingml/2006/main">
            <a:pathLst>
              <a:path w="95250" h="104775">
                <a:moveTo>
                  <a:pt x="47625" y="104775"/>
                </a:moveTo>
                <a:lnTo>
                  <a:pt x="95250" y="0"/>
                </a:lnTo>
                <a:lnTo>
                  <a:pt x="0" y="0"/>
                </a:lnTo>
                <a:close/>
              </a:path>
            </a:pathLst>
          </a:custGeom>
          <a:solidFill xmlns:a="http://schemas.openxmlformats.org/drawingml/2006/main">
            <a:srgbClr val="B26767"/>
          </a:solidFill>
          <a:ln xmlns:a="http://schemas.openxmlformats.org/drawingml/2006/main" w="0">
            <a:noFill/>
          </a:ln>
        </p:spPr>
      </p:sp>
      <p:sp>
        <p:nvSpPr>
          <p:cNvPr id="142" name="Offline text 142: Revision feedback">
            <a:extLst xmlns:a="http://schemas.openxmlformats.org/drawingml/2006/main">
              <a:ext uri="{FF2B5EF4-FFF2-40B4-BE49-F238E27FC236}">
                <a16:creationId xmlns:a16="http://schemas.microsoft.com/office/drawing/2014/main" id="{0E26998F-39F8-4B6C-99FE-9FD19ED2B94F}"/>
              </a:ext>
            </a:extLst>
          </p:cNvPr>
          <p:cNvSpPr>
            <a:spLocks xmlns:a="http://schemas.openxmlformats.org/drawingml/2006/main" noGrp="1"/>
          </p:cNvSpPr>
          <p:nvPr/>
        </p:nvSpPr>
        <p:spPr>
          <a:xfrm xmlns:a="http://schemas.openxmlformats.org/drawingml/2006/main">
            <a:off x="7716203" y="6341745"/>
            <a:ext cx="165544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B26767"/>
                </a:solidFill>
                <a:latin typeface="Arial"/>
                <a:ea typeface="Arial"/>
                <a:cs typeface="Arial"/>
              </a:defRPr>
            </a:pPr>
            <a:r>
              <a:rPr sz="1500" b="0">
                <a:solidFill>
                  <a:srgbClr val="B26767"/>
                </a:solidFill>
                <a:latin typeface="Arial"/>
                <a:ea typeface="Arial"/>
                <a:cs typeface="Arial"/>
              </a:rPr>
              <a:t>Revision feedback</a:t>
            </a:r>
          </a:p>
        </p:txBody>
      </p:sp>
      <p:sp>
        <p:nvSpPr>
          <p:cNvPr id="143" name="Offline line 143">
            <a:extLst xmlns:a="http://schemas.openxmlformats.org/drawingml/2006/main">
              <a:ext uri="{FF2B5EF4-FFF2-40B4-BE49-F238E27FC236}">
                <a16:creationId xmlns:a16="http://schemas.microsoft.com/office/drawing/2014/main" id="{5E0551B5-F4BC-4603-8750-0CF85F440E9F}"/>
              </a:ext>
            </a:extLst>
          </p:cNvPr>
          <p:cNvSpPr>
            <a:spLocks xmlns:a="http://schemas.openxmlformats.org/drawingml/2006/main" noGrp="1"/>
          </p:cNvSpPr>
          <p:nvPr/>
        </p:nvSpPr>
        <p:spPr>
          <a:xfrm xmlns:a="http://schemas.openxmlformats.org/drawingml/2006/main">
            <a:off x="8858250" y="3857625"/>
            <a:ext cx="7143750" cy="714375"/>
          </a:xfrm>
          <a:custGeom xmlns:a="http://schemas.openxmlformats.org/drawingml/2006/main">
            <a:pathLst>
              <a:path w="7143750" h="714375">
                <a:moveTo>
                  <a:pt x="0" y="714375"/>
                </a:moveTo>
                <a:lnTo>
                  <a:pt x="0" y="0"/>
                </a:lnTo>
                <a:lnTo>
                  <a:pt x="7143750" y="0"/>
                </a:lnTo>
                <a:lnTo>
                  <a:pt x="7143750" y="714375"/>
                </a:lnTo>
              </a:path>
            </a:pathLst>
          </a:custGeom>
          <a:noFill xmlns:a="http://schemas.openxmlformats.org/drawingml/2006/main"/>
          <a:ln xmlns:a="http://schemas.openxmlformats.org/drawingml/2006/main" w="24765">
            <a:solidFill>
              <a:srgbClr val="465E76"/>
            </a:solidFill>
            <a:prstDash val="solid"/>
          </a:ln>
        </p:spPr>
      </p:sp>
      <p:sp>
        <p:nvSpPr>
          <p:cNvPr id="144" name="Offline polygon 144">
            <a:extLst xmlns:a="http://schemas.openxmlformats.org/drawingml/2006/main">
              <a:ext uri="{FF2B5EF4-FFF2-40B4-BE49-F238E27FC236}">
                <a16:creationId xmlns:a16="http://schemas.microsoft.com/office/drawing/2014/main" id="{955A1B5C-A11B-4862-90E3-8E230E024851}"/>
              </a:ext>
            </a:extLst>
          </p:cNvPr>
          <p:cNvSpPr>
            <a:spLocks xmlns:a="http://schemas.openxmlformats.org/drawingml/2006/main" noGrp="1"/>
          </p:cNvSpPr>
          <p:nvPr/>
        </p:nvSpPr>
        <p:spPr>
          <a:xfrm xmlns:a="http://schemas.openxmlformats.org/drawingml/2006/main">
            <a:off x="15954375" y="4467225"/>
            <a:ext cx="95250" cy="104775"/>
          </a:xfrm>
          <a:custGeom xmlns:a="http://schemas.openxmlformats.org/drawingml/2006/main">
            <a:pathLst>
              <a:path w="95250" h="104775">
                <a:moveTo>
                  <a:pt x="47625" y="104775"/>
                </a:moveTo>
                <a:lnTo>
                  <a:pt x="95250" y="0"/>
                </a:lnTo>
                <a:lnTo>
                  <a:pt x="0" y="0"/>
                </a:lnTo>
                <a:close/>
              </a:path>
            </a:pathLst>
          </a:custGeom>
          <a:solidFill xmlns:a="http://schemas.openxmlformats.org/drawingml/2006/main">
            <a:srgbClr val="465E76"/>
          </a:solidFill>
          <a:ln xmlns:a="http://schemas.openxmlformats.org/drawingml/2006/main" w="0">
            <a:noFill/>
          </a:ln>
        </p:spPr>
      </p:sp>
      <p:sp>
        <p:nvSpPr>
          <p:cNvPr id="145" name="Offline text 145: Finish request">
            <a:extLst xmlns:a="http://schemas.openxmlformats.org/drawingml/2006/main">
              <a:ext uri="{FF2B5EF4-FFF2-40B4-BE49-F238E27FC236}">
                <a16:creationId xmlns:a16="http://schemas.microsoft.com/office/drawing/2014/main" id="{2FACB550-470E-4126-A1BB-3721C9161600}"/>
              </a:ext>
            </a:extLst>
          </p:cNvPr>
          <p:cNvSpPr>
            <a:spLocks xmlns:a="http://schemas.openxmlformats.org/drawingml/2006/main" noGrp="1"/>
          </p:cNvSpPr>
          <p:nvPr/>
        </p:nvSpPr>
        <p:spPr>
          <a:xfrm xmlns:a="http://schemas.openxmlformats.org/drawingml/2006/main">
            <a:off x="11727180" y="3531870"/>
            <a:ext cx="131064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9697A"/>
                </a:solidFill>
                <a:latin typeface="Arial"/>
                <a:ea typeface="Arial"/>
                <a:cs typeface="Arial"/>
              </a:defRPr>
            </a:pPr>
            <a:r>
              <a:rPr sz="1500" b="0">
                <a:solidFill>
                  <a:srgbClr val="59697A"/>
                </a:solidFill>
                <a:latin typeface="Arial"/>
                <a:ea typeface="Arial"/>
                <a:cs typeface="Arial"/>
              </a:rPr>
              <a:t>Finish request</a:t>
            </a:r>
          </a:p>
        </p:txBody>
      </p:sp>
      <p:sp>
        <p:nvSpPr>
          <p:cNvPr id="146" name="Offline line 146">
            <a:extLst xmlns:a="http://schemas.openxmlformats.org/drawingml/2006/main">
              <a:ext uri="{FF2B5EF4-FFF2-40B4-BE49-F238E27FC236}">
                <a16:creationId xmlns:a16="http://schemas.microsoft.com/office/drawing/2014/main" id="{FB37F7E5-701C-46D0-ADCE-B7929E783FBC}"/>
              </a:ext>
            </a:extLst>
          </p:cNvPr>
          <p:cNvSpPr>
            <a:spLocks xmlns:a="http://schemas.openxmlformats.org/drawingml/2006/main" noGrp="1"/>
          </p:cNvSpPr>
          <p:nvPr/>
        </p:nvSpPr>
        <p:spPr>
          <a:xfrm xmlns:a="http://schemas.openxmlformats.org/drawingml/2006/main">
            <a:off x="4000500" y="1666875"/>
            <a:ext cx="13430250" cy="3095625"/>
          </a:xfrm>
          <a:custGeom xmlns:a="http://schemas.openxmlformats.org/drawingml/2006/main">
            <a:pathLst>
              <a:path w="13430250" h="3095625">
                <a:moveTo>
                  <a:pt x="13430250" y="2905125"/>
                </a:moveTo>
                <a:lnTo>
                  <a:pt x="13430250" y="0"/>
                </a:lnTo>
                <a:lnTo>
                  <a:pt x="0" y="0"/>
                </a:lnTo>
                <a:lnTo>
                  <a:pt x="0" y="3095625"/>
                </a:lnTo>
                <a:lnTo>
                  <a:pt x="285750" y="3095625"/>
                </a:lnTo>
              </a:path>
            </a:pathLst>
          </a:custGeom>
          <a:noFill xmlns:a="http://schemas.openxmlformats.org/drawingml/2006/main"/>
          <a:ln xmlns:a="http://schemas.openxmlformats.org/drawingml/2006/main" w="21908">
            <a:solidFill>
              <a:srgbClr val="B26767"/>
            </a:solidFill>
            <a:prstDash val="dash"/>
          </a:ln>
        </p:spPr>
      </p:sp>
      <p:sp>
        <p:nvSpPr>
          <p:cNvPr id="147" name="Offline polygon 147">
            <a:extLst xmlns:a="http://schemas.openxmlformats.org/drawingml/2006/main">
              <a:ext uri="{FF2B5EF4-FFF2-40B4-BE49-F238E27FC236}">
                <a16:creationId xmlns:a16="http://schemas.microsoft.com/office/drawing/2014/main" id="{7AD1EC3B-12A5-4E15-A317-7A65A9FE85B6}"/>
              </a:ext>
            </a:extLst>
          </p:cNvPr>
          <p:cNvSpPr>
            <a:spLocks xmlns:a="http://schemas.openxmlformats.org/drawingml/2006/main" noGrp="1"/>
          </p:cNvSpPr>
          <p:nvPr/>
        </p:nvSpPr>
        <p:spPr>
          <a:xfrm xmlns:a="http://schemas.openxmlformats.org/drawingml/2006/main">
            <a:off x="4181475" y="4714875"/>
            <a:ext cx="104775" cy="95250"/>
          </a:xfrm>
          <a:custGeom xmlns:a="http://schemas.openxmlformats.org/drawingml/2006/main">
            <a:pathLst>
              <a:path w="104775" h="95250">
                <a:moveTo>
                  <a:pt x="104775" y="47625"/>
                </a:moveTo>
                <a:lnTo>
                  <a:pt x="0" y="0"/>
                </a:lnTo>
                <a:lnTo>
                  <a:pt x="0" y="95250"/>
                </a:lnTo>
                <a:close/>
              </a:path>
            </a:pathLst>
          </a:custGeom>
          <a:solidFill xmlns:a="http://schemas.openxmlformats.org/drawingml/2006/main">
            <a:srgbClr val="B26767"/>
          </a:solidFill>
          <a:ln xmlns:a="http://schemas.openxmlformats.org/drawingml/2006/main" w="0">
            <a:noFill/>
          </a:ln>
        </p:spPr>
      </p:sp>
      <p:sp>
        <p:nvSpPr>
          <p:cNvPr id="148" name="Offline text 148: Unmet requirements">
            <a:extLst xmlns:a="http://schemas.openxmlformats.org/drawingml/2006/main">
              <a:ext uri="{FF2B5EF4-FFF2-40B4-BE49-F238E27FC236}">
                <a16:creationId xmlns:a16="http://schemas.microsoft.com/office/drawing/2014/main" id="{F0D96E2E-E5BA-43F6-95C9-F6E9BADC0619}"/>
              </a:ext>
            </a:extLst>
          </p:cNvPr>
          <p:cNvSpPr>
            <a:spLocks xmlns:a="http://schemas.openxmlformats.org/drawingml/2006/main" noGrp="1"/>
          </p:cNvSpPr>
          <p:nvPr/>
        </p:nvSpPr>
        <p:spPr>
          <a:xfrm xmlns:a="http://schemas.openxmlformats.org/drawingml/2006/main">
            <a:off x="10224326" y="1331595"/>
            <a:ext cx="1839849"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B26767"/>
                </a:solidFill>
                <a:latin typeface="Arial"/>
                <a:ea typeface="Arial"/>
                <a:cs typeface="Arial"/>
              </a:defRPr>
            </a:pPr>
            <a:r>
              <a:rPr sz="1500" b="0">
                <a:solidFill>
                  <a:srgbClr val="B26767"/>
                </a:solidFill>
                <a:latin typeface="Arial"/>
                <a:ea typeface="Arial"/>
                <a:cs typeface="Arial"/>
              </a:rPr>
              <a:t>Unmet requirements</a:t>
            </a:r>
          </a:p>
        </p:txBody>
      </p:sp>
      <p:sp>
        <p:nvSpPr>
          <p:cNvPr id="149" name="Offline line 149">
            <a:extLst xmlns:a="http://schemas.openxmlformats.org/drawingml/2006/main">
              <a:ext uri="{FF2B5EF4-FFF2-40B4-BE49-F238E27FC236}">
                <a16:creationId xmlns:a16="http://schemas.microsoft.com/office/drawing/2014/main" id="{B776DFAB-933D-4F67-9A61-DABC3144FAF6}"/>
              </a:ext>
            </a:extLst>
          </p:cNvPr>
          <p:cNvSpPr>
            <a:spLocks xmlns:a="http://schemas.openxmlformats.org/drawingml/2006/main" noGrp="1"/>
          </p:cNvSpPr>
          <p:nvPr/>
        </p:nvSpPr>
        <p:spPr>
          <a:xfrm xmlns:a="http://schemas.openxmlformats.org/drawingml/2006/main">
            <a:off x="17716500" y="5143500"/>
            <a:ext cx="1524000" cy="9525"/>
          </a:xfrm>
          <a:custGeom xmlns:a="http://schemas.openxmlformats.org/drawingml/2006/main">
            <a:pathLst>
              <a:path w="1524000" h="9525">
                <a:moveTo>
                  <a:pt x="0" y="0"/>
                </a:moveTo>
                <a:lnTo>
                  <a:pt x="1524000" y="0"/>
                </a:lnTo>
              </a:path>
            </a:pathLst>
          </a:custGeom>
          <a:noFill xmlns:a="http://schemas.openxmlformats.org/drawingml/2006/main"/>
          <a:ln xmlns:a="http://schemas.openxmlformats.org/drawingml/2006/main" w="31433">
            <a:solidFill>
              <a:srgbClr val="4D8F78"/>
            </a:solidFill>
            <a:prstDash val="solid"/>
          </a:ln>
        </p:spPr>
      </p:sp>
      <p:sp>
        <p:nvSpPr>
          <p:cNvPr id="150" name="Offline polygon 150">
            <a:extLst xmlns:a="http://schemas.openxmlformats.org/drawingml/2006/main">
              <a:ext uri="{FF2B5EF4-FFF2-40B4-BE49-F238E27FC236}">
                <a16:creationId xmlns:a16="http://schemas.microsoft.com/office/drawing/2014/main" id="{AD4D8BB5-BCFA-4C36-8F68-2F6A09D3964E}"/>
              </a:ext>
            </a:extLst>
          </p:cNvPr>
          <p:cNvSpPr>
            <a:spLocks xmlns:a="http://schemas.openxmlformats.org/drawingml/2006/main" noGrp="1"/>
          </p:cNvSpPr>
          <p:nvPr/>
        </p:nvSpPr>
        <p:spPr>
          <a:xfrm xmlns:a="http://schemas.openxmlformats.org/drawingml/2006/main">
            <a:off x="19135725" y="5095875"/>
            <a:ext cx="104775" cy="95250"/>
          </a:xfrm>
          <a:custGeom xmlns:a="http://schemas.openxmlformats.org/drawingml/2006/main">
            <a:pathLst>
              <a:path w="104775" h="95250">
                <a:moveTo>
                  <a:pt x="104775" y="47625"/>
                </a:moveTo>
                <a:lnTo>
                  <a:pt x="0" y="0"/>
                </a:lnTo>
                <a:lnTo>
                  <a:pt x="0" y="95250"/>
                </a:lnTo>
                <a:close/>
              </a:path>
            </a:pathLst>
          </a:custGeom>
          <a:solidFill xmlns:a="http://schemas.openxmlformats.org/drawingml/2006/main">
            <a:srgbClr val="4D8F78"/>
          </a:solidFill>
          <a:ln xmlns:a="http://schemas.openxmlformats.org/drawingml/2006/main" w="0">
            <a:noFill/>
          </a:ln>
        </p:spPr>
      </p:sp>
      <p:sp>
        <p:nvSpPr>
          <p:cNvPr id="151" name="Offline text 151: Complete">
            <a:extLst xmlns:a="http://schemas.openxmlformats.org/drawingml/2006/main">
              <a:ext uri="{FF2B5EF4-FFF2-40B4-BE49-F238E27FC236}">
                <a16:creationId xmlns:a16="http://schemas.microsoft.com/office/drawing/2014/main" id="{7DE3FBAD-B116-48D7-8943-33C84A0562BE}"/>
              </a:ext>
            </a:extLst>
          </p:cNvPr>
          <p:cNvSpPr>
            <a:spLocks xmlns:a="http://schemas.openxmlformats.org/drawingml/2006/main" noGrp="1"/>
          </p:cNvSpPr>
          <p:nvPr/>
        </p:nvSpPr>
        <p:spPr>
          <a:xfrm xmlns:a="http://schemas.openxmlformats.org/drawingml/2006/main">
            <a:off x="18013775" y="4779645"/>
            <a:ext cx="929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28664F"/>
                </a:solidFill>
                <a:latin typeface="Arial"/>
                <a:ea typeface="Arial"/>
                <a:cs typeface="Arial"/>
              </a:defRPr>
            </a:pPr>
            <a:r>
              <a:rPr sz="1500" b="0">
                <a:solidFill>
                  <a:srgbClr val="28664F"/>
                </a:solidFill>
                <a:latin typeface="Arial"/>
                <a:ea typeface="Arial"/>
                <a:cs typeface="Arial"/>
              </a:rPr>
              <a:t>Complete</a:t>
            </a:r>
          </a:p>
        </p:txBody>
      </p:sp>
      <p:sp>
        <p:nvSpPr>
          <p:cNvPr id="152" name="Offline module 152">
            <a:extLst xmlns:a="http://schemas.openxmlformats.org/drawingml/2006/main">
              <a:ext uri="{FF2B5EF4-FFF2-40B4-BE49-F238E27FC236}">
                <a16:creationId xmlns:a16="http://schemas.microsoft.com/office/drawing/2014/main" id="{73028A71-45F3-4BCC-9DD1-2FD0DBEC1474}"/>
              </a:ext>
            </a:extLst>
          </p:cNvPr>
          <p:cNvSpPr>
            <a:spLocks xmlns:a="http://schemas.openxmlformats.org/drawingml/2006/main" noGrp="1"/>
          </p:cNvSpPr>
          <p:nvPr/>
        </p:nvSpPr>
        <p:spPr>
          <a:xfrm xmlns:a="http://schemas.openxmlformats.org/drawingml/2006/main">
            <a:off x="7048500" y="10096500"/>
            <a:ext cx="5048250" cy="1095375"/>
          </a:xfrm>
          <a:prstGeom xmlns:a="http://schemas.openxmlformats.org/drawingml/2006/main" prst="roundRect">
            <a:avLst>
              <a:gd name="adj" fmla="val 5217"/>
            </a:avLst>
          </a:prstGeom>
          <a:solidFill xmlns:a="http://schemas.openxmlformats.org/drawingml/2006/main">
            <a:srgbClr val="E6F4EE"/>
          </a:solidFill>
          <a:ln xmlns:a="http://schemas.openxmlformats.org/drawingml/2006/main" w="20955">
            <a:solidFill>
              <a:srgbClr val="4D8F78"/>
            </a:solidFill>
            <a:prstDash val="solid"/>
          </a:ln>
        </p:spPr>
      </p:sp>
      <p:sp>
        <p:nvSpPr>
          <p:cNvPr id="153" name="Offline module 153">
            <a:extLst xmlns:a="http://schemas.openxmlformats.org/drawingml/2006/main">
              <a:ext uri="{FF2B5EF4-FFF2-40B4-BE49-F238E27FC236}">
                <a16:creationId xmlns:a16="http://schemas.microsoft.com/office/drawing/2014/main" id="{B011008E-76EB-4F51-975A-199C56836562}"/>
              </a:ext>
            </a:extLst>
          </p:cNvPr>
          <p:cNvSpPr>
            <a:spLocks xmlns:a="http://schemas.openxmlformats.org/drawingml/2006/main" noGrp="1"/>
          </p:cNvSpPr>
          <p:nvPr/>
        </p:nvSpPr>
        <p:spPr>
          <a:xfrm xmlns:a="http://schemas.openxmlformats.org/drawingml/2006/main">
            <a:off x="7311390" y="10386060"/>
            <a:ext cx="91440" cy="266700"/>
          </a:xfrm>
          <a:prstGeom xmlns:a="http://schemas.openxmlformats.org/drawingml/2006/main" prst="roundRect">
            <a:avLst>
              <a:gd name="adj" fmla="val 16667"/>
            </a:avLst>
          </a:prstGeom>
          <a:noFill xmlns:a="http://schemas.openxmlformats.org/drawingml/2006/main"/>
          <a:ln xmlns:a="http://schemas.openxmlformats.org/drawingml/2006/main" w="18288">
            <a:solidFill>
              <a:srgbClr val="28664F"/>
            </a:solidFill>
            <a:prstDash val="solid"/>
          </a:ln>
        </p:spPr>
      </p:sp>
      <p:sp>
        <p:nvSpPr>
          <p:cNvPr id="154" name="Offline module 154">
            <a:extLst xmlns:a="http://schemas.openxmlformats.org/drawingml/2006/main">
              <a:ext uri="{FF2B5EF4-FFF2-40B4-BE49-F238E27FC236}">
                <a16:creationId xmlns:a16="http://schemas.microsoft.com/office/drawing/2014/main" id="{B3D420FF-C33F-4CA1-B235-E2235F9F616B}"/>
              </a:ext>
            </a:extLst>
          </p:cNvPr>
          <p:cNvSpPr>
            <a:spLocks xmlns:a="http://schemas.openxmlformats.org/drawingml/2006/main" noGrp="1"/>
          </p:cNvSpPr>
          <p:nvPr/>
        </p:nvSpPr>
        <p:spPr>
          <a:xfrm xmlns:a="http://schemas.openxmlformats.org/drawingml/2006/main">
            <a:off x="7433310" y="10386060"/>
            <a:ext cx="91440" cy="266700"/>
          </a:xfrm>
          <a:prstGeom xmlns:a="http://schemas.openxmlformats.org/drawingml/2006/main" prst="roundRect">
            <a:avLst>
              <a:gd name="adj" fmla="val 16667"/>
            </a:avLst>
          </a:prstGeom>
          <a:noFill xmlns:a="http://schemas.openxmlformats.org/drawingml/2006/main"/>
          <a:ln xmlns:a="http://schemas.openxmlformats.org/drawingml/2006/main" w="18288">
            <a:solidFill>
              <a:srgbClr val="28664F"/>
            </a:solidFill>
            <a:prstDash val="solid"/>
          </a:ln>
        </p:spPr>
      </p:sp>
      <p:sp>
        <p:nvSpPr>
          <p:cNvPr id="155" name="Offline line 155">
            <a:extLst xmlns:a="http://schemas.openxmlformats.org/drawingml/2006/main">
              <a:ext uri="{FF2B5EF4-FFF2-40B4-BE49-F238E27FC236}">
                <a16:creationId xmlns:a16="http://schemas.microsoft.com/office/drawing/2014/main" id="{CF507230-8C66-4C38-AFB9-2FF5801A33B3}"/>
              </a:ext>
            </a:extLst>
          </p:cNvPr>
          <p:cNvSpPr>
            <a:spLocks xmlns:a="http://schemas.openxmlformats.org/drawingml/2006/main" noGrp="1"/>
          </p:cNvSpPr>
          <p:nvPr/>
        </p:nvSpPr>
        <p:spPr>
          <a:xfrm xmlns:a="http://schemas.openxmlformats.org/drawingml/2006/main">
            <a:off x="7562850" y="10386060"/>
            <a:ext cx="144780" cy="274320"/>
          </a:xfrm>
          <a:custGeom xmlns:a="http://schemas.openxmlformats.org/drawingml/2006/main">
            <a:pathLst>
              <a:path w="144780" h="274320">
                <a:moveTo>
                  <a:pt x="0" y="22860"/>
                </a:moveTo>
                <a:lnTo>
                  <a:pt x="76200" y="0"/>
                </a:lnTo>
                <a:lnTo>
                  <a:pt x="144780" y="251460"/>
                </a:lnTo>
                <a:lnTo>
                  <a:pt x="68580" y="274320"/>
                </a:lnTo>
                <a:lnTo>
                  <a:pt x="0" y="22860"/>
                </a:lnTo>
              </a:path>
            </a:pathLst>
          </a:custGeom>
          <a:noFill xmlns:a="http://schemas.openxmlformats.org/drawingml/2006/main"/>
          <a:ln xmlns:a="http://schemas.openxmlformats.org/drawingml/2006/main" w="19050">
            <a:solidFill>
              <a:srgbClr val="28664F"/>
            </a:solidFill>
            <a:prstDash val="solid"/>
          </a:ln>
        </p:spPr>
      </p:sp>
      <p:sp>
        <p:nvSpPr>
          <p:cNvPr id="156" name="Offline line 156">
            <a:extLst xmlns:a="http://schemas.openxmlformats.org/drawingml/2006/main">
              <a:ext uri="{FF2B5EF4-FFF2-40B4-BE49-F238E27FC236}">
                <a16:creationId xmlns:a16="http://schemas.microsoft.com/office/drawing/2014/main" id="{82867EAD-3F15-44FE-8D8C-1EB124A5344B}"/>
              </a:ext>
            </a:extLst>
          </p:cNvPr>
          <p:cNvSpPr>
            <a:spLocks xmlns:a="http://schemas.openxmlformats.org/drawingml/2006/main" noGrp="1"/>
          </p:cNvSpPr>
          <p:nvPr/>
        </p:nvSpPr>
        <p:spPr>
          <a:xfrm xmlns:a="http://schemas.openxmlformats.org/drawingml/2006/main">
            <a:off x="7334250" y="10584180"/>
            <a:ext cx="45720" cy="9525"/>
          </a:xfrm>
          <a:custGeom xmlns:a="http://schemas.openxmlformats.org/drawingml/2006/main">
            <a:pathLst>
              <a:path w="45720" h="9525">
                <a:moveTo>
                  <a:pt x="0" y="0"/>
                </a:moveTo>
                <a:lnTo>
                  <a:pt x="45720" y="0"/>
                </a:lnTo>
              </a:path>
            </a:pathLst>
          </a:custGeom>
          <a:noFill xmlns:a="http://schemas.openxmlformats.org/drawingml/2006/main"/>
          <a:ln xmlns:a="http://schemas.openxmlformats.org/drawingml/2006/main" w="19050">
            <a:solidFill>
              <a:srgbClr val="28664F"/>
            </a:solidFill>
            <a:prstDash val="solid"/>
          </a:ln>
        </p:spPr>
      </p:sp>
      <p:sp>
        <p:nvSpPr>
          <p:cNvPr id="157" name="Offline line 157">
            <a:extLst xmlns:a="http://schemas.openxmlformats.org/drawingml/2006/main">
              <a:ext uri="{FF2B5EF4-FFF2-40B4-BE49-F238E27FC236}">
                <a16:creationId xmlns:a16="http://schemas.microsoft.com/office/drawing/2014/main" id="{46914E7B-0261-4FD9-B498-548337192613}"/>
              </a:ext>
            </a:extLst>
          </p:cNvPr>
          <p:cNvSpPr>
            <a:spLocks xmlns:a="http://schemas.openxmlformats.org/drawingml/2006/main" noGrp="1"/>
          </p:cNvSpPr>
          <p:nvPr/>
        </p:nvSpPr>
        <p:spPr>
          <a:xfrm xmlns:a="http://schemas.openxmlformats.org/drawingml/2006/main">
            <a:off x="7456170" y="10584180"/>
            <a:ext cx="45720" cy="9525"/>
          </a:xfrm>
          <a:custGeom xmlns:a="http://schemas.openxmlformats.org/drawingml/2006/main">
            <a:pathLst>
              <a:path w="45720" h="9525">
                <a:moveTo>
                  <a:pt x="0" y="0"/>
                </a:moveTo>
                <a:lnTo>
                  <a:pt x="45720" y="0"/>
                </a:lnTo>
              </a:path>
            </a:pathLst>
          </a:custGeom>
          <a:noFill xmlns:a="http://schemas.openxmlformats.org/drawingml/2006/main"/>
          <a:ln xmlns:a="http://schemas.openxmlformats.org/drawingml/2006/main" w="19050">
            <a:solidFill>
              <a:srgbClr val="28664F"/>
            </a:solidFill>
            <a:prstDash val="solid"/>
          </a:ln>
        </p:spPr>
      </p:sp>
      <p:sp>
        <p:nvSpPr>
          <p:cNvPr id="158" name="Offline text 158: Tool libraries">
            <a:extLst xmlns:a="http://schemas.openxmlformats.org/drawingml/2006/main">
              <a:ext uri="{FF2B5EF4-FFF2-40B4-BE49-F238E27FC236}">
                <a16:creationId xmlns:a16="http://schemas.microsoft.com/office/drawing/2014/main" id="{B25791C7-74D0-45C3-B0B2-3DD87C173B93}"/>
              </a:ext>
            </a:extLst>
          </p:cNvPr>
          <p:cNvSpPr>
            <a:spLocks xmlns:a="http://schemas.openxmlformats.org/drawingml/2006/main" noGrp="1"/>
          </p:cNvSpPr>
          <p:nvPr/>
        </p:nvSpPr>
        <p:spPr>
          <a:xfrm xmlns:a="http://schemas.openxmlformats.org/drawingml/2006/main">
            <a:off x="7934325" y="10234803"/>
            <a:ext cx="176784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28664F"/>
                </a:solidFill>
                <a:latin typeface="Arial"/>
                <a:ea typeface="Arial"/>
                <a:cs typeface="Arial"/>
              </a:defRPr>
            </a:pPr>
            <a:r>
              <a:rPr sz="2100" b="1">
                <a:solidFill>
                  <a:srgbClr val="28664F"/>
                </a:solidFill>
                <a:latin typeface="Arial"/>
                <a:ea typeface="Arial"/>
                <a:cs typeface="Arial"/>
              </a:rPr>
              <a:t>Tool libraries</a:t>
            </a:r>
          </a:p>
        </p:txBody>
      </p:sp>
      <p:sp>
        <p:nvSpPr>
          <p:cNvPr id="159" name="Offline text 159: Cell lookup, coverage, OSM, KPI">
            <a:extLst xmlns:a="http://schemas.openxmlformats.org/drawingml/2006/main">
              <a:ext uri="{FF2B5EF4-FFF2-40B4-BE49-F238E27FC236}">
                <a16:creationId xmlns:a16="http://schemas.microsoft.com/office/drawing/2014/main" id="{9457BEBC-D50E-435A-A313-1146266C6B6B}"/>
              </a:ext>
            </a:extLst>
          </p:cNvPr>
          <p:cNvSpPr>
            <a:spLocks xmlns:a="http://schemas.openxmlformats.org/drawingml/2006/main" noGrp="1"/>
          </p:cNvSpPr>
          <p:nvPr/>
        </p:nvSpPr>
        <p:spPr>
          <a:xfrm xmlns:a="http://schemas.openxmlformats.org/drawingml/2006/main">
            <a:off x="7934325" y="10581227"/>
            <a:ext cx="3018063"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28664F"/>
                </a:solidFill>
                <a:latin typeface="Arial"/>
                <a:ea typeface="Arial"/>
                <a:cs typeface="Arial"/>
              </a:defRPr>
            </a:pPr>
            <a:r>
              <a:rPr sz="1575" b="0">
                <a:solidFill>
                  <a:srgbClr val="28664F"/>
                </a:solidFill>
                <a:latin typeface="Arial"/>
                <a:ea typeface="Arial"/>
                <a:cs typeface="Arial"/>
              </a:rPr>
              <a:t>Cell lookup, coverage, OSM, KPI</a:t>
            </a:r>
          </a:p>
        </p:txBody>
      </p:sp>
      <p:sp>
        <p:nvSpPr>
          <p:cNvPr id="160" name="Offline text 160: Backup / load estimation, maps">
            <a:extLst xmlns:a="http://schemas.openxmlformats.org/drawingml/2006/main">
              <a:ext uri="{FF2B5EF4-FFF2-40B4-BE49-F238E27FC236}">
                <a16:creationId xmlns:a16="http://schemas.microsoft.com/office/drawing/2014/main" id="{84978092-019F-445A-8915-0C3705BF89D0}"/>
              </a:ext>
            </a:extLst>
          </p:cNvPr>
          <p:cNvSpPr>
            <a:spLocks xmlns:a="http://schemas.openxmlformats.org/drawingml/2006/main" noGrp="1"/>
          </p:cNvSpPr>
          <p:nvPr/>
        </p:nvSpPr>
        <p:spPr>
          <a:xfrm xmlns:a="http://schemas.openxmlformats.org/drawingml/2006/main">
            <a:off x="7934325" y="10828877"/>
            <a:ext cx="2889647"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28664F"/>
                </a:solidFill>
                <a:latin typeface="Arial"/>
                <a:ea typeface="Arial"/>
                <a:cs typeface="Arial"/>
              </a:defRPr>
            </a:pPr>
            <a:r>
              <a:rPr sz="1575" b="0">
                <a:solidFill>
                  <a:srgbClr val="28664F"/>
                </a:solidFill>
                <a:latin typeface="Arial"/>
                <a:ea typeface="Arial"/>
                <a:cs typeface="Arial"/>
              </a:rPr>
              <a:t>Backup / load estimation, maps</a:t>
            </a:r>
          </a:p>
        </p:txBody>
      </p:sp>
      <p:sp>
        <p:nvSpPr>
          <p:cNvPr id="161" name="Offline module 161">
            <a:extLst xmlns:a="http://schemas.openxmlformats.org/drawingml/2006/main">
              <a:ext uri="{FF2B5EF4-FFF2-40B4-BE49-F238E27FC236}">
                <a16:creationId xmlns:a16="http://schemas.microsoft.com/office/drawing/2014/main" id="{E35B9B04-E082-44B8-896D-A7B68E8D1C50}"/>
              </a:ext>
            </a:extLst>
          </p:cNvPr>
          <p:cNvSpPr>
            <a:spLocks xmlns:a="http://schemas.openxmlformats.org/drawingml/2006/main" noGrp="1"/>
          </p:cNvSpPr>
          <p:nvPr/>
        </p:nvSpPr>
        <p:spPr>
          <a:xfrm xmlns:a="http://schemas.openxmlformats.org/drawingml/2006/main">
            <a:off x="14668500" y="10096500"/>
            <a:ext cx="4857750" cy="1095375"/>
          </a:xfrm>
          <a:prstGeom xmlns:a="http://schemas.openxmlformats.org/drawingml/2006/main" prst="roundRect">
            <a:avLst>
              <a:gd name="adj" fmla="val 5217"/>
            </a:avLst>
          </a:prstGeom>
          <a:solidFill xmlns:a="http://schemas.openxmlformats.org/drawingml/2006/main">
            <a:srgbClr val="F3F5F7"/>
          </a:solidFill>
          <a:ln xmlns:a="http://schemas.openxmlformats.org/drawingml/2006/main" w="20955">
            <a:solidFill>
              <a:srgbClr val="C7D3DF"/>
            </a:solidFill>
            <a:prstDash val="solid"/>
          </a:ln>
        </p:spPr>
      </p:sp>
      <p:sp>
        <p:nvSpPr>
          <p:cNvPr id="162" name="Offline line 162">
            <a:extLst xmlns:a="http://schemas.openxmlformats.org/drawingml/2006/main">
              <a:ext uri="{FF2B5EF4-FFF2-40B4-BE49-F238E27FC236}">
                <a16:creationId xmlns:a16="http://schemas.microsoft.com/office/drawing/2014/main" id="{D708558A-C0B1-425D-B30E-68B01AF441E5}"/>
              </a:ext>
            </a:extLst>
          </p:cNvPr>
          <p:cNvSpPr>
            <a:spLocks xmlns:a="http://schemas.openxmlformats.org/drawingml/2006/main" noGrp="1"/>
          </p:cNvSpPr>
          <p:nvPr/>
        </p:nvSpPr>
        <p:spPr>
          <a:xfrm xmlns:a="http://schemas.openxmlformats.org/drawingml/2006/main">
            <a:off x="14938058" y="10355104"/>
            <a:ext cx="356235" cy="113347"/>
          </a:xfrm>
          <a:custGeom xmlns:a="http://schemas.openxmlformats.org/drawingml/2006/main">
            <a:pathLst>
              <a:path w="356235" h="113347">
                <a:moveTo>
                  <a:pt x="0" y="56674"/>
                </a:moveTo>
                <a:lnTo>
                  <a:pt x="3422" y="67730"/>
                </a:lnTo>
                <a:lnTo>
                  <a:pt x="13558" y="78362"/>
                </a:lnTo>
                <a:lnTo>
                  <a:pt x="30018" y="88160"/>
                </a:lnTo>
                <a:lnTo>
                  <a:pt x="52169" y="96748"/>
                </a:lnTo>
                <a:lnTo>
                  <a:pt x="79161" y="103796"/>
                </a:lnTo>
                <a:lnTo>
                  <a:pt x="109955" y="109033"/>
                </a:lnTo>
                <a:lnTo>
                  <a:pt x="143368" y="112259"/>
                </a:lnTo>
                <a:lnTo>
                  <a:pt x="178118" y="113347"/>
                </a:lnTo>
                <a:lnTo>
                  <a:pt x="212867" y="112259"/>
                </a:lnTo>
                <a:lnTo>
                  <a:pt x="246280" y="109033"/>
                </a:lnTo>
                <a:lnTo>
                  <a:pt x="277074" y="103796"/>
                </a:lnTo>
                <a:lnTo>
                  <a:pt x="304066" y="96748"/>
                </a:lnTo>
                <a:lnTo>
                  <a:pt x="326217" y="88160"/>
                </a:lnTo>
                <a:lnTo>
                  <a:pt x="342677" y="78362"/>
                </a:lnTo>
                <a:lnTo>
                  <a:pt x="352813" y="67730"/>
                </a:lnTo>
                <a:lnTo>
                  <a:pt x="356235" y="56674"/>
                </a:lnTo>
                <a:lnTo>
                  <a:pt x="352813" y="45617"/>
                </a:lnTo>
                <a:lnTo>
                  <a:pt x="342677" y="34986"/>
                </a:lnTo>
                <a:lnTo>
                  <a:pt x="326217" y="25188"/>
                </a:lnTo>
                <a:lnTo>
                  <a:pt x="304066" y="16599"/>
                </a:lnTo>
                <a:lnTo>
                  <a:pt x="277074" y="9551"/>
                </a:lnTo>
                <a:lnTo>
                  <a:pt x="246280" y="4314"/>
                </a:lnTo>
                <a:lnTo>
                  <a:pt x="212867" y="1089"/>
                </a:lnTo>
                <a:lnTo>
                  <a:pt x="178118" y="0"/>
                </a:lnTo>
                <a:lnTo>
                  <a:pt x="143368" y="1089"/>
                </a:lnTo>
                <a:lnTo>
                  <a:pt x="109955" y="4314"/>
                </a:lnTo>
                <a:lnTo>
                  <a:pt x="79161" y="9551"/>
                </a:lnTo>
                <a:lnTo>
                  <a:pt x="52169" y="16599"/>
                </a:lnTo>
                <a:lnTo>
                  <a:pt x="30018" y="25188"/>
                </a:lnTo>
                <a:lnTo>
                  <a:pt x="13558" y="34986"/>
                </a:lnTo>
                <a:lnTo>
                  <a:pt x="3422" y="45617"/>
                </a:lnTo>
                <a:lnTo>
                  <a:pt x="0" y="56674"/>
                </a:lnTo>
              </a:path>
            </a:pathLst>
          </a:custGeom>
          <a:noFill xmlns:a="http://schemas.openxmlformats.org/drawingml/2006/main"/>
          <a:ln xmlns:a="http://schemas.openxmlformats.org/drawingml/2006/main" w="20241">
            <a:solidFill>
              <a:srgbClr val="465E76"/>
            </a:solidFill>
            <a:prstDash val="solid"/>
          </a:ln>
        </p:spPr>
      </p:sp>
      <p:sp>
        <p:nvSpPr>
          <p:cNvPr id="163" name="Offline line 163">
            <a:extLst xmlns:a="http://schemas.openxmlformats.org/drawingml/2006/main">
              <a:ext uri="{FF2B5EF4-FFF2-40B4-BE49-F238E27FC236}">
                <a16:creationId xmlns:a16="http://schemas.microsoft.com/office/drawing/2014/main" id="{62705005-4C9F-425D-BFA6-F3DED46C9925}"/>
              </a:ext>
            </a:extLst>
          </p:cNvPr>
          <p:cNvSpPr>
            <a:spLocks xmlns:a="http://schemas.openxmlformats.org/drawingml/2006/main" noGrp="1"/>
          </p:cNvSpPr>
          <p:nvPr/>
        </p:nvSpPr>
        <p:spPr>
          <a:xfrm xmlns:a="http://schemas.openxmlformats.org/drawingml/2006/main">
            <a:off x="14938058" y="10411778"/>
            <a:ext cx="9525" cy="242888"/>
          </a:xfrm>
          <a:custGeom xmlns:a="http://schemas.openxmlformats.org/drawingml/2006/main">
            <a:pathLst>
              <a:path w="9525" h="242888">
                <a:moveTo>
                  <a:pt x="0" y="0"/>
                </a:moveTo>
                <a:lnTo>
                  <a:pt x="0" y="242888"/>
                </a:lnTo>
              </a:path>
            </a:pathLst>
          </a:custGeom>
          <a:noFill xmlns:a="http://schemas.openxmlformats.org/drawingml/2006/main"/>
          <a:ln xmlns:a="http://schemas.openxmlformats.org/drawingml/2006/main" w="20241">
            <a:solidFill>
              <a:srgbClr val="465E76"/>
            </a:solidFill>
            <a:prstDash val="solid"/>
          </a:ln>
        </p:spPr>
      </p:sp>
      <p:sp>
        <p:nvSpPr>
          <p:cNvPr id="164" name="Offline line 164">
            <a:extLst xmlns:a="http://schemas.openxmlformats.org/drawingml/2006/main">
              <a:ext uri="{FF2B5EF4-FFF2-40B4-BE49-F238E27FC236}">
                <a16:creationId xmlns:a16="http://schemas.microsoft.com/office/drawing/2014/main" id="{66D2EAEA-3076-411C-B130-406F785FEDA4}"/>
              </a:ext>
            </a:extLst>
          </p:cNvPr>
          <p:cNvSpPr>
            <a:spLocks xmlns:a="http://schemas.openxmlformats.org/drawingml/2006/main" noGrp="1"/>
          </p:cNvSpPr>
          <p:nvPr/>
        </p:nvSpPr>
        <p:spPr>
          <a:xfrm xmlns:a="http://schemas.openxmlformats.org/drawingml/2006/main">
            <a:off x="15294293" y="10411778"/>
            <a:ext cx="9525" cy="242888"/>
          </a:xfrm>
          <a:custGeom xmlns:a="http://schemas.openxmlformats.org/drawingml/2006/main">
            <a:pathLst>
              <a:path w="9525" h="242888">
                <a:moveTo>
                  <a:pt x="0" y="0"/>
                </a:moveTo>
                <a:lnTo>
                  <a:pt x="0" y="242888"/>
                </a:lnTo>
              </a:path>
            </a:pathLst>
          </a:custGeom>
          <a:noFill xmlns:a="http://schemas.openxmlformats.org/drawingml/2006/main"/>
          <a:ln xmlns:a="http://schemas.openxmlformats.org/drawingml/2006/main" w="20241">
            <a:solidFill>
              <a:srgbClr val="465E76"/>
            </a:solidFill>
            <a:prstDash val="solid"/>
          </a:ln>
        </p:spPr>
      </p:sp>
      <p:sp>
        <p:nvSpPr>
          <p:cNvPr id="165" name="Offline line 165">
            <a:extLst xmlns:a="http://schemas.openxmlformats.org/drawingml/2006/main">
              <a:ext uri="{FF2B5EF4-FFF2-40B4-BE49-F238E27FC236}">
                <a16:creationId xmlns:a16="http://schemas.microsoft.com/office/drawing/2014/main" id="{FBAB187E-E46E-45E1-9CE4-62C6B8EF17DE}"/>
              </a:ext>
            </a:extLst>
          </p:cNvPr>
          <p:cNvSpPr>
            <a:spLocks xmlns:a="http://schemas.openxmlformats.org/drawingml/2006/main" noGrp="1"/>
          </p:cNvSpPr>
          <p:nvPr/>
        </p:nvSpPr>
        <p:spPr>
          <a:xfrm xmlns:a="http://schemas.openxmlformats.org/drawingml/2006/main">
            <a:off x="14938058" y="10654665"/>
            <a:ext cx="356235" cy="56674"/>
          </a:xfrm>
          <a:custGeom xmlns:a="http://schemas.openxmlformats.org/drawingml/2006/main">
            <a:pathLst>
              <a:path w="356235" h="56674">
                <a:moveTo>
                  <a:pt x="0" y="0"/>
                </a:moveTo>
                <a:lnTo>
                  <a:pt x="3422" y="11057"/>
                </a:lnTo>
                <a:lnTo>
                  <a:pt x="13558" y="21688"/>
                </a:lnTo>
                <a:lnTo>
                  <a:pt x="30018" y="31486"/>
                </a:lnTo>
                <a:lnTo>
                  <a:pt x="52169" y="40074"/>
                </a:lnTo>
                <a:lnTo>
                  <a:pt x="79161" y="47123"/>
                </a:lnTo>
                <a:lnTo>
                  <a:pt x="109955" y="52360"/>
                </a:lnTo>
                <a:lnTo>
                  <a:pt x="143368" y="55585"/>
                </a:lnTo>
                <a:lnTo>
                  <a:pt x="178118" y="56674"/>
                </a:lnTo>
                <a:lnTo>
                  <a:pt x="212867" y="55585"/>
                </a:lnTo>
                <a:lnTo>
                  <a:pt x="246280" y="52360"/>
                </a:lnTo>
                <a:lnTo>
                  <a:pt x="277074" y="47123"/>
                </a:lnTo>
                <a:lnTo>
                  <a:pt x="304066" y="40074"/>
                </a:lnTo>
                <a:lnTo>
                  <a:pt x="326217" y="31486"/>
                </a:lnTo>
                <a:lnTo>
                  <a:pt x="342677" y="21688"/>
                </a:lnTo>
                <a:lnTo>
                  <a:pt x="352813" y="11057"/>
                </a:lnTo>
                <a:lnTo>
                  <a:pt x="356235" y="0"/>
                </a:lnTo>
              </a:path>
            </a:pathLst>
          </a:custGeom>
          <a:noFill xmlns:a="http://schemas.openxmlformats.org/drawingml/2006/main"/>
          <a:ln xmlns:a="http://schemas.openxmlformats.org/drawingml/2006/main" w="20241">
            <a:solidFill>
              <a:srgbClr val="465E76"/>
            </a:solidFill>
            <a:prstDash val="solid"/>
          </a:ln>
        </p:spPr>
      </p:sp>
      <p:sp>
        <p:nvSpPr>
          <p:cNvPr id="166" name="Offline line 166">
            <a:extLst xmlns:a="http://schemas.openxmlformats.org/drawingml/2006/main">
              <a:ext uri="{FF2B5EF4-FFF2-40B4-BE49-F238E27FC236}">
                <a16:creationId xmlns:a16="http://schemas.microsoft.com/office/drawing/2014/main" id="{A501E181-E44B-4C18-9D23-0AA0EE2EE106}"/>
              </a:ext>
            </a:extLst>
          </p:cNvPr>
          <p:cNvSpPr>
            <a:spLocks xmlns:a="http://schemas.openxmlformats.org/drawingml/2006/main" noGrp="1"/>
          </p:cNvSpPr>
          <p:nvPr/>
        </p:nvSpPr>
        <p:spPr>
          <a:xfrm xmlns:a="http://schemas.openxmlformats.org/drawingml/2006/main">
            <a:off x="14938058" y="10533221"/>
            <a:ext cx="356235" cy="56674"/>
          </a:xfrm>
          <a:custGeom xmlns:a="http://schemas.openxmlformats.org/drawingml/2006/main">
            <a:pathLst>
              <a:path w="356235" h="56674">
                <a:moveTo>
                  <a:pt x="0" y="0"/>
                </a:moveTo>
                <a:lnTo>
                  <a:pt x="3422" y="11057"/>
                </a:lnTo>
                <a:lnTo>
                  <a:pt x="13558" y="21688"/>
                </a:lnTo>
                <a:lnTo>
                  <a:pt x="30018" y="31486"/>
                </a:lnTo>
                <a:lnTo>
                  <a:pt x="52169" y="40074"/>
                </a:lnTo>
                <a:lnTo>
                  <a:pt x="79161" y="47123"/>
                </a:lnTo>
                <a:lnTo>
                  <a:pt x="109955" y="52360"/>
                </a:lnTo>
                <a:lnTo>
                  <a:pt x="143368" y="55585"/>
                </a:lnTo>
                <a:lnTo>
                  <a:pt x="178118" y="56674"/>
                </a:lnTo>
                <a:lnTo>
                  <a:pt x="212867" y="55585"/>
                </a:lnTo>
                <a:lnTo>
                  <a:pt x="246280" y="52360"/>
                </a:lnTo>
                <a:lnTo>
                  <a:pt x="277074" y="47123"/>
                </a:lnTo>
                <a:lnTo>
                  <a:pt x="304066" y="40074"/>
                </a:lnTo>
                <a:lnTo>
                  <a:pt x="326217" y="31486"/>
                </a:lnTo>
                <a:lnTo>
                  <a:pt x="342677" y="21688"/>
                </a:lnTo>
                <a:lnTo>
                  <a:pt x="352813" y="11057"/>
                </a:lnTo>
                <a:lnTo>
                  <a:pt x="356235" y="0"/>
                </a:lnTo>
              </a:path>
            </a:pathLst>
          </a:custGeom>
          <a:noFill xmlns:a="http://schemas.openxmlformats.org/drawingml/2006/main"/>
          <a:ln xmlns:a="http://schemas.openxmlformats.org/drawingml/2006/main" w="20241">
            <a:solidFill>
              <a:srgbClr val="465E76"/>
            </a:solidFill>
            <a:prstDash val="solid"/>
          </a:ln>
        </p:spPr>
      </p:sp>
      <p:sp>
        <p:nvSpPr>
          <p:cNvPr id="167" name="Offline text 167: Data sources">
            <a:extLst xmlns:a="http://schemas.openxmlformats.org/drawingml/2006/main">
              <a:ext uri="{FF2B5EF4-FFF2-40B4-BE49-F238E27FC236}">
                <a16:creationId xmlns:a16="http://schemas.microsoft.com/office/drawing/2014/main" id="{0006A4D7-A0D3-4CEE-8284-7F667626970B}"/>
              </a:ext>
            </a:extLst>
          </p:cNvPr>
          <p:cNvSpPr>
            <a:spLocks xmlns:a="http://schemas.openxmlformats.org/drawingml/2006/main" noGrp="1"/>
          </p:cNvSpPr>
          <p:nvPr/>
        </p:nvSpPr>
        <p:spPr>
          <a:xfrm xmlns:a="http://schemas.openxmlformats.org/drawingml/2006/main">
            <a:off x="15563850" y="10234803"/>
            <a:ext cx="1783842"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213247"/>
                </a:solidFill>
                <a:latin typeface="Arial"/>
                <a:ea typeface="Arial"/>
                <a:cs typeface="Arial"/>
              </a:defRPr>
            </a:pPr>
            <a:r>
              <a:rPr sz="2100" b="1">
                <a:solidFill>
                  <a:srgbClr val="213247"/>
                </a:solidFill>
                <a:latin typeface="Arial"/>
                <a:ea typeface="Arial"/>
                <a:cs typeface="Arial"/>
              </a:rPr>
              <a:t>Data sources</a:t>
            </a:r>
          </a:p>
        </p:txBody>
      </p:sp>
      <p:sp>
        <p:nvSpPr>
          <p:cNvPr id="168" name="Offline text 168: Frozen cell, coverage and KPI data">
            <a:extLst xmlns:a="http://schemas.openxmlformats.org/drawingml/2006/main">
              <a:ext uri="{FF2B5EF4-FFF2-40B4-BE49-F238E27FC236}">
                <a16:creationId xmlns:a16="http://schemas.microsoft.com/office/drawing/2014/main" id="{6688E1C9-CE42-48F0-8267-A6CF7B44A97D}"/>
              </a:ext>
            </a:extLst>
          </p:cNvPr>
          <p:cNvSpPr>
            <a:spLocks xmlns:a="http://schemas.openxmlformats.org/drawingml/2006/main" noGrp="1"/>
          </p:cNvSpPr>
          <p:nvPr/>
        </p:nvSpPr>
        <p:spPr>
          <a:xfrm xmlns:a="http://schemas.openxmlformats.org/drawingml/2006/main">
            <a:off x="15563850" y="10590752"/>
            <a:ext cx="3216488"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9697A"/>
                </a:solidFill>
                <a:latin typeface="Arial"/>
                <a:ea typeface="Arial"/>
                <a:cs typeface="Arial"/>
              </a:defRPr>
            </a:pPr>
            <a:r>
              <a:rPr sz="1575" b="0">
                <a:solidFill>
                  <a:srgbClr val="59697A"/>
                </a:solidFill>
                <a:latin typeface="Arial"/>
                <a:ea typeface="Arial"/>
                <a:cs typeface="Arial"/>
              </a:rPr>
              <a:t>Frozen cell, coverage and KPI data</a:t>
            </a:r>
          </a:p>
        </p:txBody>
      </p:sp>
      <p:sp>
        <p:nvSpPr>
          <p:cNvPr id="169" name="Offline text 169: Frozen OSM geometry">
            <a:extLst xmlns:a="http://schemas.openxmlformats.org/drawingml/2006/main">
              <a:ext uri="{FF2B5EF4-FFF2-40B4-BE49-F238E27FC236}">
                <a16:creationId xmlns:a16="http://schemas.microsoft.com/office/drawing/2014/main" id="{7C2FCFB1-3AA6-44E5-A413-B98DD0EB015B}"/>
              </a:ext>
            </a:extLst>
          </p:cNvPr>
          <p:cNvSpPr>
            <a:spLocks xmlns:a="http://schemas.openxmlformats.org/drawingml/2006/main" noGrp="1"/>
          </p:cNvSpPr>
          <p:nvPr/>
        </p:nvSpPr>
        <p:spPr>
          <a:xfrm xmlns:a="http://schemas.openxmlformats.org/drawingml/2006/main">
            <a:off x="15563850" y="10838402"/>
            <a:ext cx="2131352"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9697A"/>
                </a:solidFill>
                <a:latin typeface="Arial"/>
                <a:ea typeface="Arial"/>
                <a:cs typeface="Arial"/>
              </a:defRPr>
            </a:pPr>
            <a:r>
              <a:rPr sz="1575" b="0">
                <a:solidFill>
                  <a:srgbClr val="59697A"/>
                </a:solidFill>
                <a:latin typeface="Arial"/>
                <a:ea typeface="Arial"/>
                <a:cs typeface="Arial"/>
              </a:rPr>
              <a:t>Frozen OSM geometry</a:t>
            </a:r>
          </a:p>
        </p:txBody>
      </p:sp>
      <p:sp>
        <p:nvSpPr>
          <p:cNvPr id="170" name="Offline line 170">
            <a:extLst xmlns:a="http://schemas.openxmlformats.org/drawingml/2006/main">
              <a:ext uri="{FF2B5EF4-FFF2-40B4-BE49-F238E27FC236}">
                <a16:creationId xmlns:a16="http://schemas.microsoft.com/office/drawing/2014/main" id="{AA789B8A-BEE6-4098-A3E7-A03B521ACF15}"/>
              </a:ext>
            </a:extLst>
          </p:cNvPr>
          <p:cNvSpPr>
            <a:spLocks xmlns:a="http://schemas.openxmlformats.org/drawingml/2006/main" noGrp="1"/>
          </p:cNvSpPr>
          <p:nvPr/>
        </p:nvSpPr>
        <p:spPr>
          <a:xfrm xmlns:a="http://schemas.openxmlformats.org/drawingml/2006/main">
            <a:off x="8286750" y="8382000"/>
            <a:ext cx="9525" cy="1714500"/>
          </a:xfrm>
          <a:custGeom xmlns:a="http://schemas.openxmlformats.org/drawingml/2006/main">
            <a:pathLst>
              <a:path w="9525" h="1714500">
                <a:moveTo>
                  <a:pt x="0" y="0"/>
                </a:moveTo>
                <a:lnTo>
                  <a:pt x="0" y="1714500"/>
                </a:lnTo>
              </a:path>
            </a:pathLst>
          </a:custGeom>
          <a:noFill xmlns:a="http://schemas.openxmlformats.org/drawingml/2006/main"/>
          <a:ln xmlns:a="http://schemas.openxmlformats.org/drawingml/2006/main" w="26670">
            <a:solidFill>
              <a:srgbClr val="4D8F78"/>
            </a:solidFill>
            <a:prstDash val="solid"/>
          </a:ln>
        </p:spPr>
      </p:sp>
      <p:sp>
        <p:nvSpPr>
          <p:cNvPr id="171" name="Offline polygon 171">
            <a:extLst xmlns:a="http://schemas.openxmlformats.org/drawingml/2006/main">
              <a:ext uri="{FF2B5EF4-FFF2-40B4-BE49-F238E27FC236}">
                <a16:creationId xmlns:a16="http://schemas.microsoft.com/office/drawing/2014/main" id="{6676BAD2-024C-4F88-A527-42283D114522}"/>
              </a:ext>
            </a:extLst>
          </p:cNvPr>
          <p:cNvSpPr>
            <a:spLocks xmlns:a="http://schemas.openxmlformats.org/drawingml/2006/main" noGrp="1"/>
          </p:cNvSpPr>
          <p:nvPr/>
        </p:nvSpPr>
        <p:spPr>
          <a:xfrm xmlns:a="http://schemas.openxmlformats.org/drawingml/2006/main">
            <a:off x="8239125" y="9991725"/>
            <a:ext cx="95250" cy="104775"/>
          </a:xfrm>
          <a:custGeom xmlns:a="http://schemas.openxmlformats.org/drawingml/2006/main">
            <a:pathLst>
              <a:path w="95250" h="104775">
                <a:moveTo>
                  <a:pt x="47625" y="104775"/>
                </a:moveTo>
                <a:lnTo>
                  <a:pt x="95250" y="0"/>
                </a:lnTo>
                <a:lnTo>
                  <a:pt x="0" y="0"/>
                </a:lnTo>
                <a:close/>
              </a:path>
            </a:pathLst>
          </a:custGeom>
          <a:solidFill xmlns:a="http://schemas.openxmlformats.org/drawingml/2006/main">
            <a:srgbClr val="4D8F78"/>
          </a:solidFill>
          <a:ln xmlns:a="http://schemas.openxmlformats.org/drawingml/2006/main" w="0">
            <a:noFill/>
          </a:ln>
        </p:spPr>
      </p:sp>
      <p:sp>
        <p:nvSpPr>
          <p:cNvPr id="172" name="Offline text 172: Call + args">
            <a:extLst xmlns:a="http://schemas.openxmlformats.org/drawingml/2006/main">
              <a:ext uri="{FF2B5EF4-FFF2-40B4-BE49-F238E27FC236}">
                <a16:creationId xmlns:a16="http://schemas.microsoft.com/office/drawing/2014/main" id="{D796D201-85B3-4FF6-BC83-BC925B14DE52}"/>
              </a:ext>
            </a:extLst>
          </p:cNvPr>
          <p:cNvSpPr>
            <a:spLocks xmlns:a="http://schemas.openxmlformats.org/drawingml/2006/main" noGrp="1"/>
          </p:cNvSpPr>
          <p:nvPr/>
        </p:nvSpPr>
        <p:spPr>
          <a:xfrm xmlns:a="http://schemas.openxmlformats.org/drawingml/2006/main">
            <a:off x="7066883" y="9456420"/>
            <a:ext cx="103003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28664F"/>
                </a:solidFill>
                <a:latin typeface="Arial"/>
                <a:ea typeface="Arial"/>
                <a:cs typeface="Arial"/>
              </a:defRPr>
            </a:pPr>
            <a:r>
              <a:rPr sz="1500" b="0">
                <a:solidFill>
                  <a:srgbClr val="28664F"/>
                </a:solidFill>
                <a:latin typeface="Arial"/>
                <a:ea typeface="Arial"/>
                <a:cs typeface="Arial"/>
              </a:rPr>
              <a:t>Call + args</a:t>
            </a:r>
          </a:p>
        </p:txBody>
      </p:sp>
      <p:sp>
        <p:nvSpPr>
          <p:cNvPr id="173" name="Offline line 173">
            <a:extLst xmlns:a="http://schemas.openxmlformats.org/drawingml/2006/main">
              <a:ext uri="{FF2B5EF4-FFF2-40B4-BE49-F238E27FC236}">
                <a16:creationId xmlns:a16="http://schemas.microsoft.com/office/drawing/2014/main" id="{E5CECB84-9112-4201-8468-F59AE6E5FCDE}"/>
              </a:ext>
            </a:extLst>
          </p:cNvPr>
          <p:cNvSpPr>
            <a:spLocks xmlns:a="http://schemas.openxmlformats.org/drawingml/2006/main" noGrp="1"/>
          </p:cNvSpPr>
          <p:nvPr/>
        </p:nvSpPr>
        <p:spPr>
          <a:xfrm xmlns:a="http://schemas.openxmlformats.org/drawingml/2006/main">
            <a:off x="9429750" y="8382000"/>
            <a:ext cx="9525" cy="1714500"/>
          </a:xfrm>
          <a:custGeom xmlns:a="http://schemas.openxmlformats.org/drawingml/2006/main">
            <a:pathLst>
              <a:path w="9525" h="1714500">
                <a:moveTo>
                  <a:pt x="0" y="1714500"/>
                </a:moveTo>
                <a:lnTo>
                  <a:pt x="0" y="0"/>
                </a:lnTo>
              </a:path>
            </a:pathLst>
          </a:custGeom>
          <a:noFill xmlns:a="http://schemas.openxmlformats.org/drawingml/2006/main"/>
          <a:ln xmlns:a="http://schemas.openxmlformats.org/drawingml/2006/main" w="26670">
            <a:solidFill>
              <a:srgbClr val="4D8F78"/>
            </a:solidFill>
            <a:prstDash val="solid"/>
          </a:ln>
        </p:spPr>
      </p:sp>
      <p:sp>
        <p:nvSpPr>
          <p:cNvPr id="174" name="Offline polygon 174">
            <a:extLst xmlns:a="http://schemas.openxmlformats.org/drawingml/2006/main">
              <a:ext uri="{FF2B5EF4-FFF2-40B4-BE49-F238E27FC236}">
                <a16:creationId xmlns:a16="http://schemas.microsoft.com/office/drawing/2014/main" id="{07093210-F87D-42C4-840F-C14E47F2895B}"/>
              </a:ext>
            </a:extLst>
          </p:cNvPr>
          <p:cNvSpPr>
            <a:spLocks xmlns:a="http://schemas.openxmlformats.org/drawingml/2006/main" noGrp="1"/>
          </p:cNvSpPr>
          <p:nvPr/>
        </p:nvSpPr>
        <p:spPr>
          <a:xfrm xmlns:a="http://schemas.openxmlformats.org/drawingml/2006/main">
            <a:off x="9382125" y="8382000"/>
            <a:ext cx="95250" cy="104775"/>
          </a:xfrm>
          <a:custGeom xmlns:a="http://schemas.openxmlformats.org/drawingml/2006/main">
            <a:pathLst>
              <a:path w="95250" h="104775">
                <a:moveTo>
                  <a:pt x="47625" y="0"/>
                </a:moveTo>
                <a:lnTo>
                  <a:pt x="0" y="104775"/>
                </a:lnTo>
                <a:lnTo>
                  <a:pt x="95250" y="104775"/>
                </a:lnTo>
                <a:close/>
              </a:path>
            </a:pathLst>
          </a:custGeom>
          <a:solidFill xmlns:a="http://schemas.openxmlformats.org/drawingml/2006/main">
            <a:srgbClr val="4D8F78"/>
          </a:solidFill>
          <a:ln xmlns:a="http://schemas.openxmlformats.org/drawingml/2006/main" w="0">
            <a:noFill/>
          </a:ln>
        </p:spPr>
      </p:sp>
      <p:sp>
        <p:nvSpPr>
          <p:cNvPr id="175" name="Offline text 175: Result / error">
            <a:extLst xmlns:a="http://schemas.openxmlformats.org/drawingml/2006/main">
              <a:ext uri="{FF2B5EF4-FFF2-40B4-BE49-F238E27FC236}">
                <a16:creationId xmlns:a16="http://schemas.microsoft.com/office/drawing/2014/main" id="{E44B7C71-5673-4C16-AFC1-5A8BAB92CFBE}"/>
              </a:ext>
            </a:extLst>
          </p:cNvPr>
          <p:cNvSpPr>
            <a:spLocks xmlns:a="http://schemas.openxmlformats.org/drawingml/2006/main" noGrp="1"/>
          </p:cNvSpPr>
          <p:nvPr/>
        </p:nvSpPr>
        <p:spPr>
          <a:xfrm xmlns:a="http://schemas.openxmlformats.org/drawingml/2006/main">
            <a:off x="9641300" y="9456420"/>
            <a:ext cx="1215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28664F"/>
                </a:solidFill>
                <a:latin typeface="Arial"/>
                <a:ea typeface="Arial"/>
                <a:cs typeface="Arial"/>
              </a:defRPr>
            </a:pPr>
            <a:r>
              <a:rPr sz="1500" b="0">
                <a:solidFill>
                  <a:srgbClr val="28664F"/>
                </a:solidFill>
                <a:latin typeface="Arial"/>
                <a:ea typeface="Arial"/>
                <a:cs typeface="Arial"/>
              </a:rPr>
              <a:t>Result / error</a:t>
            </a:r>
          </a:p>
        </p:txBody>
      </p:sp>
      <p:sp>
        <p:nvSpPr>
          <p:cNvPr id="176" name="Offline line 176">
            <a:extLst xmlns:a="http://schemas.openxmlformats.org/drawingml/2006/main">
              <a:ext uri="{FF2B5EF4-FFF2-40B4-BE49-F238E27FC236}">
                <a16:creationId xmlns:a16="http://schemas.microsoft.com/office/drawing/2014/main" id="{856A27D6-1381-41E7-925A-B4594363450B}"/>
              </a:ext>
            </a:extLst>
          </p:cNvPr>
          <p:cNvSpPr>
            <a:spLocks xmlns:a="http://schemas.openxmlformats.org/drawingml/2006/main" noGrp="1"/>
          </p:cNvSpPr>
          <p:nvPr/>
        </p:nvSpPr>
        <p:spPr>
          <a:xfrm xmlns:a="http://schemas.openxmlformats.org/drawingml/2006/main">
            <a:off x="12096750" y="10448925"/>
            <a:ext cx="2571750" cy="9525"/>
          </a:xfrm>
          <a:custGeom xmlns:a="http://schemas.openxmlformats.org/drawingml/2006/main">
            <a:pathLst>
              <a:path w="2571750" h="9525">
                <a:moveTo>
                  <a:pt x="0" y="0"/>
                </a:moveTo>
                <a:lnTo>
                  <a:pt x="2571750" y="0"/>
                </a:lnTo>
              </a:path>
            </a:pathLst>
          </a:custGeom>
          <a:noFill xmlns:a="http://schemas.openxmlformats.org/drawingml/2006/main"/>
          <a:ln xmlns:a="http://schemas.openxmlformats.org/drawingml/2006/main" w="23813">
            <a:solidFill>
              <a:srgbClr val="4D8F78"/>
            </a:solidFill>
            <a:prstDash val="solid"/>
          </a:ln>
        </p:spPr>
      </p:sp>
      <p:sp>
        <p:nvSpPr>
          <p:cNvPr id="177" name="Offline polygon 177">
            <a:extLst xmlns:a="http://schemas.openxmlformats.org/drawingml/2006/main">
              <a:ext uri="{FF2B5EF4-FFF2-40B4-BE49-F238E27FC236}">
                <a16:creationId xmlns:a16="http://schemas.microsoft.com/office/drawing/2014/main" id="{1727FBC9-5395-4DE0-A0F8-437F66392F19}"/>
              </a:ext>
            </a:extLst>
          </p:cNvPr>
          <p:cNvSpPr>
            <a:spLocks xmlns:a="http://schemas.openxmlformats.org/drawingml/2006/main" noGrp="1"/>
          </p:cNvSpPr>
          <p:nvPr/>
        </p:nvSpPr>
        <p:spPr>
          <a:xfrm xmlns:a="http://schemas.openxmlformats.org/drawingml/2006/main">
            <a:off x="14563725" y="10401300"/>
            <a:ext cx="104775" cy="95250"/>
          </a:xfrm>
          <a:custGeom xmlns:a="http://schemas.openxmlformats.org/drawingml/2006/main">
            <a:pathLst>
              <a:path w="104775" h="95250">
                <a:moveTo>
                  <a:pt x="104775" y="47625"/>
                </a:moveTo>
                <a:lnTo>
                  <a:pt x="0" y="0"/>
                </a:lnTo>
                <a:lnTo>
                  <a:pt x="0" y="95250"/>
                </a:lnTo>
                <a:close/>
              </a:path>
            </a:pathLst>
          </a:custGeom>
          <a:solidFill xmlns:a="http://schemas.openxmlformats.org/drawingml/2006/main">
            <a:srgbClr val="4D8F78"/>
          </a:solidFill>
          <a:ln xmlns:a="http://schemas.openxmlformats.org/drawingml/2006/main" w="0">
            <a:noFill/>
          </a:ln>
        </p:spPr>
      </p:sp>
      <p:sp>
        <p:nvSpPr>
          <p:cNvPr id="178" name="Offline text 178: Query">
            <a:extLst xmlns:a="http://schemas.openxmlformats.org/drawingml/2006/main">
              <a:ext uri="{FF2B5EF4-FFF2-40B4-BE49-F238E27FC236}">
                <a16:creationId xmlns:a16="http://schemas.microsoft.com/office/drawing/2014/main" id="{7324CBDF-6D73-4556-84C8-09CB6FE23086}"/>
              </a:ext>
            </a:extLst>
          </p:cNvPr>
          <p:cNvSpPr>
            <a:spLocks xmlns:a="http://schemas.openxmlformats.org/drawingml/2006/main" noGrp="1"/>
          </p:cNvSpPr>
          <p:nvPr/>
        </p:nvSpPr>
        <p:spPr>
          <a:xfrm xmlns:a="http://schemas.openxmlformats.org/drawingml/2006/main">
            <a:off x="13063252" y="10123170"/>
            <a:ext cx="638747"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28664F"/>
                </a:solidFill>
                <a:latin typeface="Arial"/>
                <a:ea typeface="Arial"/>
                <a:cs typeface="Arial"/>
              </a:defRPr>
            </a:pPr>
            <a:r>
              <a:rPr sz="1500" b="0">
                <a:solidFill>
                  <a:srgbClr val="28664F"/>
                </a:solidFill>
                <a:latin typeface="Arial"/>
                <a:ea typeface="Arial"/>
                <a:cs typeface="Arial"/>
              </a:rPr>
              <a:t>Query</a:t>
            </a:r>
          </a:p>
        </p:txBody>
      </p:sp>
      <p:sp>
        <p:nvSpPr>
          <p:cNvPr id="179" name="Offline line 179">
            <a:extLst xmlns:a="http://schemas.openxmlformats.org/drawingml/2006/main">
              <a:ext uri="{FF2B5EF4-FFF2-40B4-BE49-F238E27FC236}">
                <a16:creationId xmlns:a16="http://schemas.microsoft.com/office/drawing/2014/main" id="{3B393FA7-8296-4CE9-9CF4-8D7921B123B2}"/>
              </a:ext>
            </a:extLst>
          </p:cNvPr>
          <p:cNvSpPr>
            <a:spLocks xmlns:a="http://schemas.openxmlformats.org/drawingml/2006/main" noGrp="1"/>
          </p:cNvSpPr>
          <p:nvPr/>
        </p:nvSpPr>
        <p:spPr>
          <a:xfrm xmlns:a="http://schemas.openxmlformats.org/drawingml/2006/main">
            <a:off x="12096750" y="10925175"/>
            <a:ext cx="2571750" cy="9525"/>
          </a:xfrm>
          <a:custGeom xmlns:a="http://schemas.openxmlformats.org/drawingml/2006/main">
            <a:pathLst>
              <a:path w="2571750" h="9525">
                <a:moveTo>
                  <a:pt x="2571750" y="0"/>
                </a:moveTo>
                <a:lnTo>
                  <a:pt x="0" y="0"/>
                </a:lnTo>
              </a:path>
            </a:pathLst>
          </a:custGeom>
          <a:noFill xmlns:a="http://schemas.openxmlformats.org/drawingml/2006/main"/>
          <a:ln xmlns:a="http://schemas.openxmlformats.org/drawingml/2006/main" w="23813">
            <a:solidFill>
              <a:srgbClr val="4D8F78"/>
            </a:solidFill>
            <a:prstDash val="solid"/>
          </a:ln>
        </p:spPr>
      </p:sp>
      <p:sp>
        <p:nvSpPr>
          <p:cNvPr id="180" name="Offline polygon 180">
            <a:extLst xmlns:a="http://schemas.openxmlformats.org/drawingml/2006/main">
              <a:ext uri="{FF2B5EF4-FFF2-40B4-BE49-F238E27FC236}">
                <a16:creationId xmlns:a16="http://schemas.microsoft.com/office/drawing/2014/main" id="{4D9A09C2-7BE3-493F-B030-1445B1F3ED5D}"/>
              </a:ext>
            </a:extLst>
          </p:cNvPr>
          <p:cNvSpPr>
            <a:spLocks xmlns:a="http://schemas.openxmlformats.org/drawingml/2006/main" noGrp="1"/>
          </p:cNvSpPr>
          <p:nvPr/>
        </p:nvSpPr>
        <p:spPr>
          <a:xfrm xmlns:a="http://schemas.openxmlformats.org/drawingml/2006/main">
            <a:off x="12096750" y="10877550"/>
            <a:ext cx="104775" cy="95250"/>
          </a:xfrm>
          <a:custGeom xmlns:a="http://schemas.openxmlformats.org/drawingml/2006/main">
            <a:pathLst>
              <a:path w="104775" h="95250">
                <a:moveTo>
                  <a:pt x="0" y="47625"/>
                </a:moveTo>
                <a:lnTo>
                  <a:pt x="104775" y="95250"/>
                </a:lnTo>
                <a:lnTo>
                  <a:pt x="104775" y="0"/>
                </a:lnTo>
                <a:close/>
              </a:path>
            </a:pathLst>
          </a:custGeom>
          <a:solidFill xmlns:a="http://schemas.openxmlformats.org/drawingml/2006/main">
            <a:srgbClr val="4D8F78"/>
          </a:solidFill>
          <a:ln xmlns:a="http://schemas.openxmlformats.org/drawingml/2006/main" w="0">
            <a:noFill/>
          </a:ln>
        </p:spPr>
      </p:sp>
      <p:sp>
        <p:nvSpPr>
          <p:cNvPr id="181" name="Offline text 181: Records">
            <a:extLst xmlns:a="http://schemas.openxmlformats.org/drawingml/2006/main">
              <a:ext uri="{FF2B5EF4-FFF2-40B4-BE49-F238E27FC236}">
                <a16:creationId xmlns:a16="http://schemas.microsoft.com/office/drawing/2014/main" id="{574B2823-65EB-4A1C-9910-9D204480B2F1}"/>
              </a:ext>
            </a:extLst>
          </p:cNvPr>
          <p:cNvSpPr>
            <a:spLocks xmlns:a="http://schemas.openxmlformats.org/drawingml/2006/main" noGrp="1"/>
          </p:cNvSpPr>
          <p:nvPr/>
        </p:nvSpPr>
        <p:spPr>
          <a:xfrm xmlns:a="http://schemas.openxmlformats.org/drawingml/2006/main">
            <a:off x="12970859" y="10599420"/>
            <a:ext cx="82353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28664F"/>
                </a:solidFill>
                <a:latin typeface="Arial"/>
                <a:ea typeface="Arial"/>
                <a:cs typeface="Arial"/>
              </a:defRPr>
            </a:pPr>
            <a:r>
              <a:rPr sz="1500" b="0">
                <a:solidFill>
                  <a:srgbClr val="28664F"/>
                </a:solidFill>
                <a:latin typeface="Arial"/>
                <a:ea typeface="Arial"/>
                <a:cs typeface="Arial"/>
              </a:rPr>
              <a:t>Records</a:t>
            </a:r>
          </a:p>
        </p:txBody>
      </p:sp>
      <p:sp>
        <p:nvSpPr>
          <p:cNvPr id="182" name="Offline module 182">
            <a:extLst xmlns:a="http://schemas.openxmlformats.org/drawingml/2006/main">
              <a:ext uri="{FF2B5EF4-FFF2-40B4-BE49-F238E27FC236}">
                <a16:creationId xmlns:a16="http://schemas.microsoft.com/office/drawing/2014/main" id="{33E5CC6B-927A-48E2-80C7-1EF19ADD04D5}"/>
              </a:ext>
            </a:extLst>
          </p:cNvPr>
          <p:cNvSpPr>
            <a:spLocks xmlns:a="http://schemas.openxmlformats.org/drawingml/2006/main" noGrp="1"/>
          </p:cNvSpPr>
          <p:nvPr/>
        </p:nvSpPr>
        <p:spPr>
          <a:xfrm xmlns:a="http://schemas.openxmlformats.org/drawingml/2006/main">
            <a:off x="3095625" y="11572875"/>
            <a:ext cx="19097625" cy="2190750"/>
          </a:xfrm>
          <a:prstGeom xmlns:a="http://schemas.openxmlformats.org/drawingml/2006/main" prst="roundRect">
            <a:avLst>
              <a:gd name="adj" fmla="val 3913"/>
            </a:avLst>
          </a:prstGeom>
          <a:solidFill xmlns:a="http://schemas.openxmlformats.org/drawingml/2006/main">
            <a:srgbClr val="F8EEF4"/>
          </a:solidFill>
          <a:ln xmlns:a="http://schemas.openxmlformats.org/drawingml/2006/main" w="20955">
            <a:solidFill>
              <a:srgbClr val="DABACD"/>
            </a:solidFill>
            <a:prstDash val="solid"/>
          </a:ln>
        </p:spPr>
      </p:sp>
      <p:sp>
        <p:nvSpPr>
          <p:cNvPr id="183" name="Offline text 183: Evaluation and tuning">
            <a:extLst xmlns:a="http://schemas.openxmlformats.org/drawingml/2006/main">
              <a:ext uri="{FF2B5EF4-FFF2-40B4-BE49-F238E27FC236}">
                <a16:creationId xmlns:a16="http://schemas.microsoft.com/office/drawing/2014/main" id="{4BD61F97-964C-4062-B53A-18F109A52E9A}"/>
              </a:ext>
            </a:extLst>
          </p:cNvPr>
          <p:cNvSpPr>
            <a:spLocks xmlns:a="http://schemas.openxmlformats.org/drawingml/2006/main" noGrp="1"/>
          </p:cNvSpPr>
          <p:nvPr/>
        </p:nvSpPr>
        <p:spPr>
          <a:xfrm xmlns:a="http://schemas.openxmlformats.org/drawingml/2006/main">
            <a:off x="9603572" y="11672221"/>
            <a:ext cx="2795607" cy="347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1">
                <a:solidFill>
                  <a:srgbClr val="9D6586"/>
                </a:solidFill>
                <a:latin typeface="Arial"/>
                <a:ea typeface="Arial"/>
                <a:cs typeface="Arial"/>
              </a:defRPr>
            </a:pPr>
            <a:r>
              <a:rPr sz="2025" b="1">
                <a:solidFill>
                  <a:srgbClr val="9D6586"/>
                </a:solidFill>
                <a:latin typeface="Arial"/>
                <a:ea typeface="Arial"/>
                <a:cs typeface="Arial"/>
              </a:rPr>
              <a:t>Evaluation and tuning</a:t>
            </a:r>
          </a:p>
        </p:txBody>
      </p:sp>
      <p:sp>
        <p:nvSpPr>
          <p:cNvPr id="184" name="Offline module 184">
            <a:extLst xmlns:a="http://schemas.openxmlformats.org/drawingml/2006/main">
              <a:ext uri="{FF2B5EF4-FFF2-40B4-BE49-F238E27FC236}">
                <a16:creationId xmlns:a16="http://schemas.microsoft.com/office/drawing/2014/main" id="{251410CC-0EE7-4752-B039-D42D5914DD42}"/>
              </a:ext>
            </a:extLst>
          </p:cNvPr>
          <p:cNvSpPr>
            <a:spLocks xmlns:a="http://schemas.openxmlformats.org/drawingml/2006/main" noGrp="1"/>
          </p:cNvSpPr>
          <p:nvPr/>
        </p:nvSpPr>
        <p:spPr>
          <a:xfrm xmlns:a="http://schemas.openxmlformats.org/drawingml/2006/main">
            <a:off x="4381500" y="12192000"/>
            <a:ext cx="4857750" cy="1333500"/>
          </a:xfrm>
          <a:prstGeom xmlns:a="http://schemas.openxmlformats.org/drawingml/2006/main" prst="roundRect">
            <a:avLst>
              <a:gd name="adj" fmla="val 3571"/>
            </a:avLst>
          </a:prstGeom>
          <a:solidFill xmlns:a="http://schemas.openxmlformats.org/drawingml/2006/main">
            <a:srgbClr val="FFFFFF"/>
          </a:solidFill>
          <a:ln xmlns:a="http://schemas.openxmlformats.org/drawingml/2006/main" w="19050">
            <a:solidFill>
              <a:srgbClr val="DABACD"/>
            </a:solidFill>
            <a:prstDash val="solid"/>
          </a:ln>
        </p:spPr>
      </p:sp>
      <p:sp>
        <p:nvSpPr>
          <p:cNvPr id="185" name="Offline text 185: Updated components">
            <a:extLst xmlns:a="http://schemas.openxmlformats.org/drawingml/2006/main">
              <a:ext uri="{FF2B5EF4-FFF2-40B4-BE49-F238E27FC236}">
                <a16:creationId xmlns:a16="http://schemas.microsoft.com/office/drawing/2014/main" id="{F51E3F0F-33A3-4493-A25F-5CB81715BBD6}"/>
              </a:ext>
            </a:extLst>
          </p:cNvPr>
          <p:cNvSpPr>
            <a:spLocks xmlns:a="http://schemas.openxmlformats.org/drawingml/2006/main" noGrp="1"/>
          </p:cNvSpPr>
          <p:nvPr/>
        </p:nvSpPr>
        <p:spPr>
          <a:xfrm xmlns:a="http://schemas.openxmlformats.org/drawingml/2006/main">
            <a:off x="4619625" y="12279249"/>
            <a:ext cx="2451278"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9D6586"/>
                </a:solidFill>
                <a:latin typeface="Arial"/>
                <a:ea typeface="Arial"/>
                <a:cs typeface="Arial"/>
              </a:defRPr>
            </a:pPr>
            <a:r>
              <a:rPr sz="1800" b="1">
                <a:solidFill>
                  <a:srgbClr val="9D6586"/>
                </a:solidFill>
                <a:latin typeface="Arial"/>
                <a:ea typeface="Arial"/>
                <a:cs typeface="Arial"/>
              </a:rPr>
              <a:t>Updated components</a:t>
            </a:r>
          </a:p>
        </p:txBody>
      </p:sp>
      <p:sp>
        <p:nvSpPr>
          <p:cNvPr id="186" name="Offline text 186: Fixed skill">
            <a:extLst xmlns:a="http://schemas.openxmlformats.org/drawingml/2006/main">
              <a:ext uri="{FF2B5EF4-FFF2-40B4-BE49-F238E27FC236}">
                <a16:creationId xmlns:a16="http://schemas.microsoft.com/office/drawing/2014/main" id="{A750BC87-ED76-4A71-A0FE-13F644A6F2C0}"/>
              </a:ext>
            </a:extLst>
          </p:cNvPr>
          <p:cNvSpPr>
            <a:spLocks xmlns:a="http://schemas.openxmlformats.org/drawingml/2006/main" noGrp="1"/>
          </p:cNvSpPr>
          <p:nvPr/>
        </p:nvSpPr>
        <p:spPr>
          <a:xfrm xmlns:a="http://schemas.openxmlformats.org/drawingml/2006/main">
            <a:off x="4619625" y="12601385"/>
            <a:ext cx="1027728" cy="2828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213247"/>
                </a:solidFill>
                <a:latin typeface="Arial"/>
                <a:ea typeface="Arial"/>
                <a:cs typeface="Arial"/>
              </a:defRPr>
            </a:pPr>
            <a:r>
              <a:rPr sz="1650" b="0">
                <a:solidFill>
                  <a:srgbClr val="213247"/>
                </a:solidFill>
                <a:latin typeface="Arial"/>
                <a:ea typeface="Arial"/>
                <a:cs typeface="Arial"/>
              </a:rPr>
              <a:t>Fixed skill</a:t>
            </a:r>
          </a:p>
        </p:txBody>
      </p:sp>
      <p:sp>
        <p:nvSpPr>
          <p:cNvPr id="187" name="Offline text 187: Completion check">
            <a:extLst xmlns:a="http://schemas.openxmlformats.org/drawingml/2006/main">
              <a:ext uri="{FF2B5EF4-FFF2-40B4-BE49-F238E27FC236}">
                <a16:creationId xmlns:a16="http://schemas.microsoft.com/office/drawing/2014/main" id="{6B56FD5C-4943-4D53-AFD4-574646B90D60}"/>
              </a:ext>
            </a:extLst>
          </p:cNvPr>
          <p:cNvSpPr>
            <a:spLocks xmlns:a="http://schemas.openxmlformats.org/drawingml/2006/main" noGrp="1"/>
          </p:cNvSpPr>
          <p:nvPr/>
        </p:nvSpPr>
        <p:spPr>
          <a:xfrm xmlns:a="http://schemas.openxmlformats.org/drawingml/2006/main">
            <a:off x="4619625" y="12887135"/>
            <a:ext cx="1775403" cy="2828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213247"/>
                </a:solidFill>
                <a:latin typeface="Arial"/>
                <a:ea typeface="Arial"/>
                <a:cs typeface="Arial"/>
              </a:defRPr>
            </a:pPr>
            <a:r>
              <a:rPr sz="1650" b="0">
                <a:solidFill>
                  <a:srgbClr val="213247"/>
                </a:solidFill>
                <a:latin typeface="Arial"/>
                <a:ea typeface="Arial"/>
                <a:cs typeface="Arial"/>
              </a:rPr>
              <a:t>Completion check</a:t>
            </a:r>
          </a:p>
        </p:txBody>
      </p:sp>
      <p:sp>
        <p:nvSpPr>
          <p:cNvPr id="188" name="Offline text 188: State update">
            <a:extLst xmlns:a="http://schemas.openxmlformats.org/drawingml/2006/main">
              <a:ext uri="{FF2B5EF4-FFF2-40B4-BE49-F238E27FC236}">
                <a16:creationId xmlns:a16="http://schemas.microsoft.com/office/drawing/2014/main" id="{EE49797B-1462-493B-A6AF-F32157D4923C}"/>
              </a:ext>
            </a:extLst>
          </p:cNvPr>
          <p:cNvSpPr>
            <a:spLocks xmlns:a="http://schemas.openxmlformats.org/drawingml/2006/main" noGrp="1"/>
          </p:cNvSpPr>
          <p:nvPr/>
        </p:nvSpPr>
        <p:spPr>
          <a:xfrm xmlns:a="http://schemas.openxmlformats.org/drawingml/2006/main">
            <a:off x="4619625" y="13172885"/>
            <a:ext cx="1302658" cy="2828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213247"/>
                </a:solidFill>
                <a:latin typeface="Arial"/>
                <a:ea typeface="Arial"/>
                <a:cs typeface="Arial"/>
              </a:defRPr>
            </a:pPr>
            <a:r>
              <a:rPr sz="1650" b="0">
                <a:solidFill>
                  <a:srgbClr val="213247"/>
                </a:solidFill>
                <a:latin typeface="Arial"/>
                <a:ea typeface="Arial"/>
                <a:cs typeface="Arial"/>
              </a:rPr>
              <a:t>State update</a:t>
            </a:r>
          </a:p>
        </p:txBody>
      </p:sp>
      <p:sp>
        <p:nvSpPr>
          <p:cNvPr id="189" name="Offline module 189">
            <a:extLst xmlns:a="http://schemas.openxmlformats.org/drawingml/2006/main">
              <a:ext uri="{FF2B5EF4-FFF2-40B4-BE49-F238E27FC236}">
                <a16:creationId xmlns:a16="http://schemas.microsoft.com/office/drawing/2014/main" id="{D43CD6F4-84AF-44D9-9D91-9BC6445B2C32}"/>
              </a:ext>
            </a:extLst>
          </p:cNvPr>
          <p:cNvSpPr>
            <a:spLocks xmlns:a="http://schemas.openxmlformats.org/drawingml/2006/main" noGrp="1"/>
          </p:cNvSpPr>
          <p:nvPr/>
        </p:nvSpPr>
        <p:spPr>
          <a:xfrm xmlns:a="http://schemas.openxmlformats.org/drawingml/2006/main">
            <a:off x="11049000" y="12192000"/>
            <a:ext cx="2381250" cy="9525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9050">
            <a:solidFill>
              <a:srgbClr val="DABACD"/>
            </a:solidFill>
            <a:prstDash val="solid"/>
          </a:ln>
        </p:spPr>
      </p:sp>
      <p:sp>
        <p:nvSpPr>
          <p:cNvPr id="190" name="Offline line 190">
            <a:extLst xmlns:a="http://schemas.openxmlformats.org/drawingml/2006/main">
              <a:ext uri="{FF2B5EF4-FFF2-40B4-BE49-F238E27FC236}">
                <a16:creationId xmlns:a16="http://schemas.microsoft.com/office/drawing/2014/main" id="{EE664248-7A0B-42CA-A703-508F0DF7CA9C}"/>
              </a:ext>
            </a:extLst>
          </p:cNvPr>
          <p:cNvSpPr>
            <a:spLocks xmlns:a="http://schemas.openxmlformats.org/drawingml/2006/main" noGrp="1"/>
          </p:cNvSpPr>
          <p:nvPr/>
        </p:nvSpPr>
        <p:spPr>
          <a:xfrm xmlns:a="http://schemas.openxmlformats.org/drawingml/2006/main">
            <a:off x="11327130" y="12508230"/>
            <a:ext cx="9525" cy="320040"/>
          </a:xfrm>
          <a:custGeom xmlns:a="http://schemas.openxmlformats.org/drawingml/2006/main">
            <a:pathLst>
              <a:path w="9525" h="320040">
                <a:moveTo>
                  <a:pt x="0" y="0"/>
                </a:moveTo>
                <a:lnTo>
                  <a:pt x="0" y="320040"/>
                </a:lnTo>
              </a:path>
            </a:pathLst>
          </a:custGeom>
          <a:noFill xmlns:a="http://schemas.openxmlformats.org/drawingml/2006/main"/>
          <a:ln xmlns:a="http://schemas.openxmlformats.org/drawingml/2006/main" w="19050">
            <a:solidFill>
              <a:srgbClr val="9D6586"/>
            </a:solidFill>
            <a:prstDash val="solid"/>
          </a:ln>
        </p:spPr>
      </p:sp>
      <p:sp>
        <p:nvSpPr>
          <p:cNvPr id="191" name="Offline module 191">
            <a:extLst xmlns:a="http://schemas.openxmlformats.org/drawingml/2006/main">
              <a:ext uri="{FF2B5EF4-FFF2-40B4-BE49-F238E27FC236}">
                <a16:creationId xmlns:a16="http://schemas.microsoft.com/office/drawing/2014/main" id="{B920C6FF-3F41-4048-8BA0-85C20DCC23CD}"/>
              </a:ext>
            </a:extLst>
          </p:cNvPr>
          <p:cNvSpPr>
            <a:spLocks xmlns:a="http://schemas.openxmlformats.org/drawingml/2006/main" noGrp="1"/>
          </p:cNvSpPr>
          <p:nvPr/>
        </p:nvSpPr>
        <p:spPr>
          <a:xfrm xmlns:a="http://schemas.openxmlformats.org/drawingml/2006/main">
            <a:off x="11289030" y="12584430"/>
            <a:ext cx="76200" cy="60960"/>
          </a:xfrm>
          <a:prstGeom xmlns:a="http://schemas.openxmlformats.org/drawingml/2006/main" prst="roundRect">
            <a:avLst>
              <a:gd name="adj" fmla="val 31250"/>
            </a:avLst>
          </a:prstGeom>
          <a:solidFill xmlns:a="http://schemas.openxmlformats.org/drawingml/2006/main">
            <a:srgbClr val="F8EEF4"/>
          </a:solidFill>
          <a:ln xmlns:a="http://schemas.openxmlformats.org/drawingml/2006/main" w="16764">
            <a:solidFill>
              <a:srgbClr val="9D6586"/>
            </a:solidFill>
            <a:prstDash val="solid"/>
          </a:ln>
        </p:spPr>
      </p:sp>
      <p:sp>
        <p:nvSpPr>
          <p:cNvPr id="192" name="Offline line 192">
            <a:extLst xmlns:a="http://schemas.openxmlformats.org/drawingml/2006/main">
              <a:ext uri="{FF2B5EF4-FFF2-40B4-BE49-F238E27FC236}">
                <a16:creationId xmlns:a16="http://schemas.microsoft.com/office/drawing/2014/main" id="{DB4E74C9-4F31-4C67-B24E-DB27E7CF26AE}"/>
              </a:ext>
            </a:extLst>
          </p:cNvPr>
          <p:cNvSpPr>
            <a:spLocks xmlns:a="http://schemas.openxmlformats.org/drawingml/2006/main" noGrp="1"/>
          </p:cNvSpPr>
          <p:nvPr/>
        </p:nvSpPr>
        <p:spPr>
          <a:xfrm xmlns:a="http://schemas.openxmlformats.org/drawingml/2006/main">
            <a:off x="11449050" y="12508230"/>
            <a:ext cx="9525" cy="320040"/>
          </a:xfrm>
          <a:custGeom xmlns:a="http://schemas.openxmlformats.org/drawingml/2006/main">
            <a:pathLst>
              <a:path w="9525" h="320040">
                <a:moveTo>
                  <a:pt x="0" y="0"/>
                </a:moveTo>
                <a:lnTo>
                  <a:pt x="0" y="320040"/>
                </a:lnTo>
              </a:path>
            </a:pathLst>
          </a:custGeom>
          <a:noFill xmlns:a="http://schemas.openxmlformats.org/drawingml/2006/main"/>
          <a:ln xmlns:a="http://schemas.openxmlformats.org/drawingml/2006/main" w="19050">
            <a:solidFill>
              <a:srgbClr val="9D6586"/>
            </a:solidFill>
            <a:prstDash val="solid"/>
          </a:ln>
        </p:spPr>
      </p:sp>
      <p:sp>
        <p:nvSpPr>
          <p:cNvPr id="193" name="Offline module 193">
            <a:extLst xmlns:a="http://schemas.openxmlformats.org/drawingml/2006/main">
              <a:ext uri="{FF2B5EF4-FFF2-40B4-BE49-F238E27FC236}">
                <a16:creationId xmlns:a16="http://schemas.microsoft.com/office/drawing/2014/main" id="{85681744-D967-4DD3-A81A-2F4FDD4BCA33}"/>
              </a:ext>
            </a:extLst>
          </p:cNvPr>
          <p:cNvSpPr>
            <a:spLocks xmlns:a="http://schemas.openxmlformats.org/drawingml/2006/main" noGrp="1"/>
          </p:cNvSpPr>
          <p:nvPr/>
        </p:nvSpPr>
        <p:spPr>
          <a:xfrm xmlns:a="http://schemas.openxmlformats.org/drawingml/2006/main">
            <a:off x="11410950" y="12706350"/>
            <a:ext cx="76200" cy="60960"/>
          </a:xfrm>
          <a:prstGeom xmlns:a="http://schemas.openxmlformats.org/drawingml/2006/main" prst="roundRect">
            <a:avLst>
              <a:gd name="adj" fmla="val 31250"/>
            </a:avLst>
          </a:prstGeom>
          <a:solidFill xmlns:a="http://schemas.openxmlformats.org/drawingml/2006/main">
            <a:srgbClr val="F8EEF4"/>
          </a:solidFill>
          <a:ln xmlns:a="http://schemas.openxmlformats.org/drawingml/2006/main" w="16764">
            <a:solidFill>
              <a:srgbClr val="9D6586"/>
            </a:solidFill>
            <a:prstDash val="solid"/>
          </a:ln>
        </p:spPr>
      </p:sp>
      <p:sp>
        <p:nvSpPr>
          <p:cNvPr id="194" name="Offline line 194">
            <a:extLst xmlns:a="http://schemas.openxmlformats.org/drawingml/2006/main">
              <a:ext uri="{FF2B5EF4-FFF2-40B4-BE49-F238E27FC236}">
                <a16:creationId xmlns:a16="http://schemas.microsoft.com/office/drawing/2014/main" id="{737617B6-E7DA-4D9E-A32B-31E81C7E8BE4}"/>
              </a:ext>
            </a:extLst>
          </p:cNvPr>
          <p:cNvSpPr>
            <a:spLocks xmlns:a="http://schemas.openxmlformats.org/drawingml/2006/main" noGrp="1"/>
          </p:cNvSpPr>
          <p:nvPr/>
        </p:nvSpPr>
        <p:spPr>
          <a:xfrm xmlns:a="http://schemas.openxmlformats.org/drawingml/2006/main">
            <a:off x="11570970" y="12508230"/>
            <a:ext cx="9525" cy="320040"/>
          </a:xfrm>
          <a:custGeom xmlns:a="http://schemas.openxmlformats.org/drawingml/2006/main">
            <a:pathLst>
              <a:path w="9525" h="320040">
                <a:moveTo>
                  <a:pt x="0" y="0"/>
                </a:moveTo>
                <a:lnTo>
                  <a:pt x="0" y="320040"/>
                </a:lnTo>
              </a:path>
            </a:pathLst>
          </a:custGeom>
          <a:noFill xmlns:a="http://schemas.openxmlformats.org/drawingml/2006/main"/>
          <a:ln xmlns:a="http://schemas.openxmlformats.org/drawingml/2006/main" w="19050">
            <a:solidFill>
              <a:srgbClr val="9D6586"/>
            </a:solidFill>
            <a:prstDash val="solid"/>
          </a:ln>
        </p:spPr>
      </p:sp>
      <p:sp>
        <p:nvSpPr>
          <p:cNvPr id="195" name="Offline module 195">
            <a:extLst xmlns:a="http://schemas.openxmlformats.org/drawingml/2006/main">
              <a:ext uri="{FF2B5EF4-FFF2-40B4-BE49-F238E27FC236}">
                <a16:creationId xmlns:a16="http://schemas.microsoft.com/office/drawing/2014/main" id="{1997C362-173B-4B93-940B-78745D08B14C}"/>
              </a:ext>
            </a:extLst>
          </p:cNvPr>
          <p:cNvSpPr>
            <a:spLocks xmlns:a="http://schemas.openxmlformats.org/drawingml/2006/main" noGrp="1"/>
          </p:cNvSpPr>
          <p:nvPr/>
        </p:nvSpPr>
        <p:spPr>
          <a:xfrm xmlns:a="http://schemas.openxmlformats.org/drawingml/2006/main">
            <a:off x="11532870" y="12614910"/>
            <a:ext cx="76200" cy="60960"/>
          </a:xfrm>
          <a:prstGeom xmlns:a="http://schemas.openxmlformats.org/drawingml/2006/main" prst="roundRect">
            <a:avLst>
              <a:gd name="adj" fmla="val 31250"/>
            </a:avLst>
          </a:prstGeom>
          <a:solidFill xmlns:a="http://schemas.openxmlformats.org/drawingml/2006/main">
            <a:srgbClr val="F8EEF4"/>
          </a:solidFill>
          <a:ln xmlns:a="http://schemas.openxmlformats.org/drawingml/2006/main" w="16764">
            <a:solidFill>
              <a:srgbClr val="9D6586"/>
            </a:solidFill>
            <a:prstDash val="solid"/>
          </a:ln>
        </p:spPr>
      </p:sp>
      <p:sp>
        <p:nvSpPr>
          <p:cNvPr id="196" name="Offline text 196: Tuning">
            <a:extLst xmlns:a="http://schemas.openxmlformats.org/drawingml/2006/main">
              <a:ext uri="{FF2B5EF4-FFF2-40B4-BE49-F238E27FC236}">
                <a16:creationId xmlns:a16="http://schemas.microsoft.com/office/drawing/2014/main" id="{1B2EC329-EF41-4118-8316-5D4570ED6541}"/>
              </a:ext>
            </a:extLst>
          </p:cNvPr>
          <p:cNvSpPr>
            <a:spLocks xmlns:a="http://schemas.openxmlformats.org/drawingml/2006/main" noGrp="1"/>
          </p:cNvSpPr>
          <p:nvPr/>
        </p:nvSpPr>
        <p:spPr>
          <a:xfrm xmlns:a="http://schemas.openxmlformats.org/drawingml/2006/main">
            <a:off x="11902421" y="12511278"/>
            <a:ext cx="979208"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9D6586"/>
                </a:solidFill>
                <a:latin typeface="Arial"/>
                <a:ea typeface="Arial"/>
                <a:cs typeface="Arial"/>
              </a:defRPr>
            </a:pPr>
            <a:r>
              <a:rPr sz="2100" b="1">
                <a:solidFill>
                  <a:srgbClr val="9D6586"/>
                </a:solidFill>
                <a:latin typeface="Arial"/>
                <a:ea typeface="Arial"/>
                <a:cs typeface="Arial"/>
              </a:rPr>
              <a:t>Tuning</a:t>
            </a:r>
          </a:p>
        </p:txBody>
      </p:sp>
      <p:sp>
        <p:nvSpPr>
          <p:cNvPr id="197" name="Offline module 197">
            <a:extLst xmlns:a="http://schemas.openxmlformats.org/drawingml/2006/main">
              <a:ext uri="{FF2B5EF4-FFF2-40B4-BE49-F238E27FC236}">
                <a16:creationId xmlns:a16="http://schemas.microsoft.com/office/drawing/2014/main" id="{00BB0DC6-F992-48E6-BBAE-7612598F94C5}"/>
              </a:ext>
            </a:extLst>
          </p:cNvPr>
          <p:cNvSpPr>
            <a:spLocks xmlns:a="http://schemas.openxmlformats.org/drawingml/2006/main" noGrp="1"/>
          </p:cNvSpPr>
          <p:nvPr/>
        </p:nvSpPr>
        <p:spPr>
          <a:xfrm xmlns:a="http://schemas.openxmlformats.org/drawingml/2006/main">
            <a:off x="15716250" y="12192000"/>
            <a:ext cx="2381250" cy="9525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9050">
            <a:solidFill>
              <a:srgbClr val="DABACD"/>
            </a:solidFill>
            <a:prstDash val="solid"/>
          </a:ln>
        </p:spPr>
      </p:sp>
      <p:sp>
        <p:nvSpPr>
          <p:cNvPr id="198" name="Offline line 198">
            <a:extLst xmlns:a="http://schemas.openxmlformats.org/drawingml/2006/main">
              <a:ext uri="{FF2B5EF4-FFF2-40B4-BE49-F238E27FC236}">
                <a16:creationId xmlns:a16="http://schemas.microsoft.com/office/drawing/2014/main" id="{ABC1D3E8-BE09-4A38-ADF7-7852B18C0DE5}"/>
              </a:ext>
            </a:extLst>
          </p:cNvPr>
          <p:cNvSpPr>
            <a:spLocks xmlns:a="http://schemas.openxmlformats.org/drawingml/2006/main" noGrp="1"/>
          </p:cNvSpPr>
          <p:nvPr/>
        </p:nvSpPr>
        <p:spPr>
          <a:xfrm xmlns:a="http://schemas.openxmlformats.org/drawingml/2006/main">
            <a:off x="15977235" y="12510135"/>
            <a:ext cx="200025" cy="200025"/>
          </a:xfrm>
          <a:custGeom xmlns:a="http://schemas.openxmlformats.org/drawingml/2006/main">
            <a:pathLst>
              <a:path w="200025" h="200025">
                <a:moveTo>
                  <a:pt x="200025" y="100013"/>
                </a:moveTo>
                <a:lnTo>
                  <a:pt x="199169" y="113067"/>
                </a:lnTo>
                <a:lnTo>
                  <a:pt x="196617" y="125898"/>
                </a:lnTo>
                <a:lnTo>
                  <a:pt x="192412" y="138286"/>
                </a:lnTo>
                <a:lnTo>
                  <a:pt x="186626" y="150019"/>
                </a:lnTo>
                <a:lnTo>
                  <a:pt x="179358" y="160896"/>
                </a:lnTo>
                <a:lnTo>
                  <a:pt x="170732" y="170732"/>
                </a:lnTo>
                <a:lnTo>
                  <a:pt x="160896" y="179358"/>
                </a:lnTo>
                <a:lnTo>
                  <a:pt x="150019" y="186626"/>
                </a:lnTo>
                <a:lnTo>
                  <a:pt x="138286" y="192412"/>
                </a:lnTo>
                <a:lnTo>
                  <a:pt x="125898" y="196617"/>
                </a:lnTo>
                <a:lnTo>
                  <a:pt x="113067" y="199169"/>
                </a:lnTo>
                <a:lnTo>
                  <a:pt x="100013" y="200025"/>
                </a:lnTo>
                <a:lnTo>
                  <a:pt x="86958" y="199169"/>
                </a:lnTo>
                <a:lnTo>
                  <a:pt x="74127" y="196617"/>
                </a:lnTo>
                <a:lnTo>
                  <a:pt x="61739" y="192412"/>
                </a:lnTo>
                <a:lnTo>
                  <a:pt x="50006" y="186626"/>
                </a:lnTo>
                <a:lnTo>
                  <a:pt x="39129" y="179358"/>
                </a:lnTo>
                <a:lnTo>
                  <a:pt x="29293" y="170732"/>
                </a:lnTo>
                <a:lnTo>
                  <a:pt x="20667" y="160896"/>
                </a:lnTo>
                <a:lnTo>
                  <a:pt x="13399" y="150019"/>
                </a:lnTo>
                <a:lnTo>
                  <a:pt x="7613" y="138286"/>
                </a:lnTo>
                <a:lnTo>
                  <a:pt x="3408" y="125898"/>
                </a:lnTo>
                <a:lnTo>
                  <a:pt x="856" y="113067"/>
                </a:lnTo>
                <a:lnTo>
                  <a:pt x="0" y="100013"/>
                </a:lnTo>
                <a:lnTo>
                  <a:pt x="856" y="86958"/>
                </a:lnTo>
                <a:lnTo>
                  <a:pt x="3408" y="74127"/>
                </a:lnTo>
                <a:lnTo>
                  <a:pt x="7613" y="61739"/>
                </a:lnTo>
                <a:lnTo>
                  <a:pt x="13399" y="50006"/>
                </a:lnTo>
                <a:lnTo>
                  <a:pt x="20667" y="39129"/>
                </a:lnTo>
                <a:lnTo>
                  <a:pt x="29293" y="29293"/>
                </a:lnTo>
                <a:lnTo>
                  <a:pt x="39129" y="20667"/>
                </a:lnTo>
                <a:lnTo>
                  <a:pt x="50006" y="13399"/>
                </a:lnTo>
                <a:lnTo>
                  <a:pt x="61739" y="7613"/>
                </a:lnTo>
                <a:lnTo>
                  <a:pt x="74127" y="3408"/>
                </a:lnTo>
                <a:lnTo>
                  <a:pt x="86958" y="856"/>
                </a:lnTo>
                <a:lnTo>
                  <a:pt x="100013" y="0"/>
                </a:lnTo>
                <a:lnTo>
                  <a:pt x="113067" y="856"/>
                </a:lnTo>
                <a:lnTo>
                  <a:pt x="125898" y="3408"/>
                </a:lnTo>
                <a:lnTo>
                  <a:pt x="138286" y="7613"/>
                </a:lnTo>
                <a:lnTo>
                  <a:pt x="150019" y="13399"/>
                </a:lnTo>
                <a:lnTo>
                  <a:pt x="160896" y="20667"/>
                </a:lnTo>
                <a:lnTo>
                  <a:pt x="170732" y="29293"/>
                </a:lnTo>
                <a:lnTo>
                  <a:pt x="179358" y="39129"/>
                </a:lnTo>
                <a:lnTo>
                  <a:pt x="186626" y="50006"/>
                </a:lnTo>
                <a:lnTo>
                  <a:pt x="192412" y="61739"/>
                </a:lnTo>
                <a:lnTo>
                  <a:pt x="196617" y="74127"/>
                </a:lnTo>
                <a:lnTo>
                  <a:pt x="199169" y="86958"/>
                </a:lnTo>
                <a:lnTo>
                  <a:pt x="200025" y="100013"/>
                </a:lnTo>
              </a:path>
            </a:pathLst>
          </a:custGeom>
          <a:noFill xmlns:a="http://schemas.openxmlformats.org/drawingml/2006/main"/>
          <a:ln xmlns:a="http://schemas.openxmlformats.org/drawingml/2006/main" w="16669">
            <a:solidFill>
              <a:srgbClr val="9D6586"/>
            </a:solidFill>
            <a:prstDash val="solid"/>
          </a:ln>
        </p:spPr>
      </p:sp>
      <p:sp>
        <p:nvSpPr>
          <p:cNvPr id="199" name="Offline line 199">
            <a:extLst xmlns:a="http://schemas.openxmlformats.org/drawingml/2006/main">
              <a:ext uri="{FF2B5EF4-FFF2-40B4-BE49-F238E27FC236}">
                <a16:creationId xmlns:a16="http://schemas.microsoft.com/office/drawing/2014/main" id="{88A5C28D-6AEC-4864-8102-CED1EB21C1E1}"/>
              </a:ext>
            </a:extLst>
          </p:cNvPr>
          <p:cNvSpPr>
            <a:spLocks xmlns:a="http://schemas.openxmlformats.org/drawingml/2006/main" noGrp="1"/>
          </p:cNvSpPr>
          <p:nvPr/>
        </p:nvSpPr>
        <p:spPr>
          <a:xfrm xmlns:a="http://schemas.openxmlformats.org/drawingml/2006/main">
            <a:off x="16150590" y="12683490"/>
            <a:ext cx="100013" cy="100013"/>
          </a:xfrm>
          <a:custGeom xmlns:a="http://schemas.openxmlformats.org/drawingml/2006/main">
            <a:pathLst>
              <a:path w="100013" h="100013">
                <a:moveTo>
                  <a:pt x="0" y="0"/>
                </a:moveTo>
                <a:lnTo>
                  <a:pt x="100013" y="100013"/>
                </a:lnTo>
              </a:path>
            </a:pathLst>
          </a:custGeom>
          <a:noFill xmlns:a="http://schemas.openxmlformats.org/drawingml/2006/main"/>
          <a:ln xmlns:a="http://schemas.openxmlformats.org/drawingml/2006/main" w="16669">
            <a:solidFill>
              <a:srgbClr val="9D6586"/>
            </a:solidFill>
            <a:prstDash val="solid"/>
          </a:ln>
        </p:spPr>
      </p:sp>
      <p:sp>
        <p:nvSpPr>
          <p:cNvPr id="200" name="Offline line 200">
            <a:extLst xmlns:a="http://schemas.openxmlformats.org/drawingml/2006/main">
              <a:ext uri="{FF2B5EF4-FFF2-40B4-BE49-F238E27FC236}">
                <a16:creationId xmlns:a16="http://schemas.microsoft.com/office/drawing/2014/main" id="{CF9A6F8F-4D00-4FFC-BA1B-9F93DDD5944A}"/>
              </a:ext>
            </a:extLst>
          </p:cNvPr>
          <p:cNvSpPr>
            <a:spLocks xmlns:a="http://schemas.openxmlformats.org/drawingml/2006/main" noGrp="1"/>
          </p:cNvSpPr>
          <p:nvPr/>
        </p:nvSpPr>
        <p:spPr>
          <a:xfrm xmlns:a="http://schemas.openxmlformats.org/drawingml/2006/main">
            <a:off x="16023908" y="12576810"/>
            <a:ext cx="106680" cy="73342"/>
          </a:xfrm>
          <a:custGeom xmlns:a="http://schemas.openxmlformats.org/drawingml/2006/main">
            <a:pathLst>
              <a:path w="106680" h="73342">
                <a:moveTo>
                  <a:pt x="0" y="33338"/>
                </a:moveTo>
                <a:lnTo>
                  <a:pt x="40005" y="73342"/>
                </a:lnTo>
                <a:lnTo>
                  <a:pt x="106680" y="0"/>
                </a:lnTo>
              </a:path>
            </a:pathLst>
          </a:custGeom>
          <a:noFill xmlns:a="http://schemas.openxmlformats.org/drawingml/2006/main"/>
          <a:ln xmlns:a="http://schemas.openxmlformats.org/drawingml/2006/main" w="16669">
            <a:solidFill>
              <a:srgbClr val="9D6586"/>
            </a:solidFill>
            <a:prstDash val="solid"/>
          </a:ln>
        </p:spPr>
      </p:sp>
      <p:sp>
        <p:nvSpPr>
          <p:cNvPr id="201" name="Offline text 201: Evaluation">
            <a:extLst xmlns:a="http://schemas.openxmlformats.org/drawingml/2006/main">
              <a:ext uri="{FF2B5EF4-FFF2-40B4-BE49-F238E27FC236}">
                <a16:creationId xmlns:a16="http://schemas.microsoft.com/office/drawing/2014/main" id="{10D1A970-322A-43C7-970E-8FBA2044A179}"/>
              </a:ext>
            </a:extLst>
          </p:cNvPr>
          <p:cNvSpPr>
            <a:spLocks xmlns:a="http://schemas.openxmlformats.org/drawingml/2006/main" noGrp="1"/>
          </p:cNvSpPr>
          <p:nvPr/>
        </p:nvSpPr>
        <p:spPr>
          <a:xfrm xmlns:a="http://schemas.openxmlformats.org/drawingml/2006/main">
            <a:off x="16464143" y="12528614"/>
            <a:ext cx="1361713"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9D6586"/>
                </a:solidFill>
                <a:latin typeface="Arial"/>
                <a:ea typeface="Arial"/>
                <a:cs typeface="Arial"/>
              </a:defRPr>
            </a:pPr>
            <a:r>
              <a:rPr sz="1950" b="1">
                <a:solidFill>
                  <a:srgbClr val="9D6586"/>
                </a:solidFill>
                <a:latin typeface="Arial"/>
                <a:ea typeface="Arial"/>
                <a:cs typeface="Arial"/>
              </a:rPr>
              <a:t>Evaluation</a:t>
            </a:r>
          </a:p>
        </p:txBody>
      </p:sp>
      <p:sp>
        <p:nvSpPr>
          <p:cNvPr id="202" name="Offline module 202">
            <a:extLst xmlns:a="http://schemas.openxmlformats.org/drawingml/2006/main">
              <a:ext uri="{FF2B5EF4-FFF2-40B4-BE49-F238E27FC236}">
                <a16:creationId xmlns:a16="http://schemas.microsoft.com/office/drawing/2014/main" id="{B0318649-E265-42D5-AF43-ED75645E597B}"/>
              </a:ext>
            </a:extLst>
          </p:cNvPr>
          <p:cNvSpPr>
            <a:spLocks xmlns:a="http://schemas.openxmlformats.org/drawingml/2006/main" noGrp="1"/>
          </p:cNvSpPr>
          <p:nvPr/>
        </p:nvSpPr>
        <p:spPr>
          <a:xfrm xmlns:a="http://schemas.openxmlformats.org/drawingml/2006/main">
            <a:off x="19431000" y="12192000"/>
            <a:ext cx="2381250" cy="9525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9050">
            <a:solidFill>
              <a:srgbClr val="DABACD"/>
            </a:solidFill>
            <a:prstDash val="solid"/>
          </a:ln>
        </p:spPr>
      </p:sp>
      <p:sp>
        <p:nvSpPr>
          <p:cNvPr id="203" name="Offline text 203: Reference">
            <a:extLst xmlns:a="http://schemas.openxmlformats.org/drawingml/2006/main">
              <a:ext uri="{FF2B5EF4-FFF2-40B4-BE49-F238E27FC236}">
                <a16:creationId xmlns:a16="http://schemas.microsoft.com/office/drawing/2014/main" id="{409B5624-A517-400B-83B3-76EE627EE441}"/>
              </a:ext>
            </a:extLst>
          </p:cNvPr>
          <p:cNvSpPr>
            <a:spLocks xmlns:a="http://schemas.openxmlformats.org/drawingml/2006/main" noGrp="1"/>
          </p:cNvSpPr>
          <p:nvPr/>
        </p:nvSpPr>
        <p:spPr>
          <a:xfrm xmlns:a="http://schemas.openxmlformats.org/drawingml/2006/main">
            <a:off x="19989998" y="12356306"/>
            <a:ext cx="1263253"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213247"/>
                </a:solidFill>
                <a:latin typeface="Arial"/>
                <a:ea typeface="Arial"/>
                <a:cs typeface="Arial"/>
              </a:defRPr>
            </a:pPr>
            <a:r>
              <a:rPr sz="1875" b="1">
                <a:solidFill>
                  <a:srgbClr val="213247"/>
                </a:solidFill>
                <a:latin typeface="Arial"/>
                <a:ea typeface="Arial"/>
                <a:cs typeface="Arial"/>
              </a:rPr>
              <a:t>Reference</a:t>
            </a:r>
          </a:p>
        </p:txBody>
      </p:sp>
      <p:sp>
        <p:nvSpPr>
          <p:cNvPr id="204" name="Offline text 204: results">
            <a:extLst xmlns:a="http://schemas.openxmlformats.org/drawingml/2006/main">
              <a:ext uri="{FF2B5EF4-FFF2-40B4-BE49-F238E27FC236}">
                <a16:creationId xmlns:a16="http://schemas.microsoft.com/office/drawing/2014/main" id="{6E0E3316-C216-43E2-8356-A921A80F9880}"/>
              </a:ext>
            </a:extLst>
          </p:cNvPr>
          <p:cNvSpPr>
            <a:spLocks xmlns:a="http://schemas.openxmlformats.org/drawingml/2006/main" noGrp="1"/>
          </p:cNvSpPr>
          <p:nvPr/>
        </p:nvSpPr>
        <p:spPr>
          <a:xfrm xmlns:a="http://schemas.openxmlformats.org/drawingml/2006/main">
            <a:off x="20174069" y="12651581"/>
            <a:ext cx="895112"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213247"/>
                </a:solidFill>
                <a:latin typeface="Arial"/>
                <a:ea typeface="Arial"/>
                <a:cs typeface="Arial"/>
              </a:defRPr>
            </a:pPr>
            <a:r>
              <a:rPr sz="1875" b="1">
                <a:solidFill>
                  <a:srgbClr val="213247"/>
                </a:solidFill>
                <a:latin typeface="Arial"/>
                <a:ea typeface="Arial"/>
                <a:cs typeface="Arial"/>
              </a:rPr>
              <a:t>results</a:t>
            </a:r>
          </a:p>
        </p:txBody>
      </p:sp>
      <p:sp>
        <p:nvSpPr>
          <p:cNvPr id="205" name="Offline line 205">
            <a:extLst xmlns:a="http://schemas.openxmlformats.org/drawingml/2006/main">
              <a:ext uri="{FF2B5EF4-FFF2-40B4-BE49-F238E27FC236}">
                <a16:creationId xmlns:a16="http://schemas.microsoft.com/office/drawing/2014/main" id="{7A5F6248-A5C0-452C-884E-C5EC3896EBE6}"/>
              </a:ext>
            </a:extLst>
          </p:cNvPr>
          <p:cNvSpPr>
            <a:spLocks xmlns:a="http://schemas.openxmlformats.org/drawingml/2006/main" noGrp="1"/>
          </p:cNvSpPr>
          <p:nvPr/>
        </p:nvSpPr>
        <p:spPr>
          <a:xfrm xmlns:a="http://schemas.openxmlformats.org/drawingml/2006/main">
            <a:off x="18097500" y="12668250"/>
            <a:ext cx="1333500" cy="9525"/>
          </a:xfrm>
          <a:custGeom xmlns:a="http://schemas.openxmlformats.org/drawingml/2006/main">
            <a:pathLst>
              <a:path w="1333500" h="9525">
                <a:moveTo>
                  <a:pt x="1333500" y="0"/>
                </a:moveTo>
                <a:lnTo>
                  <a:pt x="0" y="0"/>
                </a:lnTo>
              </a:path>
            </a:pathLst>
          </a:custGeom>
          <a:noFill xmlns:a="http://schemas.openxmlformats.org/drawingml/2006/main"/>
          <a:ln xmlns:a="http://schemas.openxmlformats.org/drawingml/2006/main" w="26670">
            <a:solidFill>
              <a:srgbClr val="9D6586"/>
            </a:solidFill>
            <a:prstDash val="solid"/>
          </a:ln>
        </p:spPr>
      </p:sp>
      <p:sp>
        <p:nvSpPr>
          <p:cNvPr id="206" name="Offline polygon 206">
            <a:extLst xmlns:a="http://schemas.openxmlformats.org/drawingml/2006/main">
              <a:ext uri="{FF2B5EF4-FFF2-40B4-BE49-F238E27FC236}">
                <a16:creationId xmlns:a16="http://schemas.microsoft.com/office/drawing/2014/main" id="{1E5414C6-8540-402A-8B8A-A026DD74086B}"/>
              </a:ext>
            </a:extLst>
          </p:cNvPr>
          <p:cNvSpPr>
            <a:spLocks xmlns:a="http://schemas.openxmlformats.org/drawingml/2006/main" noGrp="1"/>
          </p:cNvSpPr>
          <p:nvPr/>
        </p:nvSpPr>
        <p:spPr>
          <a:xfrm xmlns:a="http://schemas.openxmlformats.org/drawingml/2006/main">
            <a:off x="18097500" y="12620625"/>
            <a:ext cx="104775" cy="95250"/>
          </a:xfrm>
          <a:custGeom xmlns:a="http://schemas.openxmlformats.org/drawingml/2006/main">
            <a:pathLst>
              <a:path w="104775" h="95250">
                <a:moveTo>
                  <a:pt x="0" y="47625"/>
                </a:moveTo>
                <a:lnTo>
                  <a:pt x="104775" y="95250"/>
                </a:lnTo>
                <a:lnTo>
                  <a:pt x="104775" y="0"/>
                </a:lnTo>
                <a:close/>
              </a:path>
            </a:pathLst>
          </a:custGeom>
          <a:solidFill xmlns:a="http://schemas.openxmlformats.org/drawingml/2006/main">
            <a:srgbClr val="9D6586"/>
          </a:solidFill>
          <a:ln xmlns:a="http://schemas.openxmlformats.org/drawingml/2006/main" w="0">
            <a:noFill/>
          </a:ln>
        </p:spPr>
      </p:sp>
      <p:sp>
        <p:nvSpPr>
          <p:cNvPr id="207" name="Offline line 207">
            <a:extLst xmlns:a="http://schemas.openxmlformats.org/drawingml/2006/main">
              <a:ext uri="{FF2B5EF4-FFF2-40B4-BE49-F238E27FC236}">
                <a16:creationId xmlns:a16="http://schemas.microsoft.com/office/drawing/2014/main" id="{9F563B17-33A5-45D0-8779-EE464509DEEE}"/>
              </a:ext>
            </a:extLst>
          </p:cNvPr>
          <p:cNvSpPr>
            <a:spLocks xmlns:a="http://schemas.openxmlformats.org/drawingml/2006/main" noGrp="1"/>
          </p:cNvSpPr>
          <p:nvPr/>
        </p:nvSpPr>
        <p:spPr>
          <a:xfrm xmlns:a="http://schemas.openxmlformats.org/drawingml/2006/main">
            <a:off x="13430250" y="12668250"/>
            <a:ext cx="2286000" cy="9525"/>
          </a:xfrm>
          <a:custGeom xmlns:a="http://schemas.openxmlformats.org/drawingml/2006/main">
            <a:pathLst>
              <a:path w="2286000" h="9525">
                <a:moveTo>
                  <a:pt x="2286000" y="0"/>
                </a:moveTo>
                <a:lnTo>
                  <a:pt x="0" y="0"/>
                </a:lnTo>
              </a:path>
            </a:pathLst>
          </a:custGeom>
          <a:noFill xmlns:a="http://schemas.openxmlformats.org/drawingml/2006/main"/>
          <a:ln xmlns:a="http://schemas.openxmlformats.org/drawingml/2006/main" w="26670">
            <a:solidFill>
              <a:srgbClr val="9D6586"/>
            </a:solidFill>
            <a:prstDash val="solid"/>
          </a:ln>
        </p:spPr>
      </p:sp>
      <p:sp>
        <p:nvSpPr>
          <p:cNvPr id="208" name="Offline polygon 208">
            <a:extLst xmlns:a="http://schemas.openxmlformats.org/drawingml/2006/main">
              <a:ext uri="{FF2B5EF4-FFF2-40B4-BE49-F238E27FC236}">
                <a16:creationId xmlns:a16="http://schemas.microsoft.com/office/drawing/2014/main" id="{484ED9D1-B888-4A2D-8578-3690289DF8B7}"/>
              </a:ext>
            </a:extLst>
          </p:cNvPr>
          <p:cNvSpPr>
            <a:spLocks xmlns:a="http://schemas.openxmlformats.org/drawingml/2006/main" noGrp="1"/>
          </p:cNvSpPr>
          <p:nvPr/>
        </p:nvSpPr>
        <p:spPr>
          <a:xfrm xmlns:a="http://schemas.openxmlformats.org/drawingml/2006/main">
            <a:off x="13430250" y="12620625"/>
            <a:ext cx="104775" cy="95250"/>
          </a:xfrm>
          <a:custGeom xmlns:a="http://schemas.openxmlformats.org/drawingml/2006/main">
            <a:pathLst>
              <a:path w="104775" h="95250">
                <a:moveTo>
                  <a:pt x="0" y="47625"/>
                </a:moveTo>
                <a:lnTo>
                  <a:pt x="104775" y="95250"/>
                </a:lnTo>
                <a:lnTo>
                  <a:pt x="104775" y="0"/>
                </a:lnTo>
                <a:close/>
              </a:path>
            </a:pathLst>
          </a:custGeom>
          <a:solidFill xmlns:a="http://schemas.openxmlformats.org/drawingml/2006/main">
            <a:srgbClr val="9D6586"/>
          </a:solidFill>
          <a:ln xmlns:a="http://schemas.openxmlformats.org/drawingml/2006/main" w="0">
            <a:noFill/>
          </a:ln>
        </p:spPr>
      </p:sp>
      <p:sp>
        <p:nvSpPr>
          <p:cNvPr id="209" name="Offline text 209: Findings">
            <a:extLst xmlns:a="http://schemas.openxmlformats.org/drawingml/2006/main">
              <a:ext uri="{FF2B5EF4-FFF2-40B4-BE49-F238E27FC236}">
                <a16:creationId xmlns:a16="http://schemas.microsoft.com/office/drawing/2014/main" id="{80C1BB07-8A3A-479D-A599-1479DE3A48A6}"/>
              </a:ext>
            </a:extLst>
          </p:cNvPr>
          <p:cNvSpPr>
            <a:spLocks xmlns:a="http://schemas.openxmlformats.org/drawingml/2006/main" noGrp="1"/>
          </p:cNvSpPr>
          <p:nvPr/>
        </p:nvSpPr>
        <p:spPr>
          <a:xfrm xmlns:a="http://schemas.openxmlformats.org/drawingml/2006/main">
            <a:off x="14156150" y="12323445"/>
            <a:ext cx="834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9D6586"/>
                </a:solidFill>
                <a:latin typeface="Arial"/>
                <a:ea typeface="Arial"/>
                <a:cs typeface="Arial"/>
              </a:defRPr>
            </a:pPr>
            <a:r>
              <a:rPr sz="1500" b="0">
                <a:solidFill>
                  <a:srgbClr val="9D6586"/>
                </a:solidFill>
                <a:latin typeface="Arial"/>
                <a:ea typeface="Arial"/>
                <a:cs typeface="Arial"/>
              </a:rPr>
              <a:t>Findings</a:t>
            </a:r>
          </a:p>
        </p:txBody>
      </p:sp>
      <p:sp>
        <p:nvSpPr>
          <p:cNvPr id="210" name="Offline line 210">
            <a:extLst xmlns:a="http://schemas.openxmlformats.org/drawingml/2006/main">
              <a:ext uri="{FF2B5EF4-FFF2-40B4-BE49-F238E27FC236}">
                <a16:creationId xmlns:a16="http://schemas.microsoft.com/office/drawing/2014/main" id="{52FBCDD8-37D4-412F-AA70-180C885433A2}"/>
              </a:ext>
            </a:extLst>
          </p:cNvPr>
          <p:cNvSpPr>
            <a:spLocks xmlns:a="http://schemas.openxmlformats.org/drawingml/2006/main" noGrp="1"/>
          </p:cNvSpPr>
          <p:nvPr/>
        </p:nvSpPr>
        <p:spPr>
          <a:xfrm xmlns:a="http://schemas.openxmlformats.org/drawingml/2006/main">
            <a:off x="9239250" y="12668250"/>
            <a:ext cx="1809750" cy="9525"/>
          </a:xfrm>
          <a:custGeom xmlns:a="http://schemas.openxmlformats.org/drawingml/2006/main">
            <a:pathLst>
              <a:path w="1809750" h="9525">
                <a:moveTo>
                  <a:pt x="1809750" y="0"/>
                </a:moveTo>
                <a:lnTo>
                  <a:pt x="0" y="0"/>
                </a:lnTo>
              </a:path>
            </a:pathLst>
          </a:custGeom>
          <a:noFill xmlns:a="http://schemas.openxmlformats.org/drawingml/2006/main"/>
          <a:ln xmlns:a="http://schemas.openxmlformats.org/drawingml/2006/main" w="26670">
            <a:solidFill>
              <a:srgbClr val="9D6586"/>
            </a:solidFill>
            <a:prstDash val="solid"/>
          </a:ln>
        </p:spPr>
      </p:sp>
      <p:sp>
        <p:nvSpPr>
          <p:cNvPr id="211" name="Offline polygon 211">
            <a:extLst xmlns:a="http://schemas.openxmlformats.org/drawingml/2006/main">
              <a:ext uri="{FF2B5EF4-FFF2-40B4-BE49-F238E27FC236}">
                <a16:creationId xmlns:a16="http://schemas.microsoft.com/office/drawing/2014/main" id="{60AA97ED-E751-4B82-831C-9CFFC4FF1270}"/>
              </a:ext>
            </a:extLst>
          </p:cNvPr>
          <p:cNvSpPr>
            <a:spLocks xmlns:a="http://schemas.openxmlformats.org/drawingml/2006/main" noGrp="1"/>
          </p:cNvSpPr>
          <p:nvPr/>
        </p:nvSpPr>
        <p:spPr>
          <a:xfrm xmlns:a="http://schemas.openxmlformats.org/drawingml/2006/main">
            <a:off x="9239250" y="12620625"/>
            <a:ext cx="104775" cy="95250"/>
          </a:xfrm>
          <a:custGeom xmlns:a="http://schemas.openxmlformats.org/drawingml/2006/main">
            <a:pathLst>
              <a:path w="104775" h="95250">
                <a:moveTo>
                  <a:pt x="0" y="47625"/>
                </a:moveTo>
                <a:lnTo>
                  <a:pt x="104775" y="95250"/>
                </a:lnTo>
                <a:lnTo>
                  <a:pt x="104775" y="0"/>
                </a:lnTo>
                <a:close/>
              </a:path>
            </a:pathLst>
          </a:custGeom>
          <a:solidFill xmlns:a="http://schemas.openxmlformats.org/drawingml/2006/main">
            <a:srgbClr val="9D6586"/>
          </a:solidFill>
          <a:ln xmlns:a="http://schemas.openxmlformats.org/drawingml/2006/main" w="0">
            <a:noFill/>
          </a:ln>
        </p:spPr>
      </p:sp>
      <p:sp>
        <p:nvSpPr>
          <p:cNvPr id="212" name="Offline text 212: Revisions">
            <a:extLst xmlns:a="http://schemas.openxmlformats.org/drawingml/2006/main">
              <a:ext uri="{FF2B5EF4-FFF2-40B4-BE49-F238E27FC236}">
                <a16:creationId xmlns:a16="http://schemas.microsoft.com/office/drawing/2014/main" id="{177BB480-3251-4425-9C4E-6CF339A89501}"/>
              </a:ext>
            </a:extLst>
          </p:cNvPr>
          <p:cNvSpPr>
            <a:spLocks xmlns:a="http://schemas.openxmlformats.org/drawingml/2006/main" noGrp="1"/>
          </p:cNvSpPr>
          <p:nvPr/>
        </p:nvSpPr>
        <p:spPr>
          <a:xfrm xmlns:a="http://schemas.openxmlformats.org/drawingml/2006/main">
            <a:off x="9677019" y="12323445"/>
            <a:ext cx="93421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9D6586"/>
                </a:solidFill>
                <a:latin typeface="Arial"/>
                <a:ea typeface="Arial"/>
                <a:cs typeface="Arial"/>
              </a:defRPr>
            </a:pPr>
            <a:r>
              <a:rPr sz="1500" b="0">
                <a:solidFill>
                  <a:srgbClr val="9D6586"/>
                </a:solidFill>
                <a:latin typeface="Arial"/>
                <a:ea typeface="Arial"/>
                <a:cs typeface="Arial"/>
              </a:rPr>
              <a:t>Revisions</a:t>
            </a:r>
          </a:p>
        </p:txBody>
      </p:sp>
      <p:sp>
        <p:nvSpPr>
          <p:cNvPr id="213" name="Offline line 213">
            <a:extLst xmlns:a="http://schemas.openxmlformats.org/drawingml/2006/main">
              <a:ext uri="{FF2B5EF4-FFF2-40B4-BE49-F238E27FC236}">
                <a16:creationId xmlns:a16="http://schemas.microsoft.com/office/drawing/2014/main" id="{9DB45E7B-B4E8-4F44-8278-8B4A3B5B6252}"/>
              </a:ext>
            </a:extLst>
          </p:cNvPr>
          <p:cNvSpPr>
            <a:spLocks xmlns:a="http://schemas.openxmlformats.org/drawingml/2006/main" noGrp="1"/>
          </p:cNvSpPr>
          <p:nvPr/>
        </p:nvSpPr>
        <p:spPr>
          <a:xfrm xmlns:a="http://schemas.openxmlformats.org/drawingml/2006/main">
            <a:off x="5143500" y="9286875"/>
            <a:ext cx="9525" cy="2905125"/>
          </a:xfrm>
          <a:custGeom xmlns:a="http://schemas.openxmlformats.org/drawingml/2006/main">
            <a:pathLst>
              <a:path w="9525" h="2905125">
                <a:moveTo>
                  <a:pt x="0" y="2905125"/>
                </a:moveTo>
                <a:lnTo>
                  <a:pt x="0" y="0"/>
                </a:lnTo>
              </a:path>
            </a:pathLst>
          </a:custGeom>
          <a:noFill xmlns:a="http://schemas.openxmlformats.org/drawingml/2006/main"/>
          <a:ln xmlns:a="http://schemas.openxmlformats.org/drawingml/2006/main" w="26670">
            <a:solidFill>
              <a:srgbClr val="9D6586"/>
            </a:solidFill>
            <a:prstDash val="dash"/>
          </a:ln>
        </p:spPr>
      </p:sp>
      <p:sp>
        <p:nvSpPr>
          <p:cNvPr id="214" name="Offline polygon 214">
            <a:extLst xmlns:a="http://schemas.openxmlformats.org/drawingml/2006/main">
              <a:ext uri="{FF2B5EF4-FFF2-40B4-BE49-F238E27FC236}">
                <a16:creationId xmlns:a16="http://schemas.microsoft.com/office/drawing/2014/main" id="{7F1F7D32-BBD1-4D69-8AFB-DBE2C53D9A14}"/>
              </a:ext>
            </a:extLst>
          </p:cNvPr>
          <p:cNvSpPr>
            <a:spLocks xmlns:a="http://schemas.openxmlformats.org/drawingml/2006/main" noGrp="1"/>
          </p:cNvSpPr>
          <p:nvPr/>
        </p:nvSpPr>
        <p:spPr>
          <a:xfrm xmlns:a="http://schemas.openxmlformats.org/drawingml/2006/main">
            <a:off x="5095875" y="9286875"/>
            <a:ext cx="95250" cy="104775"/>
          </a:xfrm>
          <a:custGeom xmlns:a="http://schemas.openxmlformats.org/drawingml/2006/main">
            <a:pathLst>
              <a:path w="95250" h="104775">
                <a:moveTo>
                  <a:pt x="47625" y="0"/>
                </a:moveTo>
                <a:lnTo>
                  <a:pt x="0" y="104775"/>
                </a:lnTo>
                <a:lnTo>
                  <a:pt x="95250" y="104775"/>
                </a:lnTo>
                <a:close/>
              </a:path>
            </a:pathLst>
          </a:custGeom>
          <a:solidFill xmlns:a="http://schemas.openxmlformats.org/drawingml/2006/main">
            <a:srgbClr val="9D6586"/>
          </a:solidFill>
          <a:ln xmlns:a="http://schemas.openxmlformats.org/drawingml/2006/main" w="0">
            <a:noFill/>
          </a:ln>
        </p:spPr>
      </p:sp>
      <p:sp>
        <p:nvSpPr>
          <p:cNvPr id="215" name="Offline text 215: Apply before">
            <a:extLst xmlns:a="http://schemas.openxmlformats.org/drawingml/2006/main">
              <a:ext uri="{FF2B5EF4-FFF2-40B4-BE49-F238E27FC236}">
                <a16:creationId xmlns:a16="http://schemas.microsoft.com/office/drawing/2014/main" id="{A6842C69-ADED-46B7-8488-975F33E8E189}"/>
              </a:ext>
            </a:extLst>
          </p:cNvPr>
          <p:cNvSpPr>
            <a:spLocks xmlns:a="http://schemas.openxmlformats.org/drawingml/2006/main" noGrp="1"/>
          </p:cNvSpPr>
          <p:nvPr/>
        </p:nvSpPr>
        <p:spPr>
          <a:xfrm xmlns:a="http://schemas.openxmlformats.org/drawingml/2006/main">
            <a:off x="5343525" y="10676477"/>
            <a:ext cx="1231240"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9D6586"/>
                </a:solidFill>
                <a:latin typeface="Arial"/>
                <a:ea typeface="Arial"/>
                <a:cs typeface="Arial"/>
              </a:defRPr>
            </a:pPr>
            <a:r>
              <a:rPr sz="1575" b="0">
                <a:solidFill>
                  <a:srgbClr val="9D6586"/>
                </a:solidFill>
                <a:latin typeface="Arial"/>
                <a:ea typeface="Arial"/>
                <a:cs typeface="Arial"/>
              </a:rPr>
              <a:t>Apply before</a:t>
            </a:r>
          </a:p>
        </p:txBody>
      </p:sp>
      <p:sp>
        <p:nvSpPr>
          <p:cNvPr id="216" name="Offline text 216: next run">
            <a:extLst xmlns:a="http://schemas.openxmlformats.org/drawingml/2006/main">
              <a:ext uri="{FF2B5EF4-FFF2-40B4-BE49-F238E27FC236}">
                <a16:creationId xmlns:a16="http://schemas.microsoft.com/office/drawing/2014/main" id="{57AC2F4C-6368-4F46-9C4C-AA2AF2891666}"/>
              </a:ext>
            </a:extLst>
          </p:cNvPr>
          <p:cNvSpPr>
            <a:spLocks xmlns:a="http://schemas.openxmlformats.org/drawingml/2006/main" noGrp="1"/>
          </p:cNvSpPr>
          <p:nvPr/>
        </p:nvSpPr>
        <p:spPr>
          <a:xfrm xmlns:a="http://schemas.openxmlformats.org/drawingml/2006/main">
            <a:off x="5343525" y="10943177"/>
            <a:ext cx="833990"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9D6586"/>
                </a:solidFill>
                <a:latin typeface="Arial"/>
                <a:ea typeface="Arial"/>
                <a:cs typeface="Arial"/>
              </a:defRPr>
            </a:pPr>
            <a:r>
              <a:rPr sz="1575" b="0">
                <a:solidFill>
                  <a:srgbClr val="9D6586"/>
                </a:solidFill>
                <a:latin typeface="Arial"/>
                <a:ea typeface="Arial"/>
                <a:cs typeface="Arial"/>
              </a:rPr>
              <a:t>next run</a:t>
            </a:r>
          </a:p>
        </p:txBody>
      </p:sp>
      <p:sp>
        <p:nvSpPr>
          <p:cNvPr id="217" name="Offline line 217">
            <a:extLst xmlns:a="http://schemas.openxmlformats.org/drawingml/2006/main">
              <a:ext uri="{FF2B5EF4-FFF2-40B4-BE49-F238E27FC236}">
                <a16:creationId xmlns:a16="http://schemas.microsoft.com/office/drawing/2014/main" id="{9EA6DB5B-E8C3-4928-BCF2-99CF70556B4F}"/>
              </a:ext>
            </a:extLst>
          </p:cNvPr>
          <p:cNvSpPr>
            <a:spLocks xmlns:a="http://schemas.openxmlformats.org/drawingml/2006/main" noGrp="1"/>
          </p:cNvSpPr>
          <p:nvPr/>
        </p:nvSpPr>
        <p:spPr>
          <a:xfrm xmlns:a="http://schemas.openxmlformats.org/drawingml/2006/main">
            <a:off x="16906875" y="7096125"/>
            <a:ext cx="3714750" cy="4276725"/>
          </a:xfrm>
          <a:custGeom xmlns:a="http://schemas.openxmlformats.org/drawingml/2006/main">
            <a:pathLst>
              <a:path w="3714750" h="4276725">
                <a:moveTo>
                  <a:pt x="3714750" y="0"/>
                </a:moveTo>
                <a:lnTo>
                  <a:pt x="3714750" y="4276725"/>
                </a:lnTo>
                <a:lnTo>
                  <a:pt x="0" y="4276725"/>
                </a:lnTo>
              </a:path>
            </a:pathLst>
          </a:custGeom>
          <a:noFill xmlns:a="http://schemas.openxmlformats.org/drawingml/2006/main"/>
          <a:ln xmlns:a="http://schemas.openxmlformats.org/drawingml/2006/main" w="24765">
            <a:solidFill>
              <a:srgbClr val="465E76"/>
            </a:solidFill>
            <a:prstDash val="solid"/>
          </a:ln>
        </p:spPr>
      </p:sp>
      <p:sp>
        <p:nvSpPr>
          <p:cNvPr id="218" name="Offline line 218">
            <a:extLst xmlns:a="http://schemas.openxmlformats.org/drawingml/2006/main">
              <a:ext uri="{FF2B5EF4-FFF2-40B4-BE49-F238E27FC236}">
                <a16:creationId xmlns:a16="http://schemas.microsoft.com/office/drawing/2014/main" id="{0C201F51-F68F-4D7E-AF72-6476C9300D8A}"/>
              </a:ext>
            </a:extLst>
          </p:cNvPr>
          <p:cNvSpPr>
            <a:spLocks xmlns:a="http://schemas.openxmlformats.org/drawingml/2006/main" noGrp="1"/>
          </p:cNvSpPr>
          <p:nvPr/>
        </p:nvSpPr>
        <p:spPr>
          <a:xfrm xmlns:a="http://schemas.openxmlformats.org/drawingml/2006/main">
            <a:off x="18192750" y="8763000"/>
            <a:ext cx="2428875" cy="9525"/>
          </a:xfrm>
          <a:custGeom xmlns:a="http://schemas.openxmlformats.org/drawingml/2006/main">
            <a:pathLst>
              <a:path w="2428875" h="9525">
                <a:moveTo>
                  <a:pt x="0" y="0"/>
                </a:moveTo>
                <a:lnTo>
                  <a:pt x="2428875" y="0"/>
                </a:lnTo>
              </a:path>
            </a:pathLst>
          </a:custGeom>
          <a:noFill xmlns:a="http://schemas.openxmlformats.org/drawingml/2006/main"/>
          <a:ln xmlns:a="http://schemas.openxmlformats.org/drawingml/2006/main" w="24765">
            <a:solidFill>
              <a:srgbClr val="465E76"/>
            </a:solidFill>
            <a:prstDash val="solid"/>
          </a:ln>
        </p:spPr>
      </p:sp>
      <p:sp>
        <p:nvSpPr>
          <p:cNvPr id="219" name="Offline text 219: Trace">
            <a:extLst xmlns:a="http://schemas.openxmlformats.org/drawingml/2006/main">
              <a:ext uri="{FF2B5EF4-FFF2-40B4-BE49-F238E27FC236}">
                <a16:creationId xmlns:a16="http://schemas.microsoft.com/office/drawing/2014/main" id="{7F29DCB3-284A-4235-960E-48A23170E495}"/>
              </a:ext>
            </a:extLst>
          </p:cNvPr>
          <p:cNvSpPr>
            <a:spLocks xmlns:a="http://schemas.openxmlformats.org/drawingml/2006/main" noGrp="1"/>
          </p:cNvSpPr>
          <p:nvPr/>
        </p:nvSpPr>
        <p:spPr>
          <a:xfrm xmlns:a="http://schemas.openxmlformats.org/drawingml/2006/main">
            <a:off x="18573750" y="8456295"/>
            <a:ext cx="57645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9697A"/>
                </a:solidFill>
                <a:latin typeface="Arial"/>
                <a:ea typeface="Arial"/>
                <a:cs typeface="Arial"/>
              </a:defRPr>
            </a:pPr>
            <a:r>
              <a:rPr sz="1500" b="0">
                <a:solidFill>
                  <a:srgbClr val="59697A"/>
                </a:solidFill>
                <a:latin typeface="Arial"/>
                <a:ea typeface="Arial"/>
                <a:cs typeface="Arial"/>
              </a:rPr>
              <a:t>Trace</a:t>
            </a:r>
          </a:p>
        </p:txBody>
      </p:sp>
      <p:sp>
        <p:nvSpPr>
          <p:cNvPr id="220" name="Offline text 220: Report">
            <a:extLst xmlns:a="http://schemas.openxmlformats.org/drawingml/2006/main">
              <a:ext uri="{FF2B5EF4-FFF2-40B4-BE49-F238E27FC236}">
                <a16:creationId xmlns:a16="http://schemas.microsoft.com/office/drawing/2014/main" id="{03422494-DBDF-4A57-865F-D095EC1CA760}"/>
              </a:ext>
            </a:extLst>
          </p:cNvPr>
          <p:cNvSpPr>
            <a:spLocks xmlns:a="http://schemas.openxmlformats.org/drawingml/2006/main" noGrp="1"/>
          </p:cNvSpPr>
          <p:nvPr/>
        </p:nvSpPr>
        <p:spPr>
          <a:xfrm xmlns:a="http://schemas.openxmlformats.org/drawingml/2006/main">
            <a:off x="20802600" y="7827645"/>
            <a:ext cx="69361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9697A"/>
                </a:solidFill>
                <a:latin typeface="Arial"/>
                <a:ea typeface="Arial"/>
                <a:cs typeface="Arial"/>
              </a:defRPr>
            </a:pPr>
            <a:r>
              <a:rPr sz="1500" b="0">
                <a:solidFill>
                  <a:srgbClr val="59697A"/>
                </a:solidFill>
                <a:latin typeface="Arial"/>
                <a:ea typeface="Arial"/>
                <a:cs typeface="Arial"/>
              </a:rPr>
              <a:t>Report</a:t>
            </a:r>
          </a:p>
        </p:txBody>
      </p:sp>
      <p:sp>
        <p:nvSpPr>
          <p:cNvPr id="221" name="Offline line 221">
            <a:extLst xmlns:a="http://schemas.openxmlformats.org/drawingml/2006/main">
              <a:ext uri="{FF2B5EF4-FFF2-40B4-BE49-F238E27FC236}">
                <a16:creationId xmlns:a16="http://schemas.microsoft.com/office/drawing/2014/main" id="{0EED2F04-82D2-4ACA-9AF9-875CA876DC93}"/>
              </a:ext>
            </a:extLst>
          </p:cNvPr>
          <p:cNvSpPr>
            <a:spLocks xmlns:a="http://schemas.openxmlformats.org/drawingml/2006/main" noGrp="1"/>
          </p:cNvSpPr>
          <p:nvPr/>
        </p:nvSpPr>
        <p:spPr>
          <a:xfrm xmlns:a="http://schemas.openxmlformats.org/drawingml/2006/main">
            <a:off x="16906875" y="11372850"/>
            <a:ext cx="9525" cy="819150"/>
          </a:xfrm>
          <a:custGeom xmlns:a="http://schemas.openxmlformats.org/drawingml/2006/main">
            <a:pathLst>
              <a:path w="9525" h="819150">
                <a:moveTo>
                  <a:pt x="0" y="0"/>
                </a:moveTo>
                <a:lnTo>
                  <a:pt x="0" y="819150"/>
                </a:lnTo>
              </a:path>
            </a:pathLst>
          </a:custGeom>
          <a:noFill xmlns:a="http://schemas.openxmlformats.org/drawingml/2006/main"/>
          <a:ln xmlns:a="http://schemas.openxmlformats.org/drawingml/2006/main" w="24765">
            <a:solidFill>
              <a:srgbClr val="465E76"/>
            </a:solidFill>
            <a:prstDash val="solid"/>
          </a:ln>
        </p:spPr>
      </p:sp>
      <p:sp>
        <p:nvSpPr>
          <p:cNvPr id="222" name="Offline polygon 222">
            <a:extLst xmlns:a="http://schemas.openxmlformats.org/drawingml/2006/main">
              <a:ext uri="{FF2B5EF4-FFF2-40B4-BE49-F238E27FC236}">
                <a16:creationId xmlns:a16="http://schemas.microsoft.com/office/drawing/2014/main" id="{3BA11821-FE0D-4BAE-B6DE-3F3D3629EDA0}"/>
              </a:ext>
            </a:extLst>
          </p:cNvPr>
          <p:cNvSpPr>
            <a:spLocks xmlns:a="http://schemas.openxmlformats.org/drawingml/2006/main" noGrp="1"/>
          </p:cNvSpPr>
          <p:nvPr/>
        </p:nvSpPr>
        <p:spPr>
          <a:xfrm xmlns:a="http://schemas.openxmlformats.org/drawingml/2006/main">
            <a:off x="16859250" y="12087225"/>
            <a:ext cx="95250" cy="104775"/>
          </a:xfrm>
          <a:custGeom xmlns:a="http://schemas.openxmlformats.org/drawingml/2006/main">
            <a:pathLst>
              <a:path w="95250" h="104775">
                <a:moveTo>
                  <a:pt x="47625" y="104775"/>
                </a:moveTo>
                <a:lnTo>
                  <a:pt x="95250" y="0"/>
                </a:lnTo>
                <a:lnTo>
                  <a:pt x="0" y="0"/>
                </a:lnTo>
                <a:close/>
              </a:path>
            </a:pathLst>
          </a:custGeom>
          <a:solidFill xmlns:a="http://schemas.openxmlformats.org/drawingml/2006/main">
            <a:srgbClr val="465E76"/>
          </a:solidFill>
          <a:ln xmlns:a="http://schemas.openxmlformats.org/drawingml/2006/main" w="0">
            <a:noFill/>
          </a:ln>
        </p:spPr>
      </p:sp>
      <p:sp>
        <p:nvSpPr>
          <p:cNvPr id="223" name="Offline text 223: Trace + report">
            <a:extLst xmlns:a="http://schemas.openxmlformats.org/drawingml/2006/main">
              <a:ext uri="{FF2B5EF4-FFF2-40B4-BE49-F238E27FC236}">
                <a16:creationId xmlns:a16="http://schemas.microsoft.com/office/drawing/2014/main" id="{E197079E-2D83-4B0D-9BD4-5505CC254606}"/>
              </a:ext>
            </a:extLst>
          </p:cNvPr>
          <p:cNvSpPr>
            <a:spLocks xmlns:a="http://schemas.openxmlformats.org/drawingml/2006/main" noGrp="1"/>
          </p:cNvSpPr>
          <p:nvPr/>
        </p:nvSpPr>
        <p:spPr>
          <a:xfrm xmlns:a="http://schemas.openxmlformats.org/drawingml/2006/main">
            <a:off x="17097375" y="11780520"/>
            <a:ext cx="1298829"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9697A"/>
                </a:solidFill>
                <a:latin typeface="Arial"/>
                <a:ea typeface="Arial"/>
                <a:cs typeface="Arial"/>
              </a:defRPr>
            </a:pPr>
            <a:r>
              <a:rPr sz="1500" b="0">
                <a:solidFill>
                  <a:srgbClr val="59697A"/>
                </a:solidFill>
                <a:latin typeface="Arial"/>
                <a:ea typeface="Arial"/>
                <a:cs typeface="Arial"/>
              </a:rPr>
              <a:t>Trace + report</a:t>
            </a:r>
          </a:p>
        </p:txBody>
      </p:sp>
      <p:sp>
        <p:nvSpPr>
          <p:cNvPr id="224" name="Offline line 224">
            <a:extLst xmlns:a="http://schemas.openxmlformats.org/drawingml/2006/main">
              <a:ext uri="{FF2B5EF4-FFF2-40B4-BE49-F238E27FC236}">
                <a16:creationId xmlns:a16="http://schemas.microsoft.com/office/drawing/2014/main" id="{DA4EFE80-89E0-4BED-87DA-547279DDE51C}"/>
              </a:ext>
            </a:extLst>
          </p:cNvPr>
          <p:cNvSpPr>
            <a:spLocks xmlns:a="http://schemas.openxmlformats.org/drawingml/2006/main" noGrp="1"/>
          </p:cNvSpPr>
          <p:nvPr/>
        </p:nvSpPr>
        <p:spPr>
          <a:xfrm xmlns:a="http://schemas.openxmlformats.org/drawingml/2006/main">
            <a:off x="523875" y="13954125"/>
            <a:ext cx="21669375" cy="9525"/>
          </a:xfrm>
          <a:custGeom xmlns:a="http://schemas.openxmlformats.org/drawingml/2006/main">
            <a:pathLst>
              <a:path w="21669375" h="9525">
                <a:moveTo>
                  <a:pt x="0" y="0"/>
                </a:moveTo>
                <a:lnTo>
                  <a:pt x="21669375" y="0"/>
                </a:lnTo>
              </a:path>
            </a:pathLst>
          </a:custGeom>
          <a:noFill xmlns:a="http://schemas.openxmlformats.org/drawingml/2006/main"/>
          <a:ln xmlns:a="http://schemas.openxmlformats.org/drawingml/2006/main" w="11430">
            <a:solidFill>
              <a:srgbClr val="C7D3DF"/>
            </a:solidFill>
            <a:prstDash val="solid"/>
          </a:ln>
        </p:spPr>
      </p:sp>
      <p:sp>
        <p:nvSpPr>
          <p:cNvPr id="225" name="Offline module 225">
            <a:extLst xmlns:a="http://schemas.openxmlformats.org/drawingml/2006/main">
              <a:ext uri="{FF2B5EF4-FFF2-40B4-BE49-F238E27FC236}">
                <a16:creationId xmlns:a16="http://schemas.microsoft.com/office/drawing/2014/main" id="{AD880CBB-DC86-49BE-BBA1-DBD0DE2A0D87}"/>
              </a:ext>
            </a:extLst>
          </p:cNvPr>
          <p:cNvSpPr>
            <a:spLocks xmlns:a="http://schemas.openxmlformats.org/drawingml/2006/main" noGrp="1"/>
          </p:cNvSpPr>
          <p:nvPr/>
        </p:nvSpPr>
        <p:spPr>
          <a:xfrm xmlns:a="http://schemas.openxmlformats.org/drawingml/2006/main">
            <a:off x="523875" y="14192250"/>
            <a:ext cx="190500" cy="142875"/>
          </a:xfrm>
          <a:prstGeom xmlns:a="http://schemas.openxmlformats.org/drawingml/2006/main" prst="roundRect">
            <a:avLst>
              <a:gd name="adj" fmla="val 13333"/>
            </a:avLst>
          </a:prstGeom>
          <a:solidFill xmlns:a="http://schemas.openxmlformats.org/drawingml/2006/main">
            <a:srgbClr val="E8F1FB"/>
          </a:solidFill>
          <a:ln xmlns:a="http://schemas.openxmlformats.org/drawingml/2006/main" w="15240">
            <a:solidFill>
              <a:srgbClr val="4475A5"/>
            </a:solidFill>
            <a:prstDash val="solid"/>
          </a:ln>
        </p:spPr>
      </p:sp>
      <p:sp>
        <p:nvSpPr>
          <p:cNvPr id="226" name="Offline text 226: Program">
            <a:extLst xmlns:a="http://schemas.openxmlformats.org/drawingml/2006/main">
              <a:ext uri="{FF2B5EF4-FFF2-40B4-BE49-F238E27FC236}">
                <a16:creationId xmlns:a16="http://schemas.microsoft.com/office/drawing/2014/main" id="{AB289EE9-9A59-400C-A4AF-E089E96CDDD2}"/>
              </a:ext>
            </a:extLst>
          </p:cNvPr>
          <p:cNvSpPr>
            <a:spLocks xmlns:a="http://schemas.openxmlformats.org/drawingml/2006/main" noGrp="1"/>
          </p:cNvSpPr>
          <p:nvPr/>
        </p:nvSpPr>
        <p:spPr>
          <a:xfrm xmlns:a="http://schemas.openxmlformats.org/drawingml/2006/main">
            <a:off x="819150" y="14169580"/>
            <a:ext cx="768210" cy="231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9697A"/>
                </a:solidFill>
                <a:latin typeface="Arial"/>
                <a:ea typeface="Arial"/>
                <a:cs typeface="Arial"/>
              </a:defRPr>
            </a:pPr>
            <a:r>
              <a:rPr sz="1350" b="0">
                <a:solidFill>
                  <a:srgbClr val="59697A"/>
                </a:solidFill>
                <a:latin typeface="Arial"/>
                <a:ea typeface="Arial"/>
                <a:cs typeface="Arial"/>
              </a:rPr>
              <a:t>Program</a:t>
            </a:r>
          </a:p>
        </p:txBody>
      </p:sp>
      <p:sp>
        <p:nvSpPr>
          <p:cNvPr id="227" name="Offline module 227">
            <a:extLst xmlns:a="http://schemas.openxmlformats.org/drawingml/2006/main">
              <a:ext uri="{FF2B5EF4-FFF2-40B4-BE49-F238E27FC236}">
                <a16:creationId xmlns:a16="http://schemas.microsoft.com/office/drawing/2014/main" id="{6E09F810-1EDF-4CE1-A2AB-1DD37E5239E5}"/>
              </a:ext>
            </a:extLst>
          </p:cNvPr>
          <p:cNvSpPr>
            <a:spLocks xmlns:a="http://schemas.openxmlformats.org/drawingml/2006/main" noGrp="1"/>
          </p:cNvSpPr>
          <p:nvPr/>
        </p:nvSpPr>
        <p:spPr>
          <a:xfrm xmlns:a="http://schemas.openxmlformats.org/drawingml/2006/main">
            <a:off x="2000250" y="14192250"/>
            <a:ext cx="190500" cy="142875"/>
          </a:xfrm>
          <a:prstGeom xmlns:a="http://schemas.openxmlformats.org/drawingml/2006/main" prst="roundRect">
            <a:avLst>
              <a:gd name="adj" fmla="val 13333"/>
            </a:avLst>
          </a:prstGeom>
          <a:solidFill xmlns:a="http://schemas.openxmlformats.org/drawingml/2006/main">
            <a:srgbClr val="FFF0D4"/>
          </a:solidFill>
          <a:ln xmlns:a="http://schemas.openxmlformats.org/drawingml/2006/main" w="15240">
            <a:solidFill>
              <a:srgbClr val="C18B31"/>
            </a:solidFill>
            <a:prstDash val="solid"/>
          </a:ln>
        </p:spPr>
      </p:sp>
      <p:sp>
        <p:nvSpPr>
          <p:cNvPr id="228" name="Offline text 228: Decision LLM">
            <a:extLst xmlns:a="http://schemas.openxmlformats.org/drawingml/2006/main">
              <a:ext uri="{FF2B5EF4-FFF2-40B4-BE49-F238E27FC236}">
                <a16:creationId xmlns:a16="http://schemas.microsoft.com/office/drawing/2014/main" id="{F44D1C23-B175-4F96-8930-7641EF9A0B86}"/>
              </a:ext>
            </a:extLst>
          </p:cNvPr>
          <p:cNvSpPr>
            <a:spLocks xmlns:a="http://schemas.openxmlformats.org/drawingml/2006/main" noGrp="1"/>
          </p:cNvSpPr>
          <p:nvPr/>
        </p:nvSpPr>
        <p:spPr>
          <a:xfrm xmlns:a="http://schemas.openxmlformats.org/drawingml/2006/main">
            <a:off x="2295525" y="14169580"/>
            <a:ext cx="1152773" cy="231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9697A"/>
                </a:solidFill>
                <a:latin typeface="Arial"/>
                <a:ea typeface="Arial"/>
                <a:cs typeface="Arial"/>
              </a:defRPr>
            </a:pPr>
            <a:r>
              <a:rPr sz="1350" b="0">
                <a:solidFill>
                  <a:srgbClr val="59697A"/>
                </a:solidFill>
                <a:latin typeface="Arial"/>
                <a:ea typeface="Arial"/>
                <a:cs typeface="Arial"/>
              </a:rPr>
              <a:t>Decision LLM</a:t>
            </a:r>
          </a:p>
        </p:txBody>
      </p:sp>
      <p:sp>
        <p:nvSpPr>
          <p:cNvPr id="229" name="Offline module 229">
            <a:extLst xmlns:a="http://schemas.openxmlformats.org/drawingml/2006/main">
              <a:ext uri="{FF2B5EF4-FFF2-40B4-BE49-F238E27FC236}">
                <a16:creationId xmlns:a16="http://schemas.microsoft.com/office/drawing/2014/main" id="{68E26257-5517-44CC-A880-4C8417451726}"/>
              </a:ext>
            </a:extLst>
          </p:cNvPr>
          <p:cNvSpPr>
            <a:spLocks xmlns:a="http://schemas.openxmlformats.org/drawingml/2006/main" noGrp="1"/>
          </p:cNvSpPr>
          <p:nvPr/>
        </p:nvSpPr>
        <p:spPr>
          <a:xfrm xmlns:a="http://schemas.openxmlformats.org/drawingml/2006/main">
            <a:off x="3905250" y="14192250"/>
            <a:ext cx="190500" cy="142875"/>
          </a:xfrm>
          <a:prstGeom xmlns:a="http://schemas.openxmlformats.org/drawingml/2006/main" prst="roundRect">
            <a:avLst>
              <a:gd name="adj" fmla="val 13333"/>
            </a:avLst>
          </a:prstGeom>
          <a:solidFill xmlns:a="http://schemas.openxmlformats.org/drawingml/2006/main">
            <a:srgbClr val="F0E8F9"/>
          </a:solidFill>
          <a:ln xmlns:a="http://schemas.openxmlformats.org/drawingml/2006/main" w="15240">
            <a:solidFill>
              <a:srgbClr val="9272B6"/>
            </a:solidFill>
            <a:prstDash val="solid"/>
          </a:ln>
        </p:spPr>
      </p:sp>
      <p:sp>
        <p:nvSpPr>
          <p:cNvPr id="230" name="Offline text 230: Verifier LLM">
            <a:extLst xmlns:a="http://schemas.openxmlformats.org/drawingml/2006/main">
              <a:ext uri="{FF2B5EF4-FFF2-40B4-BE49-F238E27FC236}">
                <a16:creationId xmlns:a16="http://schemas.microsoft.com/office/drawing/2014/main" id="{B752D4A6-8709-4395-805A-0BCD7FB7A6F6}"/>
              </a:ext>
            </a:extLst>
          </p:cNvPr>
          <p:cNvSpPr>
            <a:spLocks xmlns:a="http://schemas.openxmlformats.org/drawingml/2006/main" noGrp="1"/>
          </p:cNvSpPr>
          <p:nvPr/>
        </p:nvSpPr>
        <p:spPr>
          <a:xfrm xmlns:a="http://schemas.openxmlformats.org/drawingml/2006/main">
            <a:off x="4200525" y="14169580"/>
            <a:ext cx="1027271" cy="231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9697A"/>
                </a:solidFill>
                <a:latin typeface="Arial"/>
                <a:ea typeface="Arial"/>
                <a:cs typeface="Arial"/>
              </a:defRPr>
            </a:pPr>
            <a:r>
              <a:rPr sz="1350" b="0">
                <a:solidFill>
                  <a:srgbClr val="59697A"/>
                </a:solidFill>
                <a:latin typeface="Arial"/>
                <a:ea typeface="Arial"/>
                <a:cs typeface="Arial"/>
              </a:rPr>
              <a:t>Verifier LLM</a:t>
            </a:r>
          </a:p>
        </p:txBody>
      </p:sp>
      <p:sp>
        <p:nvSpPr>
          <p:cNvPr id="231" name="Offline text 231: [1] LLM-Modulo, ICML 2024.   [2] CRITIC, ICLR 2024.   Adapted verification mechanisms.">
            <a:extLst xmlns:a="http://schemas.openxmlformats.org/drawingml/2006/main">
              <a:ext uri="{FF2B5EF4-FFF2-40B4-BE49-F238E27FC236}">
                <a16:creationId xmlns:a16="http://schemas.microsoft.com/office/drawing/2014/main" id="{118157E2-6142-40E5-B358-44E8FAAD7C25}"/>
              </a:ext>
            </a:extLst>
          </p:cNvPr>
          <p:cNvSpPr>
            <a:spLocks xmlns:a="http://schemas.openxmlformats.org/drawingml/2006/main" noGrp="1"/>
          </p:cNvSpPr>
          <p:nvPr/>
        </p:nvSpPr>
        <p:spPr>
          <a:xfrm xmlns:a="http://schemas.openxmlformats.org/drawingml/2006/main">
            <a:off x="15321763" y="14169580"/>
            <a:ext cx="6871487" cy="231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0">
                <a:solidFill>
                  <a:srgbClr val="59697A"/>
                </a:solidFill>
                <a:latin typeface="Arial"/>
                <a:ea typeface="Arial"/>
                <a:cs typeface="Arial"/>
              </a:defRPr>
            </a:pPr>
            <a:r>
              <a:rPr sz="1350" b="0">
                <a:solidFill>
                  <a:srgbClr val="59697A"/>
                </a:solidFill>
                <a:latin typeface="Arial"/>
                <a:ea typeface="Arial"/>
                <a:cs typeface="Arial"/>
              </a:rPr>
              <a:t>[1] LLM-Modulo, ICML 2024.   [2] CRITIC, ICLR 2024.   Adapted verification mechanisms.</a:t>
            </a:r>
          </a:p>
        </p:txBody>
      </p:sp>
    </p:spTree>
    <p:extLst>
      <p:ext uri="{BB962C8B-B14F-4D97-AF65-F5344CB8AC3E}">
        <p14:creationId xmlns:p14="http://schemas.microsoft.com/office/powerpoint/2010/main" val="18373375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2026-09-30T16:01:25.3570000Z</dcterms:created>
  <dcterms:modified xsi:type="dcterms:W3CDTF">2026-09-30T16:01:25.3570000Z</dcterms:modified>
</coreProperties>
</file>