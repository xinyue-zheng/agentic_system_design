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Preprocessor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(Rule-Based, No Agent)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5120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typical traffic at outage time?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Same-weekday median at outage hour — using workday or weekend distribution separately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9951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outage period a peak?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p75 of same-type-day hourly medians — not a single peak-hour check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88696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each backup absorb the displaced load?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total = backup baseline + (target traffic × absorption fraction) vs capacity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0744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unusual conditions?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2σ anomaly detection on recent vs historical same slot + 7-day rolling trend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444752"/>
            <a:ext cx="0" cy="3154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353312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53312"/>
            <a:ext cx="4160520" cy="246888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5331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Reference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636776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 to same weekday type (workday Mon–Fri / weekend Sat–Sun)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hourly median within that subset → 24-point reference distribution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outage_is_peak: outage slot median &gt; p75 of reference distribution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traffic_rank_percentile: % of reference hours below outage slot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3028950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028950"/>
            <a:ext cx="4160520" cy="246888"/>
          </a:xfrm>
          <a:prstGeom prst="rect">
            <a:avLst/>
          </a:prstGeom>
          <a:solidFill>
            <a:srgbClr val="354B7A"/>
          </a:solidFill>
          <a:ln w="12700">
            <a:solidFill>
              <a:srgbClr val="35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895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Prediction per Backup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312414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absorption_fraction: from coverage preprocessor (not computed here)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predicted_additional_mbps = hist_target_traffic × absorption_fraction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predicted_total_mbps = backup_baseline + predicted_additional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headroom_fraction = (capacity − total) / capacity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overload_risk: low &gt; 30% / medium 10–30% / high &lt; 10%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53312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53312"/>
            <a:ext cx="4389120" cy="246888"/>
          </a:xfrm>
          <a:prstGeom prst="rect">
            <a:avLst/>
          </a:prstGeom>
          <a:solidFill>
            <a:srgbClr val="7B2020"/>
          </a:solidFill>
          <a:ln w="12700">
            <a:solidFill>
              <a:srgbClr val="7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533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USID Output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36776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historical_traffic_at_outage_hour_mbps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peak_traffic_during_outage_window_mbps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outage_is_peak + traffic_rank_percentile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anomaly_flag + anomaly_reason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70404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470404"/>
            <a:ext cx="4389120" cy="246888"/>
          </a:xfrm>
          <a:prstGeom prst="rect">
            <a:avLst/>
          </a:prstGeom>
          <a:solidFill>
            <a:srgbClr val="6B3080"/>
          </a:solidFill>
          <a:ln w="12700">
            <a:solidFill>
              <a:srgbClr val="6B3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704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Per-Backup Output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753868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predicted_total_load_mbps + headroom_fraction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overload_risk  (low / medium / high)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backup_is_peak_hour + backup_traffic_rank_percentile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data_points_count  (reliability of estimate)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87496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587496"/>
            <a:ext cx="4389120" cy="246888"/>
          </a:xfrm>
          <a:prstGeom prst="rect">
            <a:avLst/>
          </a:prstGeom>
          <a:solidFill>
            <a:srgbClr val="7A6B1A"/>
          </a:solidFill>
          <a:ln w="12700">
            <a:solidFill>
              <a:srgbClr val="7A6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874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Output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870960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traffic_trend_7d  (rising / stable / falling)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day_type  (workday / weekend)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outage_hours list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kpi_summary.json saved to run artifacts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535"/>
          </a:solidFill>
          <a:ln w="12700">
            <a:solidFill>
              <a:srgbClr val="1A3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663440"/>
            <a:ext cx="8686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columns: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D_DL_TP_VALUE  ·  D_UL_TP_VALUE  ·  D_DL_VOL_VALUE  ·  D_UL_VOL_VALUE  ·  UTC_HOUR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(LLM)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5120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analytical question for this ticket?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outage_type — full / partial / degraded each imply a different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9951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is most relevant for this specific case?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Curates concise assessment brief from KPI + coverage — selects, does not transcribe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88696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case unusual vs a typical outage?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Cross-dimension compound signal scan — e.g. bottleneck backup + infrastructure overlap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0744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order should evidence be examined?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Priority-ordered 2–4 steps for the executor, each with specific_instruction + reason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444752"/>
            <a:ext cx="0" cy="3154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353312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53312"/>
            <a:ext cx="4160520" cy="246888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5331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Construction  (context compaction)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636776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analytical question from ticket type before reading any metric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decision-relevant data — drops redundant fields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backups by overload_risk, highest first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capacity data explicitly in brief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overlap always included if present in coverage data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organised_brief is the executor's sole data source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3028950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028950"/>
            <a:ext cx="4160520" cy="246888"/>
          </a:xfrm>
          <a:prstGeom prst="rect">
            <a:avLst/>
          </a:prstGeom>
          <a:solidFill>
            <a:srgbClr val="354B7A"/>
          </a:solidFill>
          <a:ln w="12700">
            <a:solidFill>
              <a:srgbClr val="35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895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Generation  (signal-driven)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312414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across KPI + coverage for compound signals (not dimension-by-dimension)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what is case-specific vs typical for this outage type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steps by priority — most decisive risk addressed first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step: focus + reason (why this order) + specific_instruction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53312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53312"/>
            <a:ext cx="4389120" cy="246888"/>
          </a:xfrm>
          <a:prstGeom prst="rect">
            <a:avLst/>
          </a:prstGeom>
          <a:solidFill>
            <a:srgbClr val="7B2020"/>
          </a:solidFill>
          <a:ln w="12700">
            <a:solidFill>
              <a:srgbClr val="7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533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ticket_context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36776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outage_type  (full_outage / partial_outage / degraded_service)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analytical_question  (one sentence)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outage_scope  (USID, time window, day type)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70404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470404"/>
            <a:ext cx="4389120" cy="246888"/>
          </a:xfrm>
          <a:prstGeom prst="rect">
            <a:avLst/>
          </a:prstGeom>
          <a:solidFill>
            <a:srgbClr val="6B3080"/>
          </a:solidFill>
          <a:ln w="12700">
            <a:solidFill>
              <a:srgbClr val="6B3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704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case_characterisation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753868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what_makes_this_specific  (or 'textbook case' if nothing unusual)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dimensions_and_relevance: coverage / capacity / timing — each with supporting number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87496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587496"/>
            <a:ext cx="4389120" cy="246888"/>
          </a:xfrm>
          <a:prstGeom prst="rect">
            <a:avLst/>
          </a:prstGeom>
          <a:solidFill>
            <a:srgbClr val="7A6B1A"/>
          </a:solidFill>
          <a:ln w="12700">
            <a:solidFill>
              <a:srgbClr val="7A6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874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organised_brief  +  analysis_plan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870960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organised_brief: SITUATION / CAPACITY / COVERAGE / TIMING sections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analysis_plan: list of {step, focus, reason, specific_instruction}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steps, case-specific — not a fixed template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535"/>
          </a:solidFill>
          <a:ln w="12700">
            <a:solidFill>
              <a:srgbClr val="1A3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663440"/>
            <a:ext cx="8686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kpi_summary  ·  coverage_result  ·  ticket_context  ·  (attribute temporarily excluded)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Agent  (Executor)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(LLM)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5120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plan am I executing?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analysis_plan completely before reading any evidence from the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9951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brief say for each plan step?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specific numbers from organised_brief — no raw data access, no memory-based numbers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88696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step conclude?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 named conclusion at end of each step before proceeding to the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0744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severity?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from compound step conclusions — impact levels derived from steps, not independently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444752"/>
            <a:ext cx="0" cy="3154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353312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53312"/>
            <a:ext cx="4160520" cy="246888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5331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Rules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636776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analysis_plan before any data — sets the analytical frame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steps IN ORDER — no skipping, no reordering, no merging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cited must come from organised_brief only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named conclusion at end of each step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introduce analysis directions not in the 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3028950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028950"/>
            <a:ext cx="4160520" cy="246888"/>
          </a:xfrm>
          <a:prstGeom prst="rect">
            <a:avLst/>
          </a:prstGeom>
          <a:solidFill>
            <a:srgbClr val="354B7A"/>
          </a:solidFill>
          <a:ln w="12700">
            <a:solidFill>
              <a:srgbClr val="35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895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Synthesis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312414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coverage/capacity/timing_impact derived FROM step conclusions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overall_severity must be consistent with all three impact levels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key_findings: compound insights, not single-metric reports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capped at 'medium' if KPI missing for majority of backups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53312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53312"/>
            <a:ext cx="4389120" cy="246888"/>
          </a:xfrm>
          <a:prstGeom prst="rect">
            <a:avLst/>
          </a:prstGeom>
          <a:solidFill>
            <a:srgbClr val="7B2020"/>
          </a:solidFill>
          <a:ln w="12700">
            <a:solidFill>
              <a:srgbClr val="7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533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plan_execution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36776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steps_received  (count matching analysis_plan)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step_conclusions: [{step, focus, conclusion}]  — one entry per step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70404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470404"/>
            <a:ext cx="4389120" cy="246888"/>
          </a:xfrm>
          <a:prstGeom prst="rect">
            <a:avLst/>
          </a:prstGeom>
          <a:solidFill>
            <a:srgbClr val="6B3080"/>
          </a:solidFill>
          <a:ln w="12700">
            <a:solidFill>
              <a:srgbClr val="6B3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704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753868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coverage_impact / capacity_impact / timing_impact  {level, reasoning}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overall_severity (1–5) + severity_reasoning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 (low / medium / high) + confidence_reasoning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87496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587496"/>
            <a:ext cx="4389120" cy="246888"/>
          </a:xfrm>
          <a:prstGeom prst="rect">
            <a:avLst/>
          </a:prstGeom>
          <a:solidFill>
            <a:srgbClr val="7A6B1A"/>
          </a:solidFill>
          <a:ln w="12700">
            <a:solidFill>
              <a:srgbClr val="7A6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874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+  flags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870960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key_findings: 2–4 items, each citing 2+ data points with conclusion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key_risks + recommended_actions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flags.unresolved  [{type, description, attempted, impact_on_conclusion}]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535"/>
          </a:solidFill>
          <a:ln w="12700">
            <a:solidFill>
              <a:srgbClr val="1A3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663440"/>
            <a:ext cx="8686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organised_brief only  ·  executor does not receive raw preprocessed data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(LLM)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5120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planner produce a good plan?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Quality: analysis_plan is case-specific and references actual data values from the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9951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executor follow the plan?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Adherence: step_conclusions match plan's specific_instructions, each step traceable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88696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severity verdict logically consistent?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Consistency: overall_severity aligns with coverage/capacity/timing impact levels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0744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all relevant evidence used?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Coverage: thinking cites numbers from organised_brief for all key dimensions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444752"/>
            <a:ext cx="0" cy="3154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353312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53312"/>
            <a:ext cx="4160520" cy="246888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5331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Quality Check  (on planner_output)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636776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analysis_plan specific to THIS case — not a generic template?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step specific_instructions reference actual values from the brief?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case_characterisation identify real compound signals with numbers?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 – 1.0  with justification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3028950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028950"/>
            <a:ext cx="4160520" cy="246888"/>
          </a:xfrm>
          <a:prstGeom prst="rect">
            <a:avLst/>
          </a:prstGeom>
          <a:solidFill>
            <a:srgbClr val="354B7A"/>
          </a:solidFill>
          <a:ln w="12700">
            <a:solidFill>
              <a:srgbClr val="35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895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Checks  (on fa_output)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312414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Adherence: step_conclusions match plan's specific_instructions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Consistency: severity consistent with three impact level verdicts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Coverage: thinking cites from organised_brief, all dimensions present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criterion scored 0.0 – 1.0 independently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53312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53312"/>
            <a:ext cx="4389120" cy="246888"/>
          </a:xfrm>
          <a:prstGeom prst="rect">
            <a:avLst/>
          </a:prstGeom>
          <a:solidFill>
            <a:srgbClr val="7B2020"/>
          </a:solidFill>
          <a:ln w="12700">
            <a:solidFill>
              <a:srgbClr val="7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533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 +  Verdict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36776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 (weighted average of four criteria)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 (threshold-based)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per-criterion scores with justification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70404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470404"/>
            <a:ext cx="4389120" cy="246888"/>
          </a:xfrm>
          <a:prstGeom prst="rect">
            <a:avLst/>
          </a:prstGeom>
          <a:solidFill>
            <a:srgbClr val="6B3080"/>
          </a:solidFill>
          <a:ln w="12700">
            <a:solidFill>
              <a:srgbClr val="6B3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704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fail_reasons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753868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issues per low-scoring criterion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to exact field in planner_output or fa_output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reflector to diagnose error source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87496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587496"/>
            <a:ext cx="4389120" cy="246888"/>
          </a:xfrm>
          <a:prstGeom prst="rect">
            <a:avLst/>
          </a:prstGeom>
          <a:solidFill>
            <a:srgbClr val="7A6B1A"/>
          </a:solidFill>
          <a:ln w="12700">
            <a:solidFill>
              <a:srgbClr val="7A6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874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870960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planner_output  (ticket_context, organised_brief, case_characterisation, analysis_plan)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fa_output  (plan_execution, thinking, analysis)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 (for context only)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535"/>
          </a:solidFill>
          <a:ln w="12700">
            <a:solidFill>
              <a:srgbClr val="1A3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663440"/>
            <a:ext cx="8686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Quality  ·  Plan Adherence  ·  Logical Consistency  ·  Evidence Coverage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(LLM  —  runs only when predicted ≠ gt severity)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5120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prediction correct?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predicted_severity == gt_severity → NO_OP, skip entirely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9951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error under- or over-estimated?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direction and magnitude — guides which type of lesson to extract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88696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plan step or reasoning gap caused the error?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fa_output.step_conclusions against gt to find where reasoning went wrong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0744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concrete lesson fixes this? → </a:t>
            </a:r>
            <a:pPr indent="0" marL="0">
              <a:buNone/>
            </a:pPr>
            <a:r>
              <a:rPr lang="en-US" sz="1100" dirty="0">
                <a:solidFill>
                  <a:srgbClr val="44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cites numbers from fa_output, not a duplicate of withdrawn lessons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444752"/>
            <a:ext cx="0" cy="3154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353312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53312"/>
            <a:ext cx="4160520" cy="246888"/>
          </a:xfrm>
          <a:prstGeom prst="rect">
            <a:avLst/>
          </a:prstGeom>
          <a:solidFill>
            <a:srgbClr val="2A6E6E"/>
          </a:solidFill>
          <a:ln w="12700">
            <a:solidFill>
              <a:srgbClr val="2A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5331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Diagnosis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636776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predicted_severity vs gt_severity → direction + magnitude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planner's analysis_plan to understand what was prioritised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fa_output.step_conclusions to find the first wrong conclusion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fa_verifier scores to confirm which criterion failed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3028950"/>
            <a:ext cx="4160520" cy="1616202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028950"/>
            <a:ext cx="4160520" cy="246888"/>
          </a:xfrm>
          <a:prstGeom prst="rect">
            <a:avLst/>
          </a:prstGeom>
          <a:solidFill>
            <a:srgbClr val="354B7A"/>
          </a:solidFill>
          <a:ln w="12700">
            <a:solidFill>
              <a:srgbClr val="35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895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Constraints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312414"/>
            <a:ext cx="3977640" cy="1314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cite specific evidence from fa_output — not generic advice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duplicate content in withdrawn_lessons list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address the diagnosed error, not a different gap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 active lessons in fa_agent lessons file at any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53312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53312"/>
            <a:ext cx="4389120" cy="246888"/>
          </a:xfrm>
          <a:prstGeom prst="rect">
            <a:avLst/>
          </a:prstGeom>
          <a:solidFill>
            <a:srgbClr val="7B2020"/>
          </a:solidFill>
          <a:ln w="12700">
            <a:solidFill>
              <a:srgbClr val="7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533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output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36776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ADD / UPDATE / WITHDRAW / NO_OP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new_lesson  (concrete, cites specific numbers)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 (why this lesson addresses the error)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withdraw_reason  (if withdrawing an existing lesson)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70404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470404"/>
            <a:ext cx="4389120" cy="246888"/>
          </a:xfrm>
          <a:prstGeom prst="rect">
            <a:avLst/>
          </a:prstGeom>
          <a:solidFill>
            <a:srgbClr val="6B3080"/>
          </a:solidFill>
          <a:ln w="12700">
            <a:solidFill>
              <a:srgbClr val="6B3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704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file update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753868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lessons: max 10, sorted by recency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lessons: preserved separately, never re-added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lessons_version_after: incremented on every change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87496"/>
            <a:ext cx="4389120" cy="1057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587496"/>
            <a:ext cx="4389120" cy="246888"/>
          </a:xfrm>
          <a:prstGeom prst="rect">
            <a:avLst/>
          </a:prstGeom>
          <a:solidFill>
            <a:srgbClr val="7A6B1A"/>
          </a:solidFill>
          <a:ln w="12700">
            <a:solidFill>
              <a:srgbClr val="7A6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874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870960"/>
            <a:ext cx="420624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gt_severity + predicted_severity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planner_output  (plan that was used)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fa_output  (step_conclusions + analysis)</a:t>
            </a:r>
            <a:endParaRPr lang="en-US" sz="10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fa_verifier  (per-criterion scores) + current lessons file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535"/>
          </a:solidFill>
          <a:ln w="12700">
            <a:solidFill>
              <a:srgbClr val="1A3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663440"/>
            <a:ext cx="8686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only when: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predicted_severity ≠ gt_severity  ·  NO_OP otherwise — does not run on correct predictions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2026-05-21T16:53:26Z</dcterms:created>
  <dcterms:modified xsi:type="dcterms:W3CDTF">2026-05-21T16:53:26Z</dcterms:modified>
</cp:coreProperties>
</file>