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22860000" cy="145732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979"/>
  </p:normalViewPr>
  <p:slideViewPr>
    <p:cSldViewPr snapToGrid="0">
      <p:cViewPr>
        <p:scale>
          <a:sx n="47" d="100"/>
          <a:sy n="47" d="100"/>
        </p:scale>
        <p:origin x="173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ffline text 2: Offline mode">
            <a:extLst>
              <a:ext uri="{FF2B5EF4-FFF2-40B4-BE49-F238E27FC236}">
                <a16:creationId xmlns:a16="http://schemas.microsoft.com/office/drawing/2014/main" id="{F1D35405-CC20-4B3F-A56E-48A865B7CD81}"/>
              </a:ext>
            </a:extLst>
          </p:cNvPr>
          <p:cNvSpPr>
            <a:spLocks noGrp="1"/>
          </p:cNvSpPr>
          <p:nvPr/>
        </p:nvSpPr>
        <p:spPr>
          <a:xfrm>
            <a:off x="523875" y="239554"/>
            <a:ext cx="2151888" cy="45005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6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Offline mode</a:t>
            </a:r>
          </a:p>
        </p:txBody>
      </p:sp>
      <p:sp>
        <p:nvSpPr>
          <p:cNvPr id="3" name="Offline module 3">
            <a:extLst>
              <a:ext uri="{FF2B5EF4-FFF2-40B4-BE49-F238E27FC236}">
                <a16:creationId xmlns:a16="http://schemas.microsoft.com/office/drawing/2014/main" id="{35616BCA-8FD7-4336-BEAD-74188B7F762F}"/>
              </a:ext>
            </a:extLst>
          </p:cNvPr>
          <p:cNvSpPr>
            <a:spLocks noGrp="1"/>
          </p:cNvSpPr>
          <p:nvPr/>
        </p:nvSpPr>
        <p:spPr>
          <a:xfrm>
            <a:off x="3803447" y="609980"/>
            <a:ext cx="14382750" cy="8620125"/>
          </a:xfrm>
          <a:prstGeom prst="roundRect">
            <a:avLst>
              <a:gd name="adj" fmla="val 1105"/>
            </a:avLst>
          </a:prstGeom>
          <a:solidFill>
            <a:srgbClr val="F9FBFD"/>
          </a:solidFill>
          <a:ln w="20955">
            <a:solidFill>
              <a:srgbClr val="C7D3D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Offline text 4: AI orchestration">
            <a:extLst>
              <a:ext uri="{FF2B5EF4-FFF2-40B4-BE49-F238E27FC236}">
                <a16:creationId xmlns:a16="http://schemas.microsoft.com/office/drawing/2014/main" id="{3F2DA5F8-4258-4B11-AE1D-8D5C0C3CEDD6}"/>
              </a:ext>
            </a:extLst>
          </p:cNvPr>
          <p:cNvSpPr>
            <a:spLocks noGrp="1"/>
          </p:cNvSpPr>
          <p:nvPr/>
        </p:nvSpPr>
        <p:spPr>
          <a:xfrm>
            <a:off x="4238625" y="867347"/>
            <a:ext cx="2587866" cy="4371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5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AI orchestration</a:t>
            </a:r>
          </a:p>
        </p:txBody>
      </p:sp>
      <p:sp>
        <p:nvSpPr>
          <p:cNvPr id="5" name="Offline text 5: QUERY">
            <a:extLst>
              <a:ext uri="{FF2B5EF4-FFF2-40B4-BE49-F238E27FC236}">
                <a16:creationId xmlns:a16="http://schemas.microsoft.com/office/drawing/2014/main" id="{46C6FB72-C07A-4DE6-B7DA-B1831432E261}"/>
              </a:ext>
            </a:extLst>
          </p:cNvPr>
          <p:cNvSpPr>
            <a:spLocks noGrp="1"/>
          </p:cNvSpPr>
          <p:nvPr/>
        </p:nvSpPr>
        <p:spPr>
          <a:xfrm>
            <a:off x="1357655" y="625031"/>
            <a:ext cx="713689" cy="2314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1">
                <a:solidFill>
                  <a:srgbClr val="2E5F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5F8B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6" name="Offline module 6">
            <a:extLst>
              <a:ext uri="{FF2B5EF4-FFF2-40B4-BE49-F238E27FC236}">
                <a16:creationId xmlns:a16="http://schemas.microsoft.com/office/drawing/2014/main" id="{326D85D6-81C1-42B7-BDDF-2D88D5EA467D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2381250" cy="9525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20955">
            <a:solidFill>
              <a:srgbClr val="C7D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ffline text 7: Cell ID + time">
            <a:extLst>
              <a:ext uri="{FF2B5EF4-FFF2-40B4-BE49-F238E27FC236}">
                <a16:creationId xmlns:a16="http://schemas.microsoft.com/office/drawing/2014/main" id="{71886444-6B46-4209-AB51-775D5C615D29}"/>
              </a:ext>
            </a:extLst>
          </p:cNvPr>
          <p:cNvSpPr>
            <a:spLocks noGrp="1"/>
          </p:cNvSpPr>
          <p:nvPr/>
        </p:nvSpPr>
        <p:spPr>
          <a:xfrm>
            <a:off x="816178" y="1281303"/>
            <a:ext cx="1796644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Cell ID + time</a:t>
            </a:r>
          </a:p>
        </p:txBody>
      </p:sp>
      <p:sp>
        <p:nvSpPr>
          <p:cNvPr id="8" name="Offline line 8">
            <a:extLst>
              <a:ext uri="{FF2B5EF4-FFF2-40B4-BE49-F238E27FC236}">
                <a16:creationId xmlns:a16="http://schemas.microsoft.com/office/drawing/2014/main" id="{B3432D30-50C8-48D8-9FE2-EED2DD530E2E}"/>
              </a:ext>
            </a:extLst>
          </p:cNvPr>
          <p:cNvSpPr>
            <a:spLocks noGrp="1"/>
          </p:cNvSpPr>
          <p:nvPr/>
        </p:nvSpPr>
        <p:spPr>
          <a:xfrm>
            <a:off x="1714500" y="1905000"/>
            <a:ext cx="9525" cy="571500"/>
          </a:xfrm>
          <a:custGeom>
            <a:avLst/>
            <a:gdLst/>
            <a:ahLst/>
            <a:cxnLst/>
            <a:rect l="0" t="0" r="0" b="0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26670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ffline polygon 9">
            <a:extLst>
              <a:ext uri="{FF2B5EF4-FFF2-40B4-BE49-F238E27FC236}">
                <a16:creationId xmlns:a16="http://schemas.microsoft.com/office/drawing/2014/main" id="{CB978C65-C8C7-4A76-B3B3-F835806656D2}"/>
              </a:ext>
            </a:extLst>
          </p:cNvPr>
          <p:cNvSpPr>
            <a:spLocks noGrp="1"/>
          </p:cNvSpPr>
          <p:nvPr/>
        </p:nvSpPr>
        <p:spPr>
          <a:xfrm>
            <a:off x="1666875" y="2371725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ffline module 10">
            <a:extLst>
              <a:ext uri="{FF2B5EF4-FFF2-40B4-BE49-F238E27FC236}">
                <a16:creationId xmlns:a16="http://schemas.microsoft.com/office/drawing/2014/main" id="{B0787007-ECF0-4A6E-8C9C-9255D86C16B0}"/>
              </a:ext>
            </a:extLst>
          </p:cNvPr>
          <p:cNvSpPr>
            <a:spLocks noGrp="1"/>
          </p:cNvSpPr>
          <p:nvPr/>
        </p:nvSpPr>
        <p:spPr>
          <a:xfrm>
            <a:off x="523875" y="2476500"/>
            <a:ext cx="2381250" cy="11430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20955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ffline line 11">
            <a:extLst>
              <a:ext uri="{FF2B5EF4-FFF2-40B4-BE49-F238E27FC236}">
                <a16:creationId xmlns:a16="http://schemas.microsoft.com/office/drawing/2014/main" id="{4366EDED-E588-4C3D-AFBC-38418BA7373B}"/>
              </a:ext>
            </a:extLst>
          </p:cNvPr>
          <p:cNvSpPr>
            <a:spLocks noGrp="1"/>
          </p:cNvSpPr>
          <p:nvPr/>
        </p:nvSpPr>
        <p:spPr>
          <a:xfrm>
            <a:off x="1621631" y="2681288"/>
            <a:ext cx="185738" cy="242888"/>
          </a:xfrm>
          <a:custGeom>
            <a:avLst/>
            <a:gdLst/>
            <a:ahLst/>
            <a:cxnLst/>
            <a:rect l="0" t="0" r="0" b="0"/>
            <a:pathLst>
              <a:path w="185738" h="242888">
                <a:moveTo>
                  <a:pt x="92869" y="0"/>
                </a:moveTo>
                <a:lnTo>
                  <a:pt x="0" y="242888"/>
                </a:lnTo>
                <a:lnTo>
                  <a:pt x="185738" y="242888"/>
                </a:lnTo>
                <a:lnTo>
                  <a:pt x="92869" y="0"/>
                </a:lnTo>
              </a:path>
            </a:pathLst>
          </a:custGeom>
          <a:noFill/>
          <a:ln w="17859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ffline line 12">
            <a:extLst>
              <a:ext uri="{FF2B5EF4-FFF2-40B4-BE49-F238E27FC236}">
                <a16:creationId xmlns:a16="http://schemas.microsoft.com/office/drawing/2014/main" id="{B58352E1-33FF-4B11-AE84-031B4163976D}"/>
              </a:ext>
            </a:extLst>
          </p:cNvPr>
          <p:cNvSpPr>
            <a:spLocks noGrp="1"/>
          </p:cNvSpPr>
          <p:nvPr/>
        </p:nvSpPr>
        <p:spPr>
          <a:xfrm>
            <a:off x="1657350" y="2838450"/>
            <a:ext cx="114300" cy="9525"/>
          </a:xfrm>
          <a:custGeom>
            <a:avLst/>
            <a:gdLst/>
            <a:ahLst/>
            <a:cxnLst/>
            <a:rect l="0" t="0" r="0" b="0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7859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ffline line 13">
            <a:extLst>
              <a:ext uri="{FF2B5EF4-FFF2-40B4-BE49-F238E27FC236}">
                <a16:creationId xmlns:a16="http://schemas.microsoft.com/office/drawing/2014/main" id="{0E922F82-4BE7-4581-AB6D-74CA66618DAA}"/>
              </a:ext>
            </a:extLst>
          </p:cNvPr>
          <p:cNvSpPr>
            <a:spLocks noGrp="1"/>
          </p:cNvSpPr>
          <p:nvPr/>
        </p:nvSpPr>
        <p:spPr>
          <a:xfrm>
            <a:off x="1685925" y="2767013"/>
            <a:ext cx="57150" cy="9525"/>
          </a:xfrm>
          <a:custGeom>
            <a:avLst/>
            <a:gdLst/>
            <a:ahLst/>
            <a:cxnLst/>
            <a:rect l="0" t="0" r="0" b="0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7859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ffline polygon 14">
            <a:extLst>
              <a:ext uri="{FF2B5EF4-FFF2-40B4-BE49-F238E27FC236}">
                <a16:creationId xmlns:a16="http://schemas.microsoft.com/office/drawing/2014/main" id="{446F9C12-57C8-41DD-B23A-46C539BC32A1}"/>
              </a:ext>
            </a:extLst>
          </p:cNvPr>
          <p:cNvSpPr>
            <a:spLocks noGrp="1"/>
          </p:cNvSpPr>
          <p:nvPr/>
        </p:nvSpPr>
        <p:spPr>
          <a:xfrm>
            <a:off x="1696641" y="2641997"/>
            <a:ext cx="35719" cy="35719"/>
          </a:xfrm>
          <a:custGeom>
            <a:avLst/>
            <a:gdLst/>
            <a:ahLst/>
            <a:cxnLst/>
            <a:rect l="0" t="0" r="0" b="0"/>
            <a:pathLst>
              <a:path w="35719" h="35719">
                <a:moveTo>
                  <a:pt x="35719" y="17859"/>
                </a:moveTo>
                <a:lnTo>
                  <a:pt x="35566" y="20190"/>
                </a:lnTo>
                <a:lnTo>
                  <a:pt x="35110" y="22482"/>
                </a:lnTo>
                <a:lnTo>
                  <a:pt x="34359" y="24694"/>
                </a:lnTo>
                <a:lnTo>
                  <a:pt x="33326" y="26789"/>
                </a:lnTo>
                <a:lnTo>
                  <a:pt x="32028" y="28731"/>
                </a:lnTo>
                <a:lnTo>
                  <a:pt x="30488" y="30488"/>
                </a:lnTo>
                <a:lnTo>
                  <a:pt x="28731" y="32028"/>
                </a:lnTo>
                <a:lnTo>
                  <a:pt x="26789" y="33326"/>
                </a:lnTo>
                <a:lnTo>
                  <a:pt x="24694" y="34359"/>
                </a:lnTo>
                <a:lnTo>
                  <a:pt x="22482" y="35110"/>
                </a:lnTo>
                <a:lnTo>
                  <a:pt x="20190" y="35566"/>
                </a:lnTo>
                <a:lnTo>
                  <a:pt x="17859" y="35719"/>
                </a:lnTo>
                <a:lnTo>
                  <a:pt x="15528" y="35566"/>
                </a:lnTo>
                <a:lnTo>
                  <a:pt x="13237" y="35110"/>
                </a:lnTo>
                <a:lnTo>
                  <a:pt x="11025" y="34359"/>
                </a:lnTo>
                <a:lnTo>
                  <a:pt x="8930" y="33326"/>
                </a:lnTo>
                <a:lnTo>
                  <a:pt x="6987" y="32028"/>
                </a:lnTo>
                <a:lnTo>
                  <a:pt x="5231" y="30488"/>
                </a:lnTo>
                <a:lnTo>
                  <a:pt x="3691" y="28731"/>
                </a:lnTo>
                <a:lnTo>
                  <a:pt x="2393" y="26789"/>
                </a:lnTo>
                <a:lnTo>
                  <a:pt x="1359" y="24694"/>
                </a:lnTo>
                <a:lnTo>
                  <a:pt x="609" y="22482"/>
                </a:lnTo>
                <a:lnTo>
                  <a:pt x="153" y="20190"/>
                </a:lnTo>
                <a:lnTo>
                  <a:pt x="0" y="17859"/>
                </a:lnTo>
                <a:lnTo>
                  <a:pt x="153" y="15528"/>
                </a:lnTo>
                <a:lnTo>
                  <a:pt x="609" y="13237"/>
                </a:lnTo>
                <a:lnTo>
                  <a:pt x="1359" y="11025"/>
                </a:lnTo>
                <a:lnTo>
                  <a:pt x="2393" y="8930"/>
                </a:lnTo>
                <a:lnTo>
                  <a:pt x="3691" y="6987"/>
                </a:lnTo>
                <a:lnTo>
                  <a:pt x="5231" y="5231"/>
                </a:lnTo>
                <a:lnTo>
                  <a:pt x="6987" y="3691"/>
                </a:lnTo>
                <a:lnTo>
                  <a:pt x="8930" y="2393"/>
                </a:lnTo>
                <a:lnTo>
                  <a:pt x="11025" y="1359"/>
                </a:lnTo>
                <a:lnTo>
                  <a:pt x="13237" y="609"/>
                </a:lnTo>
                <a:lnTo>
                  <a:pt x="15528" y="153"/>
                </a:lnTo>
                <a:lnTo>
                  <a:pt x="17859" y="0"/>
                </a:lnTo>
                <a:lnTo>
                  <a:pt x="20190" y="153"/>
                </a:lnTo>
                <a:lnTo>
                  <a:pt x="22482" y="609"/>
                </a:lnTo>
                <a:lnTo>
                  <a:pt x="24694" y="1359"/>
                </a:lnTo>
                <a:lnTo>
                  <a:pt x="26789" y="2393"/>
                </a:lnTo>
                <a:lnTo>
                  <a:pt x="28731" y="3691"/>
                </a:lnTo>
                <a:lnTo>
                  <a:pt x="30488" y="5231"/>
                </a:lnTo>
                <a:lnTo>
                  <a:pt x="32028" y="6987"/>
                </a:lnTo>
                <a:lnTo>
                  <a:pt x="33326" y="8930"/>
                </a:lnTo>
                <a:lnTo>
                  <a:pt x="34359" y="11025"/>
                </a:lnTo>
                <a:lnTo>
                  <a:pt x="35110" y="13237"/>
                </a:lnTo>
                <a:lnTo>
                  <a:pt x="35566" y="15528"/>
                </a:lnTo>
                <a:lnTo>
                  <a:pt x="35719" y="17859"/>
                </a:lnTo>
                <a:close/>
              </a:path>
            </a:pathLst>
          </a:custGeom>
          <a:solidFill>
            <a:srgbClr val="2E5F8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Offline line 15">
            <a:extLst>
              <a:ext uri="{FF2B5EF4-FFF2-40B4-BE49-F238E27FC236}">
                <a16:creationId xmlns:a16="http://schemas.microsoft.com/office/drawing/2014/main" id="{ED4FFF29-A3B7-4F52-95E4-D09B187C0A42}"/>
              </a:ext>
            </a:extLst>
          </p:cNvPr>
          <p:cNvSpPr>
            <a:spLocks noGrp="1"/>
          </p:cNvSpPr>
          <p:nvPr/>
        </p:nvSpPr>
        <p:spPr>
          <a:xfrm>
            <a:off x="1696641" y="2641997"/>
            <a:ext cx="35719" cy="35719"/>
          </a:xfrm>
          <a:custGeom>
            <a:avLst/>
            <a:gdLst/>
            <a:ahLst/>
            <a:cxnLst/>
            <a:rect l="0" t="0" r="0" b="0"/>
            <a:pathLst>
              <a:path w="35719" h="35719">
                <a:moveTo>
                  <a:pt x="35719" y="17859"/>
                </a:moveTo>
                <a:lnTo>
                  <a:pt x="35566" y="20190"/>
                </a:lnTo>
                <a:lnTo>
                  <a:pt x="35110" y="22482"/>
                </a:lnTo>
                <a:lnTo>
                  <a:pt x="34359" y="24694"/>
                </a:lnTo>
                <a:lnTo>
                  <a:pt x="33326" y="26789"/>
                </a:lnTo>
                <a:lnTo>
                  <a:pt x="32028" y="28731"/>
                </a:lnTo>
                <a:lnTo>
                  <a:pt x="30488" y="30488"/>
                </a:lnTo>
                <a:lnTo>
                  <a:pt x="28731" y="32028"/>
                </a:lnTo>
                <a:lnTo>
                  <a:pt x="26789" y="33326"/>
                </a:lnTo>
                <a:lnTo>
                  <a:pt x="24694" y="34359"/>
                </a:lnTo>
                <a:lnTo>
                  <a:pt x="22482" y="35110"/>
                </a:lnTo>
                <a:lnTo>
                  <a:pt x="20190" y="35566"/>
                </a:lnTo>
                <a:lnTo>
                  <a:pt x="17859" y="35719"/>
                </a:lnTo>
                <a:lnTo>
                  <a:pt x="15528" y="35566"/>
                </a:lnTo>
                <a:lnTo>
                  <a:pt x="13237" y="35110"/>
                </a:lnTo>
                <a:lnTo>
                  <a:pt x="11025" y="34359"/>
                </a:lnTo>
                <a:lnTo>
                  <a:pt x="8930" y="33326"/>
                </a:lnTo>
                <a:lnTo>
                  <a:pt x="6987" y="32028"/>
                </a:lnTo>
                <a:lnTo>
                  <a:pt x="5231" y="30488"/>
                </a:lnTo>
                <a:lnTo>
                  <a:pt x="3691" y="28731"/>
                </a:lnTo>
                <a:lnTo>
                  <a:pt x="2393" y="26789"/>
                </a:lnTo>
                <a:lnTo>
                  <a:pt x="1359" y="24694"/>
                </a:lnTo>
                <a:lnTo>
                  <a:pt x="609" y="22482"/>
                </a:lnTo>
                <a:lnTo>
                  <a:pt x="153" y="20190"/>
                </a:lnTo>
                <a:lnTo>
                  <a:pt x="0" y="17859"/>
                </a:lnTo>
                <a:lnTo>
                  <a:pt x="153" y="15528"/>
                </a:lnTo>
                <a:lnTo>
                  <a:pt x="609" y="13237"/>
                </a:lnTo>
                <a:lnTo>
                  <a:pt x="1359" y="11025"/>
                </a:lnTo>
                <a:lnTo>
                  <a:pt x="2393" y="8930"/>
                </a:lnTo>
                <a:lnTo>
                  <a:pt x="3691" y="6987"/>
                </a:lnTo>
                <a:lnTo>
                  <a:pt x="5231" y="5231"/>
                </a:lnTo>
                <a:lnTo>
                  <a:pt x="6987" y="3691"/>
                </a:lnTo>
                <a:lnTo>
                  <a:pt x="8930" y="2393"/>
                </a:lnTo>
                <a:lnTo>
                  <a:pt x="11025" y="1359"/>
                </a:lnTo>
                <a:lnTo>
                  <a:pt x="13237" y="609"/>
                </a:lnTo>
                <a:lnTo>
                  <a:pt x="15528" y="153"/>
                </a:lnTo>
                <a:lnTo>
                  <a:pt x="17859" y="0"/>
                </a:lnTo>
                <a:lnTo>
                  <a:pt x="20190" y="153"/>
                </a:lnTo>
                <a:lnTo>
                  <a:pt x="22482" y="609"/>
                </a:lnTo>
                <a:lnTo>
                  <a:pt x="24694" y="1359"/>
                </a:lnTo>
                <a:lnTo>
                  <a:pt x="26789" y="2393"/>
                </a:lnTo>
                <a:lnTo>
                  <a:pt x="28731" y="3691"/>
                </a:lnTo>
                <a:lnTo>
                  <a:pt x="30488" y="5231"/>
                </a:lnTo>
                <a:lnTo>
                  <a:pt x="32028" y="6987"/>
                </a:lnTo>
                <a:lnTo>
                  <a:pt x="33326" y="8930"/>
                </a:lnTo>
                <a:lnTo>
                  <a:pt x="34359" y="11025"/>
                </a:lnTo>
                <a:lnTo>
                  <a:pt x="35110" y="13237"/>
                </a:lnTo>
                <a:lnTo>
                  <a:pt x="35566" y="15528"/>
                </a:lnTo>
                <a:lnTo>
                  <a:pt x="35719" y="17859"/>
                </a:lnTo>
              </a:path>
            </a:pathLst>
          </a:custGeom>
          <a:noFill/>
          <a:ln w="9525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ffline line 16">
            <a:extLst>
              <a:ext uri="{FF2B5EF4-FFF2-40B4-BE49-F238E27FC236}">
                <a16:creationId xmlns:a16="http://schemas.microsoft.com/office/drawing/2014/main" id="{3A21D5E1-0371-4685-9A7F-A80EBFEFA39D}"/>
              </a:ext>
            </a:extLst>
          </p:cNvPr>
          <p:cNvSpPr>
            <a:spLocks noGrp="1"/>
          </p:cNvSpPr>
          <p:nvPr/>
        </p:nvSpPr>
        <p:spPr>
          <a:xfrm>
            <a:off x="1589484" y="2609850"/>
            <a:ext cx="53578" cy="114300"/>
          </a:xfrm>
          <a:custGeom>
            <a:avLst/>
            <a:gdLst/>
            <a:ahLst/>
            <a:cxnLst/>
            <a:rect l="0" t="0" r="0" b="0"/>
            <a:pathLst>
              <a:path w="53578" h="114300">
                <a:moveTo>
                  <a:pt x="53578" y="0"/>
                </a:moveTo>
                <a:lnTo>
                  <a:pt x="34290" y="7830"/>
                </a:lnTo>
                <a:lnTo>
                  <a:pt x="19288" y="18059"/>
                </a:lnTo>
                <a:lnTo>
                  <a:pt x="8573" y="30089"/>
                </a:lnTo>
                <a:lnTo>
                  <a:pt x="2143" y="43320"/>
                </a:lnTo>
                <a:lnTo>
                  <a:pt x="0" y="57150"/>
                </a:lnTo>
                <a:lnTo>
                  <a:pt x="2143" y="70980"/>
                </a:lnTo>
                <a:lnTo>
                  <a:pt x="8573" y="84211"/>
                </a:lnTo>
                <a:lnTo>
                  <a:pt x="19288" y="96241"/>
                </a:lnTo>
                <a:lnTo>
                  <a:pt x="34290" y="106470"/>
                </a:lnTo>
                <a:lnTo>
                  <a:pt x="53578" y="114300"/>
                </a:lnTo>
              </a:path>
            </a:pathLst>
          </a:custGeom>
          <a:noFill/>
          <a:ln w="17859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ffline line 17">
            <a:extLst>
              <a:ext uri="{FF2B5EF4-FFF2-40B4-BE49-F238E27FC236}">
                <a16:creationId xmlns:a16="http://schemas.microsoft.com/office/drawing/2014/main" id="{476DDA39-4688-48C9-A56E-72A409EF2924}"/>
              </a:ext>
            </a:extLst>
          </p:cNvPr>
          <p:cNvSpPr>
            <a:spLocks noGrp="1"/>
          </p:cNvSpPr>
          <p:nvPr/>
        </p:nvSpPr>
        <p:spPr>
          <a:xfrm>
            <a:off x="1785938" y="2609850"/>
            <a:ext cx="53578" cy="114300"/>
          </a:xfrm>
          <a:custGeom>
            <a:avLst/>
            <a:gdLst/>
            <a:ahLst/>
            <a:cxnLst/>
            <a:rect l="0" t="0" r="0" b="0"/>
            <a:pathLst>
              <a:path w="53578" h="114300">
                <a:moveTo>
                  <a:pt x="0" y="0"/>
                </a:moveTo>
                <a:lnTo>
                  <a:pt x="19288" y="7830"/>
                </a:lnTo>
                <a:lnTo>
                  <a:pt x="34290" y="18059"/>
                </a:lnTo>
                <a:lnTo>
                  <a:pt x="45006" y="30089"/>
                </a:lnTo>
                <a:lnTo>
                  <a:pt x="51435" y="43320"/>
                </a:lnTo>
                <a:lnTo>
                  <a:pt x="53578" y="57150"/>
                </a:lnTo>
                <a:lnTo>
                  <a:pt x="51435" y="70980"/>
                </a:lnTo>
                <a:lnTo>
                  <a:pt x="45006" y="84211"/>
                </a:lnTo>
                <a:lnTo>
                  <a:pt x="34290" y="96241"/>
                </a:lnTo>
                <a:lnTo>
                  <a:pt x="19288" y="106470"/>
                </a:lnTo>
                <a:lnTo>
                  <a:pt x="0" y="114300"/>
                </a:lnTo>
              </a:path>
            </a:pathLst>
          </a:custGeom>
          <a:noFill/>
          <a:ln w="17859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ffline text 18: Cell information">
            <a:extLst>
              <a:ext uri="{FF2B5EF4-FFF2-40B4-BE49-F238E27FC236}">
                <a16:creationId xmlns:a16="http://schemas.microsoft.com/office/drawing/2014/main" id="{79873673-D347-4D07-98FA-27EAC6D212C3}"/>
              </a:ext>
            </a:extLst>
          </p:cNvPr>
          <p:cNvSpPr>
            <a:spLocks noGrp="1"/>
          </p:cNvSpPr>
          <p:nvPr/>
        </p:nvSpPr>
        <p:spPr>
          <a:xfrm>
            <a:off x="753428" y="3012281"/>
            <a:ext cx="1922145" cy="3214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7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Cell information</a:t>
            </a:r>
          </a:p>
        </p:txBody>
      </p:sp>
      <p:sp>
        <p:nvSpPr>
          <p:cNvPr id="19" name="Offline text 19: lookup">
            <a:extLst>
              <a:ext uri="{FF2B5EF4-FFF2-40B4-BE49-F238E27FC236}">
                <a16:creationId xmlns:a16="http://schemas.microsoft.com/office/drawing/2014/main" id="{FF835D27-BC30-4FE9-AC79-02DB75015D10}"/>
              </a:ext>
            </a:extLst>
          </p:cNvPr>
          <p:cNvSpPr>
            <a:spLocks noGrp="1"/>
          </p:cNvSpPr>
          <p:nvPr/>
        </p:nvSpPr>
        <p:spPr>
          <a:xfrm>
            <a:off x="1267063" y="3288506"/>
            <a:ext cx="894874" cy="3214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7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lookup</a:t>
            </a:r>
          </a:p>
        </p:txBody>
      </p:sp>
      <p:sp>
        <p:nvSpPr>
          <p:cNvPr id="20" name="Offline line 20">
            <a:extLst>
              <a:ext uri="{FF2B5EF4-FFF2-40B4-BE49-F238E27FC236}">
                <a16:creationId xmlns:a16="http://schemas.microsoft.com/office/drawing/2014/main" id="{E89C6481-5FAE-4E9C-926B-FD2EE567684F}"/>
              </a:ext>
            </a:extLst>
          </p:cNvPr>
          <p:cNvSpPr>
            <a:spLocks noGrp="1"/>
          </p:cNvSpPr>
          <p:nvPr/>
        </p:nvSpPr>
        <p:spPr>
          <a:xfrm>
            <a:off x="1714500" y="3619500"/>
            <a:ext cx="9525" cy="952500"/>
          </a:xfrm>
          <a:custGeom>
            <a:avLst/>
            <a:gdLst/>
            <a:ahLst/>
            <a:cxnLst/>
            <a:rect l="0" t="0" r="0" b="0"/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6670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ffline polygon 21">
            <a:extLst>
              <a:ext uri="{FF2B5EF4-FFF2-40B4-BE49-F238E27FC236}">
                <a16:creationId xmlns:a16="http://schemas.microsoft.com/office/drawing/2014/main" id="{94EEF070-82E1-4F17-9303-28FAB9764B4A}"/>
              </a:ext>
            </a:extLst>
          </p:cNvPr>
          <p:cNvSpPr>
            <a:spLocks noGrp="1"/>
          </p:cNvSpPr>
          <p:nvPr/>
        </p:nvSpPr>
        <p:spPr>
          <a:xfrm>
            <a:off x="1666875" y="4467225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Offline text 22: Cell metadata">
            <a:extLst>
              <a:ext uri="{FF2B5EF4-FFF2-40B4-BE49-F238E27FC236}">
                <a16:creationId xmlns:a16="http://schemas.microsoft.com/office/drawing/2014/main" id="{935FD405-BD7B-4323-8DB8-5523EA837795}"/>
              </a:ext>
            </a:extLst>
          </p:cNvPr>
          <p:cNvSpPr>
            <a:spLocks noGrp="1"/>
          </p:cNvSpPr>
          <p:nvPr/>
        </p:nvSpPr>
        <p:spPr>
          <a:xfrm>
            <a:off x="1885950" y="3970020"/>
            <a:ext cx="128949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Cell metadata</a:t>
            </a:r>
          </a:p>
        </p:txBody>
      </p:sp>
      <p:sp>
        <p:nvSpPr>
          <p:cNvPr id="23" name="Offline module 23">
            <a:extLst>
              <a:ext uri="{FF2B5EF4-FFF2-40B4-BE49-F238E27FC236}">
                <a16:creationId xmlns:a16="http://schemas.microsoft.com/office/drawing/2014/main" id="{0633CBE3-6A71-486F-9355-8C7B1F18E6D2}"/>
              </a:ext>
            </a:extLst>
          </p:cNvPr>
          <p:cNvSpPr>
            <a:spLocks noGrp="1"/>
          </p:cNvSpPr>
          <p:nvPr/>
        </p:nvSpPr>
        <p:spPr>
          <a:xfrm>
            <a:off x="523875" y="4572000"/>
            <a:ext cx="2381250" cy="1714500"/>
          </a:xfrm>
          <a:prstGeom prst="roundRect">
            <a:avLst>
              <a:gd name="adj" fmla="val 3889"/>
            </a:avLst>
          </a:prstGeom>
          <a:solidFill>
            <a:srgbClr val="E8F1FB"/>
          </a:solidFill>
          <a:ln w="26670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ffline module 24">
            <a:extLst>
              <a:ext uri="{FF2B5EF4-FFF2-40B4-BE49-F238E27FC236}">
                <a16:creationId xmlns:a16="http://schemas.microsoft.com/office/drawing/2014/main" id="{B82C6B5E-72B8-423A-A90D-BC7D368FE215}"/>
              </a:ext>
            </a:extLst>
          </p:cNvPr>
          <p:cNvSpPr>
            <a:spLocks noGrp="1"/>
          </p:cNvSpPr>
          <p:nvPr/>
        </p:nvSpPr>
        <p:spPr>
          <a:xfrm>
            <a:off x="1615440" y="4745355"/>
            <a:ext cx="182880" cy="236220"/>
          </a:xfrm>
          <a:prstGeom prst="roundRect">
            <a:avLst>
              <a:gd name="adj" fmla="val 8333"/>
            </a:avLst>
          </a:prstGeom>
          <a:noFill/>
          <a:ln w="1828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ffline line 25">
            <a:extLst>
              <a:ext uri="{FF2B5EF4-FFF2-40B4-BE49-F238E27FC236}">
                <a16:creationId xmlns:a16="http://schemas.microsoft.com/office/drawing/2014/main" id="{F2BE6973-1BA6-4BA2-8BDA-0899D1DA94D6}"/>
              </a:ext>
            </a:extLst>
          </p:cNvPr>
          <p:cNvSpPr>
            <a:spLocks noGrp="1"/>
          </p:cNvSpPr>
          <p:nvPr/>
        </p:nvSpPr>
        <p:spPr>
          <a:xfrm>
            <a:off x="1562100" y="4791075"/>
            <a:ext cx="190500" cy="228600"/>
          </a:xfrm>
          <a:custGeom>
            <a:avLst/>
            <a:gdLst/>
            <a:ahLst/>
            <a:cxnLst/>
            <a:rect l="0" t="0" r="0" b="0"/>
            <a:pathLst>
              <a:path w="190500" h="228600">
                <a:moveTo>
                  <a:pt x="22860" y="0"/>
                </a:moveTo>
                <a:lnTo>
                  <a:pt x="0" y="0"/>
                </a:lnTo>
                <a:lnTo>
                  <a:pt x="0" y="228600"/>
                </a:lnTo>
                <a:lnTo>
                  <a:pt x="190500" y="228600"/>
                </a:lnTo>
              </a:path>
            </a:pathLst>
          </a:custGeom>
          <a:noFill/>
          <a:ln w="19050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ffline line 26">
            <a:extLst>
              <a:ext uri="{FF2B5EF4-FFF2-40B4-BE49-F238E27FC236}">
                <a16:creationId xmlns:a16="http://schemas.microsoft.com/office/drawing/2014/main" id="{EEF031C8-6810-47FD-BF94-58E56A6A4C28}"/>
              </a:ext>
            </a:extLst>
          </p:cNvPr>
          <p:cNvSpPr>
            <a:spLocks noGrp="1"/>
          </p:cNvSpPr>
          <p:nvPr/>
        </p:nvSpPr>
        <p:spPr>
          <a:xfrm>
            <a:off x="1661160" y="4813935"/>
            <a:ext cx="91440" cy="9525"/>
          </a:xfrm>
          <a:custGeom>
            <a:avLst/>
            <a:gdLst/>
            <a:ahLst/>
            <a:cxnLst/>
            <a:rect l="0" t="0" r="0" b="0"/>
            <a:pathLst>
              <a:path w="91440" h="9525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9050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ffline line 27">
            <a:extLst>
              <a:ext uri="{FF2B5EF4-FFF2-40B4-BE49-F238E27FC236}">
                <a16:creationId xmlns:a16="http://schemas.microsoft.com/office/drawing/2014/main" id="{37FC768F-B31D-44B1-AE4F-B3F52B97DE28}"/>
              </a:ext>
            </a:extLst>
          </p:cNvPr>
          <p:cNvSpPr>
            <a:spLocks noGrp="1"/>
          </p:cNvSpPr>
          <p:nvPr/>
        </p:nvSpPr>
        <p:spPr>
          <a:xfrm>
            <a:off x="1661160" y="4867275"/>
            <a:ext cx="91440" cy="9525"/>
          </a:xfrm>
          <a:custGeom>
            <a:avLst/>
            <a:gdLst/>
            <a:ahLst/>
            <a:cxnLst/>
            <a:rect l="0" t="0" r="0" b="0"/>
            <a:pathLst>
              <a:path w="91440" h="9525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9050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ffline line 28">
            <a:extLst>
              <a:ext uri="{FF2B5EF4-FFF2-40B4-BE49-F238E27FC236}">
                <a16:creationId xmlns:a16="http://schemas.microsoft.com/office/drawing/2014/main" id="{64C56DCC-F2D2-4B51-969D-7A70723C2057}"/>
              </a:ext>
            </a:extLst>
          </p:cNvPr>
          <p:cNvSpPr>
            <a:spLocks noGrp="1"/>
          </p:cNvSpPr>
          <p:nvPr/>
        </p:nvSpPr>
        <p:spPr>
          <a:xfrm>
            <a:off x="1661160" y="4920615"/>
            <a:ext cx="60960" cy="9525"/>
          </a:xfrm>
          <a:custGeom>
            <a:avLst/>
            <a:gdLst/>
            <a:ahLst/>
            <a:cxnLst/>
            <a:rect l="0" t="0" r="0" b="0"/>
            <a:pathLst>
              <a:path w="60960" h="9525">
                <a:moveTo>
                  <a:pt x="0" y="0"/>
                </a:moveTo>
                <a:lnTo>
                  <a:pt x="60960" y="0"/>
                </a:lnTo>
              </a:path>
            </a:pathLst>
          </a:custGeom>
          <a:noFill/>
          <a:ln w="19050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ffline text 29: Initialized">
            <a:extLst>
              <a:ext uri="{FF2B5EF4-FFF2-40B4-BE49-F238E27FC236}">
                <a16:creationId xmlns:a16="http://schemas.microsoft.com/office/drawing/2014/main" id="{C3EA01BA-A5F7-4DCF-A4A0-DA8C6ED8FF3E}"/>
              </a:ext>
            </a:extLst>
          </p:cNvPr>
          <p:cNvSpPr>
            <a:spLocks noGrp="1"/>
          </p:cNvSpPr>
          <p:nvPr/>
        </p:nvSpPr>
        <p:spPr>
          <a:xfrm>
            <a:off x="1004840" y="5121593"/>
            <a:ext cx="1419320" cy="3857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Initialized</a:t>
            </a:r>
          </a:p>
        </p:txBody>
      </p:sp>
      <p:sp>
        <p:nvSpPr>
          <p:cNvPr id="30" name="Offline text 30: task state">
            <a:extLst>
              <a:ext uri="{FF2B5EF4-FFF2-40B4-BE49-F238E27FC236}">
                <a16:creationId xmlns:a16="http://schemas.microsoft.com/office/drawing/2014/main" id="{92E849BB-BE46-4001-9B99-24FCF191EDA3}"/>
              </a:ext>
            </a:extLst>
          </p:cNvPr>
          <p:cNvSpPr>
            <a:spLocks noGrp="1"/>
          </p:cNvSpPr>
          <p:nvPr/>
        </p:nvSpPr>
        <p:spPr>
          <a:xfrm>
            <a:off x="998268" y="5474018"/>
            <a:ext cx="1432465" cy="3857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task state</a:t>
            </a:r>
          </a:p>
        </p:txBody>
      </p:sp>
      <p:sp>
        <p:nvSpPr>
          <p:cNvPr id="31" name="Offline text 31: Task + cell metadata">
            <a:extLst>
              <a:ext uri="{FF2B5EF4-FFF2-40B4-BE49-F238E27FC236}">
                <a16:creationId xmlns:a16="http://schemas.microsoft.com/office/drawing/2014/main" id="{06154D0A-6445-4AFD-8AE5-7F960D459498}"/>
              </a:ext>
            </a:extLst>
          </p:cNvPr>
          <p:cNvSpPr>
            <a:spLocks noGrp="1"/>
          </p:cNvSpPr>
          <p:nvPr/>
        </p:nvSpPr>
        <p:spPr>
          <a:xfrm>
            <a:off x="830837" y="5902738"/>
            <a:ext cx="1767326" cy="2443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25" b="0">
                <a:solidFill>
                  <a:srgbClr val="2E5F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E5F8B"/>
                </a:solidFill>
                <a:latin typeface="Arial"/>
                <a:ea typeface="Arial"/>
                <a:cs typeface="Arial"/>
              </a:rPr>
              <a:t>Task + cell metadata</a:t>
            </a:r>
          </a:p>
        </p:txBody>
      </p:sp>
      <p:sp>
        <p:nvSpPr>
          <p:cNvPr id="32" name="Offline text 32: OUTPUT">
            <a:extLst>
              <a:ext uri="{FF2B5EF4-FFF2-40B4-BE49-F238E27FC236}">
                <a16:creationId xmlns:a16="http://schemas.microsoft.com/office/drawing/2014/main" id="{BEFFD53A-8AFF-4428-AE6A-01BA049B8AFA}"/>
              </a:ext>
            </a:extLst>
          </p:cNvPr>
          <p:cNvSpPr>
            <a:spLocks noGrp="1"/>
          </p:cNvSpPr>
          <p:nvPr/>
        </p:nvSpPr>
        <p:spPr>
          <a:xfrm>
            <a:off x="20212060" y="3720656"/>
            <a:ext cx="819131" cy="2314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1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64F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3" name="Offline polygon 33">
            <a:extLst>
              <a:ext uri="{FF2B5EF4-FFF2-40B4-BE49-F238E27FC236}">
                <a16:creationId xmlns:a16="http://schemas.microsoft.com/office/drawing/2014/main" id="{2F148FEB-7F44-46CC-94AD-E56B59D5E6C0}"/>
              </a:ext>
            </a:extLst>
          </p:cNvPr>
          <p:cNvSpPr>
            <a:spLocks noGrp="1"/>
          </p:cNvSpPr>
          <p:nvPr/>
        </p:nvSpPr>
        <p:spPr>
          <a:xfrm>
            <a:off x="19240500" y="4191000"/>
            <a:ext cx="2762250" cy="2905125"/>
          </a:xfrm>
          <a:custGeom>
            <a:avLst/>
            <a:gdLst/>
            <a:ahLst/>
            <a:cxnLst/>
            <a:rect l="0" t="0" r="0" b="0"/>
            <a:pathLst>
              <a:path w="2762250" h="2905125">
                <a:moveTo>
                  <a:pt x="0" y="0"/>
                </a:moveTo>
                <a:lnTo>
                  <a:pt x="2428875" y="0"/>
                </a:lnTo>
                <a:lnTo>
                  <a:pt x="2762250" y="333375"/>
                </a:lnTo>
                <a:lnTo>
                  <a:pt x="2762250" y="2905125"/>
                </a:lnTo>
                <a:lnTo>
                  <a:pt x="0" y="2905125"/>
                </a:lnTo>
                <a:close/>
              </a:path>
            </a:pathLst>
          </a:custGeom>
          <a:solidFill>
            <a:srgbClr val="E6F4EE"/>
          </a:solidFill>
          <a:ln w="26670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ffline line 34">
            <a:extLst>
              <a:ext uri="{FF2B5EF4-FFF2-40B4-BE49-F238E27FC236}">
                <a16:creationId xmlns:a16="http://schemas.microsoft.com/office/drawing/2014/main" id="{8F7778FD-4304-45C1-AD1F-D2179F3EE2F9}"/>
              </a:ext>
            </a:extLst>
          </p:cNvPr>
          <p:cNvSpPr>
            <a:spLocks noGrp="1"/>
          </p:cNvSpPr>
          <p:nvPr/>
        </p:nvSpPr>
        <p:spPr>
          <a:xfrm>
            <a:off x="21669375" y="419100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333375" h="333375">
                <a:moveTo>
                  <a:pt x="0" y="0"/>
                </a:moveTo>
                <a:lnTo>
                  <a:pt x="0" y="333375"/>
                </a:lnTo>
                <a:lnTo>
                  <a:pt x="333375" y="333375"/>
                </a:lnTo>
              </a:path>
            </a:pathLst>
          </a:custGeom>
          <a:noFill/>
          <a:ln w="26670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ffline text 42: Outage impact">
            <a:extLst>
              <a:ext uri="{FF2B5EF4-FFF2-40B4-BE49-F238E27FC236}">
                <a16:creationId xmlns:a16="http://schemas.microsoft.com/office/drawing/2014/main" id="{DF0AE421-68E4-41CF-8BC1-D1C811A76EEB}"/>
              </a:ext>
            </a:extLst>
          </p:cNvPr>
          <p:cNvSpPr>
            <a:spLocks noGrp="1"/>
          </p:cNvSpPr>
          <p:nvPr/>
        </p:nvSpPr>
        <p:spPr>
          <a:xfrm>
            <a:off x="19503475" y="4872609"/>
            <a:ext cx="2231441" cy="411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400" b="1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28664F"/>
                </a:solidFill>
                <a:latin typeface="Arial"/>
                <a:ea typeface="Arial"/>
                <a:cs typeface="Arial"/>
              </a:rPr>
              <a:t>Outage impact</a:t>
            </a:r>
          </a:p>
        </p:txBody>
      </p:sp>
      <p:sp>
        <p:nvSpPr>
          <p:cNvPr id="43" name="Offline text 43: report">
            <a:extLst>
              <a:ext uri="{FF2B5EF4-FFF2-40B4-BE49-F238E27FC236}">
                <a16:creationId xmlns:a16="http://schemas.microsoft.com/office/drawing/2014/main" id="{A85BEFF7-125F-4CFE-90A9-C678A305EB8C}"/>
              </a:ext>
            </a:extLst>
          </p:cNvPr>
          <p:cNvSpPr>
            <a:spLocks noGrp="1"/>
          </p:cNvSpPr>
          <p:nvPr/>
        </p:nvSpPr>
        <p:spPr>
          <a:xfrm>
            <a:off x="20049443" y="5219795"/>
            <a:ext cx="1139504" cy="4757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775" b="1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8664F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4" name="Offline text 44: Coverage, backup, load">
            <a:extLst>
              <a:ext uri="{FF2B5EF4-FFF2-40B4-BE49-F238E27FC236}">
                <a16:creationId xmlns:a16="http://schemas.microsoft.com/office/drawing/2014/main" id="{06527F55-BD46-4A7C-B788-E86B83E45C05}"/>
              </a:ext>
            </a:extLst>
          </p:cNvPr>
          <p:cNvSpPr>
            <a:spLocks noGrp="1"/>
          </p:cNvSpPr>
          <p:nvPr/>
        </p:nvSpPr>
        <p:spPr>
          <a:xfrm>
            <a:off x="19540655" y="5902738"/>
            <a:ext cx="210331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8664F"/>
                </a:solidFill>
                <a:latin typeface="Arial"/>
                <a:ea typeface="Arial"/>
                <a:cs typeface="Arial"/>
              </a:rPr>
              <a:t>Coverage, backup, load</a:t>
            </a:r>
          </a:p>
        </p:txBody>
      </p:sp>
      <p:sp>
        <p:nvSpPr>
          <p:cNvPr id="45" name="Offline module 45">
            <a:extLst>
              <a:ext uri="{FF2B5EF4-FFF2-40B4-BE49-F238E27FC236}">
                <a16:creationId xmlns:a16="http://schemas.microsoft.com/office/drawing/2014/main" id="{5F04C409-CAF6-4EC8-B5FC-5CC93ADBDB02}"/>
              </a:ext>
            </a:extLst>
          </p:cNvPr>
          <p:cNvSpPr>
            <a:spLocks noGrp="1"/>
          </p:cNvSpPr>
          <p:nvPr/>
        </p:nvSpPr>
        <p:spPr>
          <a:xfrm>
            <a:off x="4286250" y="2571750"/>
            <a:ext cx="2095500" cy="952500"/>
          </a:xfrm>
          <a:prstGeom prst="roundRect">
            <a:avLst>
              <a:gd name="adj" fmla="val 6000"/>
            </a:avLst>
          </a:prstGeom>
          <a:solidFill>
            <a:srgbClr val="FAF1E4"/>
          </a:solidFill>
          <a:ln w="20955">
            <a:solidFill>
              <a:srgbClr val="B99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ffline line 46">
            <a:extLst>
              <a:ext uri="{FF2B5EF4-FFF2-40B4-BE49-F238E27FC236}">
                <a16:creationId xmlns:a16="http://schemas.microsoft.com/office/drawing/2014/main" id="{6C26F543-4EF0-4CD9-87E9-4837A66508D2}"/>
              </a:ext>
            </a:extLst>
          </p:cNvPr>
          <p:cNvSpPr>
            <a:spLocks noGrp="1"/>
          </p:cNvSpPr>
          <p:nvPr/>
        </p:nvSpPr>
        <p:spPr>
          <a:xfrm>
            <a:off x="5187315" y="2760345"/>
            <a:ext cx="293370" cy="253365"/>
          </a:xfrm>
          <a:custGeom>
            <a:avLst/>
            <a:gdLst/>
            <a:ahLst/>
            <a:cxnLst/>
            <a:rect l="0" t="0" r="0" b="0"/>
            <a:pathLst>
              <a:path w="293370" h="253365">
                <a:moveTo>
                  <a:pt x="0" y="0"/>
                </a:moveTo>
                <a:lnTo>
                  <a:pt x="100013" y="0"/>
                </a:lnTo>
                <a:lnTo>
                  <a:pt x="146685" y="33338"/>
                </a:lnTo>
                <a:lnTo>
                  <a:pt x="193357" y="0"/>
                </a:lnTo>
                <a:lnTo>
                  <a:pt x="293370" y="0"/>
                </a:lnTo>
                <a:lnTo>
                  <a:pt x="293370" y="220027"/>
                </a:lnTo>
                <a:lnTo>
                  <a:pt x="193357" y="220027"/>
                </a:lnTo>
                <a:lnTo>
                  <a:pt x="146685" y="253365"/>
                </a:lnTo>
                <a:lnTo>
                  <a:pt x="100013" y="220027"/>
                </a:lnTo>
                <a:lnTo>
                  <a:pt x="0" y="220027"/>
                </a:lnTo>
                <a:lnTo>
                  <a:pt x="0" y="0"/>
                </a:lnTo>
              </a:path>
            </a:pathLst>
          </a:custGeom>
          <a:noFill/>
          <a:ln w="16669">
            <a:solidFill>
              <a:srgbClr val="B99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ffline line 47">
            <a:extLst>
              <a:ext uri="{FF2B5EF4-FFF2-40B4-BE49-F238E27FC236}">
                <a16:creationId xmlns:a16="http://schemas.microsoft.com/office/drawing/2014/main" id="{B5ADF9AB-4938-4BE7-9B05-87043C76D797}"/>
              </a:ext>
            </a:extLst>
          </p:cNvPr>
          <p:cNvSpPr>
            <a:spLocks noGrp="1"/>
          </p:cNvSpPr>
          <p:nvPr/>
        </p:nvSpPr>
        <p:spPr>
          <a:xfrm>
            <a:off x="5334000" y="2793683"/>
            <a:ext cx="9525" cy="220027"/>
          </a:xfrm>
          <a:custGeom>
            <a:avLst/>
            <a:gdLst/>
            <a:ahLst/>
            <a:cxnLst/>
            <a:rect l="0" t="0" r="0" b="0"/>
            <a:pathLst>
              <a:path w="9525" h="220027">
                <a:moveTo>
                  <a:pt x="0" y="0"/>
                </a:moveTo>
                <a:lnTo>
                  <a:pt x="0" y="220027"/>
                </a:lnTo>
              </a:path>
            </a:pathLst>
          </a:custGeom>
          <a:noFill/>
          <a:ln w="16669">
            <a:solidFill>
              <a:srgbClr val="B99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ffline line 48">
            <a:extLst>
              <a:ext uri="{FF2B5EF4-FFF2-40B4-BE49-F238E27FC236}">
                <a16:creationId xmlns:a16="http://schemas.microsoft.com/office/drawing/2014/main" id="{316047DA-8F85-46CB-B0A4-F59F0D4C8CAE}"/>
              </a:ext>
            </a:extLst>
          </p:cNvPr>
          <p:cNvSpPr>
            <a:spLocks noGrp="1"/>
          </p:cNvSpPr>
          <p:nvPr/>
        </p:nvSpPr>
        <p:spPr>
          <a:xfrm>
            <a:off x="5233988" y="2833688"/>
            <a:ext cx="53340" cy="9525"/>
          </a:xfrm>
          <a:custGeom>
            <a:avLst/>
            <a:gdLst/>
            <a:ahLst/>
            <a:cxnLst/>
            <a:rect l="0" t="0" r="0" b="0"/>
            <a:pathLst>
              <a:path w="53340" h="9525">
                <a:moveTo>
                  <a:pt x="0" y="0"/>
                </a:moveTo>
                <a:lnTo>
                  <a:pt x="53340" y="0"/>
                </a:lnTo>
              </a:path>
            </a:pathLst>
          </a:custGeom>
          <a:noFill/>
          <a:ln w="16669">
            <a:solidFill>
              <a:srgbClr val="B99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ffline line 49">
            <a:extLst>
              <a:ext uri="{FF2B5EF4-FFF2-40B4-BE49-F238E27FC236}">
                <a16:creationId xmlns:a16="http://schemas.microsoft.com/office/drawing/2014/main" id="{654AEB84-C4AC-4F5D-91DC-9EC353EAA57D}"/>
              </a:ext>
            </a:extLst>
          </p:cNvPr>
          <p:cNvSpPr>
            <a:spLocks noGrp="1"/>
          </p:cNvSpPr>
          <p:nvPr/>
        </p:nvSpPr>
        <p:spPr>
          <a:xfrm>
            <a:off x="5380673" y="2833688"/>
            <a:ext cx="53340" cy="9525"/>
          </a:xfrm>
          <a:custGeom>
            <a:avLst/>
            <a:gdLst/>
            <a:ahLst/>
            <a:cxnLst/>
            <a:rect l="0" t="0" r="0" b="0"/>
            <a:pathLst>
              <a:path w="53340" h="9525">
                <a:moveTo>
                  <a:pt x="0" y="0"/>
                </a:moveTo>
                <a:lnTo>
                  <a:pt x="53340" y="0"/>
                </a:lnTo>
              </a:path>
            </a:pathLst>
          </a:custGeom>
          <a:noFill/>
          <a:ln w="16669">
            <a:solidFill>
              <a:srgbClr val="B99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ffline text 50: Fixed skill">
            <a:extLst>
              <a:ext uri="{FF2B5EF4-FFF2-40B4-BE49-F238E27FC236}">
                <a16:creationId xmlns:a16="http://schemas.microsoft.com/office/drawing/2014/main" id="{CFBE9E5B-1792-4AD7-8EA6-AC23ED15B5D0}"/>
              </a:ext>
            </a:extLst>
          </p:cNvPr>
          <p:cNvSpPr>
            <a:spLocks noGrp="1"/>
          </p:cNvSpPr>
          <p:nvPr/>
        </p:nvSpPr>
        <p:spPr>
          <a:xfrm>
            <a:off x="4656287" y="3080671"/>
            <a:ext cx="1355427" cy="3471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0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Fixed skill</a:t>
            </a:r>
          </a:p>
        </p:txBody>
      </p:sp>
      <p:sp>
        <p:nvSpPr>
          <p:cNvPr id="51" name="Offline line 51">
            <a:extLst>
              <a:ext uri="{FF2B5EF4-FFF2-40B4-BE49-F238E27FC236}">
                <a16:creationId xmlns:a16="http://schemas.microsoft.com/office/drawing/2014/main" id="{94F226E3-E283-4FCC-8632-E2D888F6981C}"/>
              </a:ext>
            </a:extLst>
          </p:cNvPr>
          <p:cNvSpPr>
            <a:spLocks noGrp="1"/>
          </p:cNvSpPr>
          <p:nvPr/>
        </p:nvSpPr>
        <p:spPr>
          <a:xfrm>
            <a:off x="5334000" y="3524250"/>
            <a:ext cx="9525" cy="1047750"/>
          </a:xfrm>
          <a:custGeom>
            <a:avLst/>
            <a:gdLst/>
            <a:ahLst/>
            <a:cxnLst/>
            <a:rect l="0" t="0" r="0" b="0"/>
            <a:pathLst>
              <a:path w="9525" h="1047750">
                <a:moveTo>
                  <a:pt x="0" y="0"/>
                </a:moveTo>
                <a:lnTo>
                  <a:pt x="0" y="1047750"/>
                </a:lnTo>
              </a:path>
            </a:pathLst>
          </a:custGeom>
          <a:noFill/>
          <a:ln w="24765">
            <a:solidFill>
              <a:srgbClr val="B99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ffline polygon 52">
            <a:extLst>
              <a:ext uri="{FF2B5EF4-FFF2-40B4-BE49-F238E27FC236}">
                <a16:creationId xmlns:a16="http://schemas.microsoft.com/office/drawing/2014/main" id="{48521FA1-DE1D-4971-8649-DA9A5307493F}"/>
              </a:ext>
            </a:extLst>
          </p:cNvPr>
          <p:cNvSpPr>
            <a:spLocks noGrp="1"/>
          </p:cNvSpPr>
          <p:nvPr/>
        </p:nvSpPr>
        <p:spPr>
          <a:xfrm>
            <a:off x="5286375" y="4467225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B9956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Offline text 53: Instructions">
            <a:extLst>
              <a:ext uri="{FF2B5EF4-FFF2-40B4-BE49-F238E27FC236}">
                <a16:creationId xmlns:a16="http://schemas.microsoft.com/office/drawing/2014/main" id="{E14E43F3-90BE-4C82-BEBE-55210FE861E4}"/>
              </a:ext>
            </a:extLst>
          </p:cNvPr>
          <p:cNvSpPr>
            <a:spLocks noGrp="1"/>
          </p:cNvSpPr>
          <p:nvPr/>
        </p:nvSpPr>
        <p:spPr>
          <a:xfrm>
            <a:off x="5514975" y="3903345"/>
            <a:ext cx="1091184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Instructions</a:t>
            </a:r>
          </a:p>
        </p:txBody>
      </p:sp>
      <p:sp>
        <p:nvSpPr>
          <p:cNvPr id="54" name="Offline module 54">
            <a:extLst>
              <a:ext uri="{FF2B5EF4-FFF2-40B4-BE49-F238E27FC236}">
                <a16:creationId xmlns:a16="http://schemas.microsoft.com/office/drawing/2014/main" id="{32C2F52F-0F67-4EBB-B20B-4EF5110FCA1D}"/>
              </a:ext>
            </a:extLst>
          </p:cNvPr>
          <p:cNvSpPr>
            <a:spLocks noGrp="1"/>
          </p:cNvSpPr>
          <p:nvPr/>
        </p:nvSpPr>
        <p:spPr>
          <a:xfrm>
            <a:off x="4286250" y="457200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20955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Offline module 55">
            <a:extLst>
              <a:ext uri="{FF2B5EF4-FFF2-40B4-BE49-F238E27FC236}">
                <a16:creationId xmlns:a16="http://schemas.microsoft.com/office/drawing/2014/main" id="{1FF94B99-75A9-4A19-B865-84ED6B09D381}"/>
              </a:ext>
            </a:extLst>
          </p:cNvPr>
          <p:cNvSpPr>
            <a:spLocks noGrp="1"/>
          </p:cNvSpPr>
          <p:nvPr/>
        </p:nvSpPr>
        <p:spPr>
          <a:xfrm>
            <a:off x="5220081" y="4784217"/>
            <a:ext cx="210312" cy="271653"/>
          </a:xfrm>
          <a:prstGeom prst="roundRect">
            <a:avLst>
              <a:gd name="adj" fmla="val 8333"/>
            </a:avLst>
          </a:prstGeom>
          <a:noFill/>
          <a:ln w="21031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Offline line 56">
            <a:extLst>
              <a:ext uri="{FF2B5EF4-FFF2-40B4-BE49-F238E27FC236}">
                <a16:creationId xmlns:a16="http://schemas.microsoft.com/office/drawing/2014/main" id="{67CF7A3D-0828-4ACC-91E4-8AF3F8220B74}"/>
              </a:ext>
            </a:extLst>
          </p:cNvPr>
          <p:cNvSpPr>
            <a:spLocks noGrp="1"/>
          </p:cNvSpPr>
          <p:nvPr/>
        </p:nvSpPr>
        <p:spPr>
          <a:xfrm>
            <a:off x="5158740" y="4836795"/>
            <a:ext cx="219075" cy="262890"/>
          </a:xfrm>
          <a:custGeom>
            <a:avLst/>
            <a:gdLst/>
            <a:ahLst/>
            <a:cxnLst/>
            <a:rect l="0" t="0" r="0" b="0"/>
            <a:pathLst>
              <a:path w="219075" h="262890">
                <a:moveTo>
                  <a:pt x="26289" y="0"/>
                </a:moveTo>
                <a:lnTo>
                  <a:pt x="0" y="0"/>
                </a:lnTo>
                <a:lnTo>
                  <a:pt x="0" y="262890"/>
                </a:lnTo>
                <a:lnTo>
                  <a:pt x="219075" y="26289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Offline line 57">
            <a:extLst>
              <a:ext uri="{FF2B5EF4-FFF2-40B4-BE49-F238E27FC236}">
                <a16:creationId xmlns:a16="http://schemas.microsoft.com/office/drawing/2014/main" id="{F810E893-3CCB-45E9-B60E-33F3E00EF077}"/>
              </a:ext>
            </a:extLst>
          </p:cNvPr>
          <p:cNvSpPr>
            <a:spLocks noGrp="1"/>
          </p:cNvSpPr>
          <p:nvPr/>
        </p:nvSpPr>
        <p:spPr>
          <a:xfrm>
            <a:off x="5272659" y="4863084"/>
            <a:ext cx="105156" cy="9525"/>
          </a:xfrm>
          <a:custGeom>
            <a:avLst/>
            <a:gdLst/>
            <a:ahLst/>
            <a:cxnLst/>
            <a:rect l="0" t="0" r="0" b="0"/>
            <a:pathLst>
              <a:path w="105156" h="9525">
                <a:moveTo>
                  <a:pt x="0" y="0"/>
                </a:moveTo>
                <a:lnTo>
                  <a:pt x="105156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Offline line 58">
            <a:extLst>
              <a:ext uri="{FF2B5EF4-FFF2-40B4-BE49-F238E27FC236}">
                <a16:creationId xmlns:a16="http://schemas.microsoft.com/office/drawing/2014/main" id="{910BB88C-35C3-46E8-B70D-DE8B4F578967}"/>
              </a:ext>
            </a:extLst>
          </p:cNvPr>
          <p:cNvSpPr>
            <a:spLocks noGrp="1"/>
          </p:cNvSpPr>
          <p:nvPr/>
        </p:nvSpPr>
        <p:spPr>
          <a:xfrm>
            <a:off x="5272659" y="4924425"/>
            <a:ext cx="105156" cy="9525"/>
          </a:xfrm>
          <a:custGeom>
            <a:avLst/>
            <a:gdLst/>
            <a:ahLst/>
            <a:cxnLst/>
            <a:rect l="0" t="0" r="0" b="0"/>
            <a:pathLst>
              <a:path w="105156" h="9525">
                <a:moveTo>
                  <a:pt x="0" y="0"/>
                </a:moveTo>
                <a:lnTo>
                  <a:pt x="105156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Offline line 59">
            <a:extLst>
              <a:ext uri="{FF2B5EF4-FFF2-40B4-BE49-F238E27FC236}">
                <a16:creationId xmlns:a16="http://schemas.microsoft.com/office/drawing/2014/main" id="{79FA8FE1-373A-463F-B71A-FB971AE0F1D4}"/>
              </a:ext>
            </a:extLst>
          </p:cNvPr>
          <p:cNvSpPr>
            <a:spLocks noGrp="1"/>
          </p:cNvSpPr>
          <p:nvPr/>
        </p:nvSpPr>
        <p:spPr>
          <a:xfrm>
            <a:off x="5272659" y="4985766"/>
            <a:ext cx="70104" cy="9525"/>
          </a:xfrm>
          <a:custGeom>
            <a:avLst/>
            <a:gdLst/>
            <a:ahLst/>
            <a:cxnLst/>
            <a:rect l="0" t="0" r="0" b="0"/>
            <a:pathLst>
              <a:path w="70104" h="9525">
                <a:moveTo>
                  <a:pt x="0" y="0"/>
                </a:moveTo>
                <a:lnTo>
                  <a:pt x="70104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Offline text 60: Context builder">
            <a:extLst>
              <a:ext uri="{FF2B5EF4-FFF2-40B4-BE49-F238E27FC236}">
                <a16:creationId xmlns:a16="http://schemas.microsoft.com/office/drawing/2014/main" id="{2DCF8392-8836-44F5-9465-CE8A8D2A9475}"/>
              </a:ext>
            </a:extLst>
          </p:cNvPr>
          <p:cNvSpPr>
            <a:spLocks noGrp="1"/>
          </p:cNvSpPr>
          <p:nvPr/>
        </p:nvSpPr>
        <p:spPr>
          <a:xfrm>
            <a:off x="4373051" y="5270564"/>
            <a:ext cx="1921897" cy="334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Context builder</a:t>
            </a:r>
          </a:p>
        </p:txBody>
      </p:sp>
      <p:sp>
        <p:nvSpPr>
          <p:cNvPr id="61" name="Offline module 61">
            <a:extLst>
              <a:ext uri="{FF2B5EF4-FFF2-40B4-BE49-F238E27FC236}">
                <a16:creationId xmlns:a16="http://schemas.microsoft.com/office/drawing/2014/main" id="{85151317-1994-4051-B45E-3B91AAAE1FB7}"/>
              </a:ext>
            </a:extLst>
          </p:cNvPr>
          <p:cNvSpPr>
            <a:spLocks noGrp="1"/>
          </p:cNvSpPr>
          <p:nvPr/>
        </p:nvSpPr>
        <p:spPr>
          <a:xfrm>
            <a:off x="7810500" y="457200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FFF0D4"/>
          </a:solidFill>
          <a:ln w="20955">
            <a:solidFill>
              <a:srgbClr val="C18B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Offline line 62">
            <a:extLst>
              <a:ext uri="{FF2B5EF4-FFF2-40B4-BE49-F238E27FC236}">
                <a16:creationId xmlns:a16="http://schemas.microsoft.com/office/drawing/2014/main" id="{AEB20BB1-106B-485C-8721-3BAB9678DF7B}"/>
              </a:ext>
            </a:extLst>
          </p:cNvPr>
          <p:cNvSpPr>
            <a:spLocks noGrp="1"/>
          </p:cNvSpPr>
          <p:nvPr/>
        </p:nvSpPr>
        <p:spPr>
          <a:xfrm>
            <a:off x="8625435" y="4728353"/>
            <a:ext cx="232815" cy="402003"/>
          </a:xfrm>
          <a:custGeom>
            <a:avLst/>
            <a:gdLst/>
            <a:ahLst/>
            <a:cxnLst/>
            <a:rect l="0" t="0" r="0" b="0"/>
            <a:pathLst>
              <a:path w="232815" h="402003">
                <a:moveTo>
                  <a:pt x="232815" y="47101"/>
                </a:moveTo>
                <a:lnTo>
                  <a:pt x="220609" y="28427"/>
                </a:lnTo>
                <a:lnTo>
                  <a:pt x="205615" y="14433"/>
                </a:lnTo>
                <a:lnTo>
                  <a:pt x="188729" y="5065"/>
                </a:lnTo>
                <a:lnTo>
                  <a:pt x="170843" y="272"/>
                </a:lnTo>
                <a:lnTo>
                  <a:pt x="152853" y="0"/>
                </a:lnTo>
                <a:lnTo>
                  <a:pt x="135651" y="4197"/>
                </a:lnTo>
                <a:lnTo>
                  <a:pt x="120132" y="12812"/>
                </a:lnTo>
                <a:lnTo>
                  <a:pt x="107189" y="25790"/>
                </a:lnTo>
                <a:lnTo>
                  <a:pt x="97716" y="43079"/>
                </a:lnTo>
                <a:lnTo>
                  <a:pt x="92607" y="64627"/>
                </a:lnTo>
                <a:lnTo>
                  <a:pt x="72435" y="66643"/>
                </a:lnTo>
                <a:lnTo>
                  <a:pt x="54260" y="72339"/>
                </a:lnTo>
                <a:lnTo>
                  <a:pt x="38505" y="81189"/>
                </a:lnTo>
                <a:lnTo>
                  <a:pt x="25588" y="92669"/>
                </a:lnTo>
                <a:lnTo>
                  <a:pt x="15931" y="106251"/>
                </a:lnTo>
                <a:lnTo>
                  <a:pt x="9955" y="121411"/>
                </a:lnTo>
                <a:lnTo>
                  <a:pt x="8079" y="137623"/>
                </a:lnTo>
                <a:lnTo>
                  <a:pt x="10726" y="154360"/>
                </a:lnTo>
                <a:lnTo>
                  <a:pt x="18315" y="171098"/>
                </a:lnTo>
                <a:lnTo>
                  <a:pt x="31266" y="187309"/>
                </a:lnTo>
                <a:lnTo>
                  <a:pt x="15695" y="204011"/>
                </a:lnTo>
                <a:lnTo>
                  <a:pt x="5538" y="222081"/>
                </a:lnTo>
                <a:lnTo>
                  <a:pt x="429" y="240781"/>
                </a:lnTo>
                <a:lnTo>
                  <a:pt x="0" y="259376"/>
                </a:lnTo>
                <a:lnTo>
                  <a:pt x="3882" y="277130"/>
                </a:lnTo>
                <a:lnTo>
                  <a:pt x="11707" y="293306"/>
                </a:lnTo>
                <a:lnTo>
                  <a:pt x="23108" y="307169"/>
                </a:lnTo>
                <a:lnTo>
                  <a:pt x="37716" y="317983"/>
                </a:lnTo>
                <a:lnTo>
                  <a:pt x="55163" y="325011"/>
                </a:lnTo>
                <a:lnTo>
                  <a:pt x="75081" y="327517"/>
                </a:lnTo>
                <a:lnTo>
                  <a:pt x="80681" y="351668"/>
                </a:lnTo>
                <a:lnTo>
                  <a:pt x="91486" y="371402"/>
                </a:lnTo>
                <a:lnTo>
                  <a:pt x="106392" y="386510"/>
                </a:lnTo>
                <a:lnTo>
                  <a:pt x="124294" y="396780"/>
                </a:lnTo>
                <a:lnTo>
                  <a:pt x="144090" y="402003"/>
                </a:lnTo>
                <a:lnTo>
                  <a:pt x="164674" y="401968"/>
                </a:lnTo>
                <a:lnTo>
                  <a:pt x="184943" y="396464"/>
                </a:lnTo>
                <a:lnTo>
                  <a:pt x="203792" y="385283"/>
                </a:lnTo>
                <a:lnTo>
                  <a:pt x="220118" y="368212"/>
                </a:lnTo>
                <a:lnTo>
                  <a:pt x="232815" y="345043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Offline line 63">
            <a:extLst>
              <a:ext uri="{FF2B5EF4-FFF2-40B4-BE49-F238E27FC236}">
                <a16:creationId xmlns:a16="http://schemas.microsoft.com/office/drawing/2014/main" id="{E67FB3C2-3247-4DAA-A148-9361C6517217}"/>
              </a:ext>
            </a:extLst>
          </p:cNvPr>
          <p:cNvSpPr>
            <a:spLocks noGrp="1"/>
          </p:cNvSpPr>
          <p:nvPr/>
        </p:nvSpPr>
        <p:spPr>
          <a:xfrm>
            <a:off x="8858250" y="4728353"/>
            <a:ext cx="232815" cy="402003"/>
          </a:xfrm>
          <a:custGeom>
            <a:avLst/>
            <a:gdLst/>
            <a:ahLst/>
            <a:cxnLst/>
            <a:rect l="0" t="0" r="0" b="0"/>
            <a:pathLst>
              <a:path w="232815" h="402003">
                <a:moveTo>
                  <a:pt x="0" y="47101"/>
                </a:moveTo>
                <a:lnTo>
                  <a:pt x="12207" y="28427"/>
                </a:lnTo>
                <a:lnTo>
                  <a:pt x="27200" y="14433"/>
                </a:lnTo>
                <a:lnTo>
                  <a:pt x="44087" y="5065"/>
                </a:lnTo>
                <a:lnTo>
                  <a:pt x="61972" y="272"/>
                </a:lnTo>
                <a:lnTo>
                  <a:pt x="79962" y="0"/>
                </a:lnTo>
                <a:lnTo>
                  <a:pt x="97164" y="4197"/>
                </a:lnTo>
                <a:lnTo>
                  <a:pt x="112683" y="12812"/>
                </a:lnTo>
                <a:lnTo>
                  <a:pt x="125626" y="25790"/>
                </a:lnTo>
                <a:lnTo>
                  <a:pt x="135099" y="43079"/>
                </a:lnTo>
                <a:lnTo>
                  <a:pt x="140208" y="64627"/>
                </a:lnTo>
                <a:lnTo>
                  <a:pt x="160380" y="66643"/>
                </a:lnTo>
                <a:lnTo>
                  <a:pt x="178555" y="72339"/>
                </a:lnTo>
                <a:lnTo>
                  <a:pt x="194311" y="81189"/>
                </a:lnTo>
                <a:lnTo>
                  <a:pt x="207227" y="92669"/>
                </a:lnTo>
                <a:lnTo>
                  <a:pt x="216884" y="106251"/>
                </a:lnTo>
                <a:lnTo>
                  <a:pt x="222861" y="121411"/>
                </a:lnTo>
                <a:lnTo>
                  <a:pt x="224736" y="137623"/>
                </a:lnTo>
                <a:lnTo>
                  <a:pt x="222089" y="154360"/>
                </a:lnTo>
                <a:lnTo>
                  <a:pt x="214501" y="171098"/>
                </a:lnTo>
                <a:lnTo>
                  <a:pt x="201549" y="187309"/>
                </a:lnTo>
                <a:lnTo>
                  <a:pt x="217121" y="204011"/>
                </a:lnTo>
                <a:lnTo>
                  <a:pt x="227277" y="222081"/>
                </a:lnTo>
                <a:lnTo>
                  <a:pt x="232386" y="240781"/>
                </a:lnTo>
                <a:lnTo>
                  <a:pt x="232815" y="259376"/>
                </a:lnTo>
                <a:lnTo>
                  <a:pt x="228933" y="277130"/>
                </a:lnTo>
                <a:lnTo>
                  <a:pt x="221108" y="293306"/>
                </a:lnTo>
                <a:lnTo>
                  <a:pt x="209707" y="307169"/>
                </a:lnTo>
                <a:lnTo>
                  <a:pt x="195099" y="317983"/>
                </a:lnTo>
                <a:lnTo>
                  <a:pt x="177652" y="325011"/>
                </a:lnTo>
                <a:lnTo>
                  <a:pt x="157734" y="327517"/>
                </a:lnTo>
                <a:lnTo>
                  <a:pt x="152134" y="351668"/>
                </a:lnTo>
                <a:lnTo>
                  <a:pt x="141330" y="371402"/>
                </a:lnTo>
                <a:lnTo>
                  <a:pt x="126424" y="386510"/>
                </a:lnTo>
                <a:lnTo>
                  <a:pt x="108521" y="396780"/>
                </a:lnTo>
                <a:lnTo>
                  <a:pt x="88725" y="402003"/>
                </a:lnTo>
                <a:lnTo>
                  <a:pt x="68141" y="401968"/>
                </a:lnTo>
                <a:lnTo>
                  <a:pt x="47872" y="396464"/>
                </a:lnTo>
                <a:lnTo>
                  <a:pt x="29023" y="385283"/>
                </a:lnTo>
                <a:lnTo>
                  <a:pt x="12698" y="368212"/>
                </a:lnTo>
                <a:lnTo>
                  <a:pt x="0" y="345043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Offline line 64">
            <a:extLst>
              <a:ext uri="{FF2B5EF4-FFF2-40B4-BE49-F238E27FC236}">
                <a16:creationId xmlns:a16="http://schemas.microsoft.com/office/drawing/2014/main" id="{F48931FA-1648-4922-8550-D829289156F8}"/>
              </a:ext>
            </a:extLst>
          </p:cNvPr>
          <p:cNvSpPr>
            <a:spLocks noGrp="1"/>
          </p:cNvSpPr>
          <p:nvPr/>
        </p:nvSpPr>
        <p:spPr>
          <a:xfrm>
            <a:off x="8858250" y="4775454"/>
            <a:ext cx="9525" cy="297942"/>
          </a:xfrm>
          <a:custGeom>
            <a:avLst/>
            <a:gdLst/>
            <a:ahLst/>
            <a:cxnLst/>
            <a:rect l="0" t="0" r="0" b="0"/>
            <a:pathLst>
              <a:path w="9525" h="297942">
                <a:moveTo>
                  <a:pt x="0" y="0"/>
                </a:moveTo>
                <a:lnTo>
                  <a:pt x="0" y="297942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Offline line 65">
            <a:extLst>
              <a:ext uri="{FF2B5EF4-FFF2-40B4-BE49-F238E27FC236}">
                <a16:creationId xmlns:a16="http://schemas.microsoft.com/office/drawing/2014/main" id="{2F58B91C-63C4-46D8-91F8-475F61D0577D}"/>
              </a:ext>
            </a:extLst>
          </p:cNvPr>
          <p:cNvSpPr>
            <a:spLocks noGrp="1"/>
          </p:cNvSpPr>
          <p:nvPr/>
        </p:nvSpPr>
        <p:spPr>
          <a:xfrm>
            <a:off x="8718042" y="4792980"/>
            <a:ext cx="96393" cy="72067"/>
          </a:xfrm>
          <a:custGeom>
            <a:avLst/>
            <a:gdLst/>
            <a:ahLst/>
            <a:cxnLst/>
            <a:rect l="0" t="0" r="0" b="0"/>
            <a:pathLst>
              <a:path w="96393" h="72067">
                <a:moveTo>
                  <a:pt x="0" y="0"/>
                </a:moveTo>
                <a:lnTo>
                  <a:pt x="3645" y="17105"/>
                </a:lnTo>
                <a:lnTo>
                  <a:pt x="9184" y="31687"/>
                </a:lnTo>
                <a:lnTo>
                  <a:pt x="16404" y="43850"/>
                </a:lnTo>
                <a:lnTo>
                  <a:pt x="25097" y="53700"/>
                </a:lnTo>
                <a:lnTo>
                  <a:pt x="35052" y="61341"/>
                </a:lnTo>
                <a:lnTo>
                  <a:pt x="46058" y="66879"/>
                </a:lnTo>
                <a:lnTo>
                  <a:pt x="57906" y="70419"/>
                </a:lnTo>
                <a:lnTo>
                  <a:pt x="70384" y="72067"/>
                </a:lnTo>
                <a:lnTo>
                  <a:pt x="83284" y="71927"/>
                </a:lnTo>
                <a:lnTo>
                  <a:pt x="96393" y="70104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Offline line 66">
            <a:extLst>
              <a:ext uri="{FF2B5EF4-FFF2-40B4-BE49-F238E27FC236}">
                <a16:creationId xmlns:a16="http://schemas.microsoft.com/office/drawing/2014/main" id="{B8FD1AA6-5E3E-4553-B9EA-E2C291BA5AFD}"/>
              </a:ext>
            </a:extLst>
          </p:cNvPr>
          <p:cNvSpPr>
            <a:spLocks noGrp="1"/>
          </p:cNvSpPr>
          <p:nvPr/>
        </p:nvSpPr>
        <p:spPr>
          <a:xfrm>
            <a:off x="8656701" y="4906969"/>
            <a:ext cx="105997" cy="78797"/>
          </a:xfrm>
          <a:custGeom>
            <a:avLst/>
            <a:gdLst/>
            <a:ahLst/>
            <a:cxnLst/>
            <a:rect l="0" t="0" r="0" b="0"/>
            <a:pathLst>
              <a:path w="105997" h="78797">
                <a:moveTo>
                  <a:pt x="0" y="8693"/>
                </a:moveTo>
                <a:lnTo>
                  <a:pt x="18087" y="2611"/>
                </a:lnTo>
                <a:lnTo>
                  <a:pt x="35332" y="0"/>
                </a:lnTo>
                <a:lnTo>
                  <a:pt x="51421" y="648"/>
                </a:lnTo>
                <a:lnTo>
                  <a:pt x="66038" y="4346"/>
                </a:lnTo>
                <a:lnTo>
                  <a:pt x="78867" y="10884"/>
                </a:lnTo>
                <a:lnTo>
                  <a:pt x="89593" y="20050"/>
                </a:lnTo>
                <a:lnTo>
                  <a:pt x="97900" y="31634"/>
                </a:lnTo>
                <a:lnTo>
                  <a:pt x="103474" y="45427"/>
                </a:lnTo>
                <a:lnTo>
                  <a:pt x="105997" y="61218"/>
                </a:lnTo>
                <a:lnTo>
                  <a:pt x="105156" y="78797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Offline line 67">
            <a:extLst>
              <a:ext uri="{FF2B5EF4-FFF2-40B4-BE49-F238E27FC236}">
                <a16:creationId xmlns:a16="http://schemas.microsoft.com/office/drawing/2014/main" id="{E5DEC177-797A-423B-B920-9C70C7A01BD9}"/>
              </a:ext>
            </a:extLst>
          </p:cNvPr>
          <p:cNvSpPr>
            <a:spLocks noGrp="1"/>
          </p:cNvSpPr>
          <p:nvPr/>
        </p:nvSpPr>
        <p:spPr>
          <a:xfrm>
            <a:off x="8700516" y="4994529"/>
            <a:ext cx="97243" cy="65898"/>
          </a:xfrm>
          <a:custGeom>
            <a:avLst/>
            <a:gdLst/>
            <a:ahLst/>
            <a:cxnLst/>
            <a:rect l="0" t="0" r="0" b="0"/>
            <a:pathLst>
              <a:path w="97243" h="65898">
                <a:moveTo>
                  <a:pt x="0" y="61341"/>
                </a:moveTo>
                <a:lnTo>
                  <a:pt x="15712" y="65065"/>
                </a:lnTo>
                <a:lnTo>
                  <a:pt x="31056" y="65898"/>
                </a:lnTo>
                <a:lnTo>
                  <a:pt x="45664" y="64101"/>
                </a:lnTo>
                <a:lnTo>
                  <a:pt x="59168" y="59939"/>
                </a:lnTo>
                <a:lnTo>
                  <a:pt x="71199" y="53673"/>
                </a:lnTo>
                <a:lnTo>
                  <a:pt x="81391" y="45568"/>
                </a:lnTo>
                <a:lnTo>
                  <a:pt x="89374" y="35884"/>
                </a:lnTo>
                <a:lnTo>
                  <a:pt x="94781" y="24887"/>
                </a:lnTo>
                <a:lnTo>
                  <a:pt x="97243" y="12838"/>
                </a:lnTo>
                <a:lnTo>
                  <a:pt x="96393" y="0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Offline line 68">
            <a:extLst>
              <a:ext uri="{FF2B5EF4-FFF2-40B4-BE49-F238E27FC236}">
                <a16:creationId xmlns:a16="http://schemas.microsoft.com/office/drawing/2014/main" id="{ECD66074-60BA-40F3-9D4B-11E2EFCF2FCE}"/>
              </a:ext>
            </a:extLst>
          </p:cNvPr>
          <p:cNvSpPr>
            <a:spLocks noGrp="1"/>
          </p:cNvSpPr>
          <p:nvPr/>
        </p:nvSpPr>
        <p:spPr>
          <a:xfrm>
            <a:off x="8902065" y="4792980"/>
            <a:ext cx="96393" cy="72067"/>
          </a:xfrm>
          <a:custGeom>
            <a:avLst/>
            <a:gdLst/>
            <a:ahLst/>
            <a:cxnLst/>
            <a:rect l="0" t="0" r="0" b="0"/>
            <a:pathLst>
              <a:path w="96393" h="72067">
                <a:moveTo>
                  <a:pt x="96393" y="0"/>
                </a:moveTo>
                <a:lnTo>
                  <a:pt x="92748" y="17105"/>
                </a:lnTo>
                <a:lnTo>
                  <a:pt x="87209" y="31687"/>
                </a:lnTo>
                <a:lnTo>
                  <a:pt x="79989" y="43850"/>
                </a:lnTo>
                <a:lnTo>
                  <a:pt x="71296" y="53700"/>
                </a:lnTo>
                <a:lnTo>
                  <a:pt x="61341" y="61341"/>
                </a:lnTo>
                <a:lnTo>
                  <a:pt x="50335" y="66879"/>
                </a:lnTo>
                <a:lnTo>
                  <a:pt x="38487" y="70419"/>
                </a:lnTo>
                <a:lnTo>
                  <a:pt x="26009" y="72067"/>
                </a:lnTo>
                <a:lnTo>
                  <a:pt x="13109" y="71927"/>
                </a:lnTo>
                <a:lnTo>
                  <a:pt x="0" y="70104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Offline line 69">
            <a:extLst>
              <a:ext uri="{FF2B5EF4-FFF2-40B4-BE49-F238E27FC236}">
                <a16:creationId xmlns:a16="http://schemas.microsoft.com/office/drawing/2014/main" id="{BD8C253E-2AE8-4446-B808-3AD653C7113E}"/>
              </a:ext>
            </a:extLst>
          </p:cNvPr>
          <p:cNvSpPr>
            <a:spLocks noGrp="1"/>
          </p:cNvSpPr>
          <p:nvPr/>
        </p:nvSpPr>
        <p:spPr>
          <a:xfrm>
            <a:off x="8953802" y="4906969"/>
            <a:ext cx="105997" cy="78797"/>
          </a:xfrm>
          <a:custGeom>
            <a:avLst/>
            <a:gdLst/>
            <a:ahLst/>
            <a:cxnLst/>
            <a:rect l="0" t="0" r="0" b="0"/>
            <a:pathLst>
              <a:path w="105997" h="78797">
                <a:moveTo>
                  <a:pt x="105997" y="8693"/>
                </a:moveTo>
                <a:lnTo>
                  <a:pt x="87910" y="2611"/>
                </a:lnTo>
                <a:lnTo>
                  <a:pt x="70665" y="0"/>
                </a:lnTo>
                <a:lnTo>
                  <a:pt x="54576" y="648"/>
                </a:lnTo>
                <a:lnTo>
                  <a:pt x="39959" y="4346"/>
                </a:lnTo>
                <a:lnTo>
                  <a:pt x="27130" y="10884"/>
                </a:lnTo>
                <a:lnTo>
                  <a:pt x="16404" y="20050"/>
                </a:lnTo>
                <a:lnTo>
                  <a:pt x="8097" y="31634"/>
                </a:lnTo>
                <a:lnTo>
                  <a:pt x="2524" y="45427"/>
                </a:lnTo>
                <a:lnTo>
                  <a:pt x="0" y="61218"/>
                </a:lnTo>
                <a:lnTo>
                  <a:pt x="841" y="78797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Offline line 70">
            <a:extLst>
              <a:ext uri="{FF2B5EF4-FFF2-40B4-BE49-F238E27FC236}">
                <a16:creationId xmlns:a16="http://schemas.microsoft.com/office/drawing/2014/main" id="{858382CD-5959-4020-8F95-90611D41F1EF}"/>
              </a:ext>
            </a:extLst>
          </p:cNvPr>
          <p:cNvSpPr>
            <a:spLocks noGrp="1"/>
          </p:cNvSpPr>
          <p:nvPr/>
        </p:nvSpPr>
        <p:spPr>
          <a:xfrm>
            <a:off x="8918741" y="4994529"/>
            <a:ext cx="97243" cy="65898"/>
          </a:xfrm>
          <a:custGeom>
            <a:avLst/>
            <a:gdLst/>
            <a:ahLst/>
            <a:cxnLst/>
            <a:rect l="0" t="0" r="0" b="0"/>
            <a:pathLst>
              <a:path w="97243" h="65898">
                <a:moveTo>
                  <a:pt x="97243" y="61341"/>
                </a:moveTo>
                <a:lnTo>
                  <a:pt x="81531" y="65065"/>
                </a:lnTo>
                <a:lnTo>
                  <a:pt x="66187" y="65898"/>
                </a:lnTo>
                <a:lnTo>
                  <a:pt x="51579" y="64101"/>
                </a:lnTo>
                <a:lnTo>
                  <a:pt x="38075" y="59939"/>
                </a:lnTo>
                <a:lnTo>
                  <a:pt x="26044" y="53673"/>
                </a:lnTo>
                <a:lnTo>
                  <a:pt x="15852" y="45568"/>
                </a:lnTo>
                <a:lnTo>
                  <a:pt x="7869" y="35884"/>
                </a:lnTo>
                <a:lnTo>
                  <a:pt x="2462" y="24887"/>
                </a:lnTo>
                <a:lnTo>
                  <a:pt x="0" y="12838"/>
                </a:lnTo>
                <a:lnTo>
                  <a:pt x="850" y="0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Offline text 71: Execution LLM">
            <a:extLst>
              <a:ext uri="{FF2B5EF4-FFF2-40B4-BE49-F238E27FC236}">
                <a16:creationId xmlns:a16="http://schemas.microsoft.com/office/drawing/2014/main" id="{FB0E83BD-D624-4A52-999B-D13E7E759AD7}"/>
              </a:ext>
            </a:extLst>
          </p:cNvPr>
          <p:cNvSpPr>
            <a:spLocks noGrp="1"/>
          </p:cNvSpPr>
          <p:nvPr/>
        </p:nvSpPr>
        <p:spPr>
          <a:xfrm>
            <a:off x="7921695" y="5270564"/>
            <a:ext cx="1873110" cy="334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Execution LLM</a:t>
            </a:r>
          </a:p>
        </p:txBody>
      </p:sp>
      <p:sp>
        <p:nvSpPr>
          <p:cNvPr id="72" name="Offline module 72">
            <a:extLst>
              <a:ext uri="{FF2B5EF4-FFF2-40B4-BE49-F238E27FC236}">
                <a16:creationId xmlns:a16="http://schemas.microsoft.com/office/drawing/2014/main" id="{C1DDD3EA-9A22-4B70-999A-A828BC365E4C}"/>
              </a:ext>
            </a:extLst>
          </p:cNvPr>
          <p:cNvSpPr>
            <a:spLocks noGrp="1"/>
          </p:cNvSpPr>
          <p:nvPr/>
        </p:nvSpPr>
        <p:spPr>
          <a:xfrm>
            <a:off x="11334750" y="4572000"/>
            <a:ext cx="2305050" cy="1575054"/>
          </a:xfrm>
          <a:prstGeom prst="roundRect">
            <a:avLst>
              <a:gd name="adj" fmla="val 5000"/>
            </a:avLst>
          </a:prstGeom>
          <a:solidFill>
            <a:srgbClr val="F0E8F9"/>
          </a:solidFill>
          <a:ln w="20955">
            <a:solidFill>
              <a:srgbClr val="92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Offline line 73">
            <a:extLst>
              <a:ext uri="{FF2B5EF4-FFF2-40B4-BE49-F238E27FC236}">
                <a16:creationId xmlns:a16="http://schemas.microsoft.com/office/drawing/2014/main" id="{7E25DD17-E5E7-4243-BF2C-8790D945DD47}"/>
              </a:ext>
            </a:extLst>
          </p:cNvPr>
          <p:cNvSpPr>
            <a:spLocks noGrp="1"/>
          </p:cNvSpPr>
          <p:nvPr/>
        </p:nvSpPr>
        <p:spPr>
          <a:xfrm>
            <a:off x="12149685" y="4728353"/>
            <a:ext cx="232815" cy="402003"/>
          </a:xfrm>
          <a:custGeom>
            <a:avLst/>
            <a:gdLst/>
            <a:ahLst/>
            <a:cxnLst/>
            <a:rect l="0" t="0" r="0" b="0"/>
            <a:pathLst>
              <a:path w="232815" h="402003">
                <a:moveTo>
                  <a:pt x="232815" y="47101"/>
                </a:moveTo>
                <a:lnTo>
                  <a:pt x="220609" y="28427"/>
                </a:lnTo>
                <a:lnTo>
                  <a:pt x="205615" y="14433"/>
                </a:lnTo>
                <a:lnTo>
                  <a:pt x="188729" y="5065"/>
                </a:lnTo>
                <a:lnTo>
                  <a:pt x="170843" y="272"/>
                </a:lnTo>
                <a:lnTo>
                  <a:pt x="152853" y="0"/>
                </a:lnTo>
                <a:lnTo>
                  <a:pt x="135651" y="4197"/>
                </a:lnTo>
                <a:lnTo>
                  <a:pt x="120132" y="12812"/>
                </a:lnTo>
                <a:lnTo>
                  <a:pt x="107189" y="25790"/>
                </a:lnTo>
                <a:lnTo>
                  <a:pt x="97716" y="43079"/>
                </a:lnTo>
                <a:lnTo>
                  <a:pt x="92607" y="64627"/>
                </a:lnTo>
                <a:lnTo>
                  <a:pt x="72435" y="66643"/>
                </a:lnTo>
                <a:lnTo>
                  <a:pt x="54260" y="72339"/>
                </a:lnTo>
                <a:lnTo>
                  <a:pt x="38505" y="81189"/>
                </a:lnTo>
                <a:lnTo>
                  <a:pt x="25588" y="92669"/>
                </a:lnTo>
                <a:lnTo>
                  <a:pt x="15931" y="106251"/>
                </a:lnTo>
                <a:lnTo>
                  <a:pt x="9955" y="121411"/>
                </a:lnTo>
                <a:lnTo>
                  <a:pt x="8079" y="137623"/>
                </a:lnTo>
                <a:lnTo>
                  <a:pt x="10726" y="154360"/>
                </a:lnTo>
                <a:lnTo>
                  <a:pt x="18315" y="171098"/>
                </a:lnTo>
                <a:lnTo>
                  <a:pt x="31266" y="187309"/>
                </a:lnTo>
                <a:lnTo>
                  <a:pt x="15695" y="204011"/>
                </a:lnTo>
                <a:lnTo>
                  <a:pt x="5538" y="222081"/>
                </a:lnTo>
                <a:lnTo>
                  <a:pt x="429" y="240781"/>
                </a:lnTo>
                <a:lnTo>
                  <a:pt x="0" y="259376"/>
                </a:lnTo>
                <a:lnTo>
                  <a:pt x="3882" y="277130"/>
                </a:lnTo>
                <a:lnTo>
                  <a:pt x="11707" y="293306"/>
                </a:lnTo>
                <a:lnTo>
                  <a:pt x="23108" y="307169"/>
                </a:lnTo>
                <a:lnTo>
                  <a:pt x="37716" y="317983"/>
                </a:lnTo>
                <a:lnTo>
                  <a:pt x="55163" y="325011"/>
                </a:lnTo>
                <a:lnTo>
                  <a:pt x="75081" y="327517"/>
                </a:lnTo>
                <a:lnTo>
                  <a:pt x="80681" y="351668"/>
                </a:lnTo>
                <a:lnTo>
                  <a:pt x="91486" y="371402"/>
                </a:lnTo>
                <a:lnTo>
                  <a:pt x="106392" y="386510"/>
                </a:lnTo>
                <a:lnTo>
                  <a:pt x="124294" y="396780"/>
                </a:lnTo>
                <a:lnTo>
                  <a:pt x="144090" y="402003"/>
                </a:lnTo>
                <a:lnTo>
                  <a:pt x="164674" y="401968"/>
                </a:lnTo>
                <a:lnTo>
                  <a:pt x="184943" y="396464"/>
                </a:lnTo>
                <a:lnTo>
                  <a:pt x="203792" y="385283"/>
                </a:lnTo>
                <a:lnTo>
                  <a:pt x="220118" y="368212"/>
                </a:lnTo>
                <a:lnTo>
                  <a:pt x="232815" y="345043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Offline line 74">
            <a:extLst>
              <a:ext uri="{FF2B5EF4-FFF2-40B4-BE49-F238E27FC236}">
                <a16:creationId xmlns:a16="http://schemas.microsoft.com/office/drawing/2014/main" id="{92A25A1B-F56E-485C-A56A-4B7E3C377465}"/>
              </a:ext>
            </a:extLst>
          </p:cNvPr>
          <p:cNvSpPr>
            <a:spLocks noGrp="1"/>
          </p:cNvSpPr>
          <p:nvPr/>
        </p:nvSpPr>
        <p:spPr>
          <a:xfrm>
            <a:off x="12382500" y="4728353"/>
            <a:ext cx="232815" cy="402003"/>
          </a:xfrm>
          <a:custGeom>
            <a:avLst/>
            <a:gdLst/>
            <a:ahLst/>
            <a:cxnLst/>
            <a:rect l="0" t="0" r="0" b="0"/>
            <a:pathLst>
              <a:path w="232815" h="402003">
                <a:moveTo>
                  <a:pt x="0" y="47101"/>
                </a:moveTo>
                <a:lnTo>
                  <a:pt x="12207" y="28427"/>
                </a:lnTo>
                <a:lnTo>
                  <a:pt x="27200" y="14433"/>
                </a:lnTo>
                <a:lnTo>
                  <a:pt x="44087" y="5065"/>
                </a:lnTo>
                <a:lnTo>
                  <a:pt x="61972" y="272"/>
                </a:lnTo>
                <a:lnTo>
                  <a:pt x="79962" y="0"/>
                </a:lnTo>
                <a:lnTo>
                  <a:pt x="97164" y="4197"/>
                </a:lnTo>
                <a:lnTo>
                  <a:pt x="112683" y="12812"/>
                </a:lnTo>
                <a:lnTo>
                  <a:pt x="125626" y="25790"/>
                </a:lnTo>
                <a:lnTo>
                  <a:pt x="135099" y="43079"/>
                </a:lnTo>
                <a:lnTo>
                  <a:pt x="140208" y="64627"/>
                </a:lnTo>
                <a:lnTo>
                  <a:pt x="160380" y="66643"/>
                </a:lnTo>
                <a:lnTo>
                  <a:pt x="178555" y="72339"/>
                </a:lnTo>
                <a:lnTo>
                  <a:pt x="194311" y="81189"/>
                </a:lnTo>
                <a:lnTo>
                  <a:pt x="207227" y="92669"/>
                </a:lnTo>
                <a:lnTo>
                  <a:pt x="216884" y="106251"/>
                </a:lnTo>
                <a:lnTo>
                  <a:pt x="222861" y="121411"/>
                </a:lnTo>
                <a:lnTo>
                  <a:pt x="224736" y="137623"/>
                </a:lnTo>
                <a:lnTo>
                  <a:pt x="222089" y="154360"/>
                </a:lnTo>
                <a:lnTo>
                  <a:pt x="214501" y="171098"/>
                </a:lnTo>
                <a:lnTo>
                  <a:pt x="201549" y="187309"/>
                </a:lnTo>
                <a:lnTo>
                  <a:pt x="217121" y="204011"/>
                </a:lnTo>
                <a:lnTo>
                  <a:pt x="227277" y="222081"/>
                </a:lnTo>
                <a:lnTo>
                  <a:pt x="232386" y="240781"/>
                </a:lnTo>
                <a:lnTo>
                  <a:pt x="232815" y="259376"/>
                </a:lnTo>
                <a:lnTo>
                  <a:pt x="228933" y="277130"/>
                </a:lnTo>
                <a:lnTo>
                  <a:pt x="221108" y="293306"/>
                </a:lnTo>
                <a:lnTo>
                  <a:pt x="209707" y="307169"/>
                </a:lnTo>
                <a:lnTo>
                  <a:pt x="195099" y="317983"/>
                </a:lnTo>
                <a:lnTo>
                  <a:pt x="177652" y="325011"/>
                </a:lnTo>
                <a:lnTo>
                  <a:pt x="157734" y="327517"/>
                </a:lnTo>
                <a:lnTo>
                  <a:pt x="152134" y="351668"/>
                </a:lnTo>
                <a:lnTo>
                  <a:pt x="141330" y="371402"/>
                </a:lnTo>
                <a:lnTo>
                  <a:pt x="126424" y="386510"/>
                </a:lnTo>
                <a:lnTo>
                  <a:pt x="108521" y="396780"/>
                </a:lnTo>
                <a:lnTo>
                  <a:pt x="88725" y="402003"/>
                </a:lnTo>
                <a:lnTo>
                  <a:pt x="68141" y="401968"/>
                </a:lnTo>
                <a:lnTo>
                  <a:pt x="47872" y="396464"/>
                </a:lnTo>
                <a:lnTo>
                  <a:pt x="29023" y="385283"/>
                </a:lnTo>
                <a:lnTo>
                  <a:pt x="12698" y="368212"/>
                </a:lnTo>
                <a:lnTo>
                  <a:pt x="0" y="345043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Offline line 75">
            <a:extLst>
              <a:ext uri="{FF2B5EF4-FFF2-40B4-BE49-F238E27FC236}">
                <a16:creationId xmlns:a16="http://schemas.microsoft.com/office/drawing/2014/main" id="{F02E219F-4FB1-46DD-AB6C-D21D3EEE23D0}"/>
              </a:ext>
            </a:extLst>
          </p:cNvPr>
          <p:cNvSpPr>
            <a:spLocks noGrp="1"/>
          </p:cNvSpPr>
          <p:nvPr/>
        </p:nvSpPr>
        <p:spPr>
          <a:xfrm>
            <a:off x="12382500" y="4775454"/>
            <a:ext cx="9525" cy="297942"/>
          </a:xfrm>
          <a:custGeom>
            <a:avLst/>
            <a:gdLst/>
            <a:ahLst/>
            <a:cxnLst/>
            <a:rect l="0" t="0" r="0" b="0"/>
            <a:pathLst>
              <a:path w="9525" h="297942">
                <a:moveTo>
                  <a:pt x="0" y="0"/>
                </a:moveTo>
                <a:lnTo>
                  <a:pt x="0" y="297942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Offline line 76">
            <a:extLst>
              <a:ext uri="{FF2B5EF4-FFF2-40B4-BE49-F238E27FC236}">
                <a16:creationId xmlns:a16="http://schemas.microsoft.com/office/drawing/2014/main" id="{DF89FD25-1163-450C-B171-D429ABC2DFC0}"/>
              </a:ext>
            </a:extLst>
          </p:cNvPr>
          <p:cNvSpPr>
            <a:spLocks noGrp="1"/>
          </p:cNvSpPr>
          <p:nvPr/>
        </p:nvSpPr>
        <p:spPr>
          <a:xfrm>
            <a:off x="12242292" y="4792980"/>
            <a:ext cx="96393" cy="72067"/>
          </a:xfrm>
          <a:custGeom>
            <a:avLst/>
            <a:gdLst/>
            <a:ahLst/>
            <a:cxnLst/>
            <a:rect l="0" t="0" r="0" b="0"/>
            <a:pathLst>
              <a:path w="96393" h="72067">
                <a:moveTo>
                  <a:pt x="0" y="0"/>
                </a:moveTo>
                <a:lnTo>
                  <a:pt x="3645" y="17105"/>
                </a:lnTo>
                <a:lnTo>
                  <a:pt x="9184" y="31687"/>
                </a:lnTo>
                <a:lnTo>
                  <a:pt x="16404" y="43850"/>
                </a:lnTo>
                <a:lnTo>
                  <a:pt x="25097" y="53700"/>
                </a:lnTo>
                <a:lnTo>
                  <a:pt x="35052" y="61341"/>
                </a:lnTo>
                <a:lnTo>
                  <a:pt x="46058" y="66879"/>
                </a:lnTo>
                <a:lnTo>
                  <a:pt x="57906" y="70419"/>
                </a:lnTo>
                <a:lnTo>
                  <a:pt x="70384" y="72067"/>
                </a:lnTo>
                <a:lnTo>
                  <a:pt x="83284" y="71927"/>
                </a:lnTo>
                <a:lnTo>
                  <a:pt x="96393" y="70104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Offline line 77">
            <a:extLst>
              <a:ext uri="{FF2B5EF4-FFF2-40B4-BE49-F238E27FC236}">
                <a16:creationId xmlns:a16="http://schemas.microsoft.com/office/drawing/2014/main" id="{1C5F6750-6C36-468B-9B61-42F89F38128C}"/>
              </a:ext>
            </a:extLst>
          </p:cNvPr>
          <p:cNvSpPr>
            <a:spLocks noGrp="1"/>
          </p:cNvSpPr>
          <p:nvPr/>
        </p:nvSpPr>
        <p:spPr>
          <a:xfrm>
            <a:off x="12180951" y="4906969"/>
            <a:ext cx="105997" cy="78797"/>
          </a:xfrm>
          <a:custGeom>
            <a:avLst/>
            <a:gdLst/>
            <a:ahLst/>
            <a:cxnLst/>
            <a:rect l="0" t="0" r="0" b="0"/>
            <a:pathLst>
              <a:path w="105997" h="78797">
                <a:moveTo>
                  <a:pt x="0" y="8693"/>
                </a:moveTo>
                <a:lnTo>
                  <a:pt x="18087" y="2611"/>
                </a:lnTo>
                <a:lnTo>
                  <a:pt x="35332" y="0"/>
                </a:lnTo>
                <a:lnTo>
                  <a:pt x="51421" y="648"/>
                </a:lnTo>
                <a:lnTo>
                  <a:pt x="66038" y="4346"/>
                </a:lnTo>
                <a:lnTo>
                  <a:pt x="78867" y="10884"/>
                </a:lnTo>
                <a:lnTo>
                  <a:pt x="89593" y="20050"/>
                </a:lnTo>
                <a:lnTo>
                  <a:pt x="97900" y="31634"/>
                </a:lnTo>
                <a:lnTo>
                  <a:pt x="103474" y="45427"/>
                </a:lnTo>
                <a:lnTo>
                  <a:pt x="105997" y="61218"/>
                </a:lnTo>
                <a:lnTo>
                  <a:pt x="105156" y="78797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Offline line 78">
            <a:extLst>
              <a:ext uri="{FF2B5EF4-FFF2-40B4-BE49-F238E27FC236}">
                <a16:creationId xmlns:a16="http://schemas.microsoft.com/office/drawing/2014/main" id="{0CFDC761-1635-43E1-975B-7C37549FC0DB}"/>
              </a:ext>
            </a:extLst>
          </p:cNvPr>
          <p:cNvSpPr>
            <a:spLocks noGrp="1"/>
          </p:cNvSpPr>
          <p:nvPr/>
        </p:nvSpPr>
        <p:spPr>
          <a:xfrm>
            <a:off x="12224766" y="4994529"/>
            <a:ext cx="97243" cy="65898"/>
          </a:xfrm>
          <a:custGeom>
            <a:avLst/>
            <a:gdLst/>
            <a:ahLst/>
            <a:cxnLst/>
            <a:rect l="0" t="0" r="0" b="0"/>
            <a:pathLst>
              <a:path w="97243" h="65898">
                <a:moveTo>
                  <a:pt x="0" y="61341"/>
                </a:moveTo>
                <a:lnTo>
                  <a:pt x="15712" y="65065"/>
                </a:lnTo>
                <a:lnTo>
                  <a:pt x="31056" y="65898"/>
                </a:lnTo>
                <a:lnTo>
                  <a:pt x="45664" y="64101"/>
                </a:lnTo>
                <a:lnTo>
                  <a:pt x="59168" y="59939"/>
                </a:lnTo>
                <a:lnTo>
                  <a:pt x="71199" y="53673"/>
                </a:lnTo>
                <a:lnTo>
                  <a:pt x="81391" y="45568"/>
                </a:lnTo>
                <a:lnTo>
                  <a:pt x="89374" y="35884"/>
                </a:lnTo>
                <a:lnTo>
                  <a:pt x="94781" y="24887"/>
                </a:lnTo>
                <a:lnTo>
                  <a:pt x="97243" y="12838"/>
                </a:lnTo>
                <a:lnTo>
                  <a:pt x="96393" y="0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Offline line 79">
            <a:extLst>
              <a:ext uri="{FF2B5EF4-FFF2-40B4-BE49-F238E27FC236}">
                <a16:creationId xmlns:a16="http://schemas.microsoft.com/office/drawing/2014/main" id="{D5E27B33-41AB-4A03-BE10-B0B80EF121A7}"/>
              </a:ext>
            </a:extLst>
          </p:cNvPr>
          <p:cNvSpPr>
            <a:spLocks noGrp="1"/>
          </p:cNvSpPr>
          <p:nvPr/>
        </p:nvSpPr>
        <p:spPr>
          <a:xfrm>
            <a:off x="12426315" y="4792980"/>
            <a:ext cx="96393" cy="72067"/>
          </a:xfrm>
          <a:custGeom>
            <a:avLst/>
            <a:gdLst/>
            <a:ahLst/>
            <a:cxnLst/>
            <a:rect l="0" t="0" r="0" b="0"/>
            <a:pathLst>
              <a:path w="96393" h="72067">
                <a:moveTo>
                  <a:pt x="96393" y="0"/>
                </a:moveTo>
                <a:lnTo>
                  <a:pt x="92748" y="17105"/>
                </a:lnTo>
                <a:lnTo>
                  <a:pt x="87209" y="31687"/>
                </a:lnTo>
                <a:lnTo>
                  <a:pt x="79989" y="43850"/>
                </a:lnTo>
                <a:lnTo>
                  <a:pt x="71296" y="53700"/>
                </a:lnTo>
                <a:lnTo>
                  <a:pt x="61341" y="61341"/>
                </a:lnTo>
                <a:lnTo>
                  <a:pt x="50335" y="66879"/>
                </a:lnTo>
                <a:lnTo>
                  <a:pt x="38487" y="70419"/>
                </a:lnTo>
                <a:lnTo>
                  <a:pt x="26009" y="72067"/>
                </a:lnTo>
                <a:lnTo>
                  <a:pt x="13109" y="71927"/>
                </a:lnTo>
                <a:lnTo>
                  <a:pt x="0" y="70104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Offline line 80">
            <a:extLst>
              <a:ext uri="{FF2B5EF4-FFF2-40B4-BE49-F238E27FC236}">
                <a16:creationId xmlns:a16="http://schemas.microsoft.com/office/drawing/2014/main" id="{3969AE40-4B01-487C-968E-173FF7D5308A}"/>
              </a:ext>
            </a:extLst>
          </p:cNvPr>
          <p:cNvSpPr>
            <a:spLocks noGrp="1"/>
          </p:cNvSpPr>
          <p:nvPr/>
        </p:nvSpPr>
        <p:spPr>
          <a:xfrm>
            <a:off x="12478052" y="4906969"/>
            <a:ext cx="105997" cy="78797"/>
          </a:xfrm>
          <a:custGeom>
            <a:avLst/>
            <a:gdLst/>
            <a:ahLst/>
            <a:cxnLst/>
            <a:rect l="0" t="0" r="0" b="0"/>
            <a:pathLst>
              <a:path w="105997" h="78797">
                <a:moveTo>
                  <a:pt x="105997" y="8693"/>
                </a:moveTo>
                <a:lnTo>
                  <a:pt x="87910" y="2611"/>
                </a:lnTo>
                <a:lnTo>
                  <a:pt x="70665" y="0"/>
                </a:lnTo>
                <a:lnTo>
                  <a:pt x="54576" y="648"/>
                </a:lnTo>
                <a:lnTo>
                  <a:pt x="39959" y="4346"/>
                </a:lnTo>
                <a:lnTo>
                  <a:pt x="27130" y="10884"/>
                </a:lnTo>
                <a:lnTo>
                  <a:pt x="16404" y="20050"/>
                </a:lnTo>
                <a:lnTo>
                  <a:pt x="8097" y="31634"/>
                </a:lnTo>
                <a:lnTo>
                  <a:pt x="2524" y="45427"/>
                </a:lnTo>
                <a:lnTo>
                  <a:pt x="0" y="61218"/>
                </a:lnTo>
                <a:lnTo>
                  <a:pt x="841" y="78797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Offline line 81">
            <a:extLst>
              <a:ext uri="{FF2B5EF4-FFF2-40B4-BE49-F238E27FC236}">
                <a16:creationId xmlns:a16="http://schemas.microsoft.com/office/drawing/2014/main" id="{2FB07A3E-1485-4CB5-B208-F1F5B46644AC}"/>
              </a:ext>
            </a:extLst>
          </p:cNvPr>
          <p:cNvSpPr>
            <a:spLocks noGrp="1"/>
          </p:cNvSpPr>
          <p:nvPr/>
        </p:nvSpPr>
        <p:spPr>
          <a:xfrm>
            <a:off x="12442991" y="4994529"/>
            <a:ext cx="97243" cy="65898"/>
          </a:xfrm>
          <a:custGeom>
            <a:avLst/>
            <a:gdLst/>
            <a:ahLst/>
            <a:cxnLst/>
            <a:rect l="0" t="0" r="0" b="0"/>
            <a:pathLst>
              <a:path w="97243" h="65898">
                <a:moveTo>
                  <a:pt x="97243" y="61341"/>
                </a:moveTo>
                <a:lnTo>
                  <a:pt x="81531" y="65065"/>
                </a:lnTo>
                <a:lnTo>
                  <a:pt x="66187" y="65898"/>
                </a:lnTo>
                <a:lnTo>
                  <a:pt x="51579" y="64101"/>
                </a:lnTo>
                <a:lnTo>
                  <a:pt x="38075" y="59939"/>
                </a:lnTo>
                <a:lnTo>
                  <a:pt x="26044" y="53673"/>
                </a:lnTo>
                <a:lnTo>
                  <a:pt x="15852" y="45568"/>
                </a:lnTo>
                <a:lnTo>
                  <a:pt x="7869" y="35884"/>
                </a:lnTo>
                <a:lnTo>
                  <a:pt x="2462" y="24887"/>
                </a:lnTo>
                <a:lnTo>
                  <a:pt x="0" y="12838"/>
                </a:lnTo>
                <a:lnTo>
                  <a:pt x="850" y="0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Offline text 82: Verifier LLM">
            <a:extLst>
              <a:ext uri="{FF2B5EF4-FFF2-40B4-BE49-F238E27FC236}">
                <a16:creationId xmlns:a16="http://schemas.microsoft.com/office/drawing/2014/main" id="{0229E922-397F-4CE7-A66A-75583FB28238}"/>
              </a:ext>
            </a:extLst>
          </p:cNvPr>
          <p:cNvSpPr>
            <a:spLocks noGrp="1"/>
          </p:cNvSpPr>
          <p:nvPr/>
        </p:nvSpPr>
        <p:spPr>
          <a:xfrm>
            <a:off x="11615957" y="5270564"/>
            <a:ext cx="1533087" cy="334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Verifier LLM</a:t>
            </a:r>
          </a:p>
        </p:txBody>
      </p:sp>
      <p:sp>
        <p:nvSpPr>
          <p:cNvPr id="83" name="Offline text 83: [2]">
            <a:extLst>
              <a:ext uri="{FF2B5EF4-FFF2-40B4-BE49-F238E27FC236}">
                <a16:creationId xmlns:a16="http://schemas.microsoft.com/office/drawing/2014/main" id="{97FED4F1-C07B-47D2-99B0-57F3F8BF6DFC}"/>
              </a:ext>
            </a:extLst>
          </p:cNvPr>
          <p:cNvSpPr>
            <a:spLocks noGrp="1"/>
          </p:cNvSpPr>
          <p:nvPr/>
        </p:nvSpPr>
        <p:spPr>
          <a:xfrm>
            <a:off x="12983489" y="4662773"/>
            <a:ext cx="294361" cy="2185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75" b="0">
                <a:solidFill>
                  <a:srgbClr val="76539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6539C"/>
                </a:solidFill>
                <a:latin typeface="Arial"/>
                <a:ea typeface="Arial"/>
                <a:cs typeface="Arial"/>
              </a:rPr>
              <a:t>[2]</a:t>
            </a:r>
          </a:p>
        </p:txBody>
      </p:sp>
      <p:sp>
        <p:nvSpPr>
          <p:cNvPr id="84" name="Offline module 84">
            <a:extLst>
              <a:ext uri="{FF2B5EF4-FFF2-40B4-BE49-F238E27FC236}">
                <a16:creationId xmlns:a16="http://schemas.microsoft.com/office/drawing/2014/main" id="{BDAC9B82-1D9A-409C-BF23-2BCACAE70DF2}"/>
              </a:ext>
            </a:extLst>
          </p:cNvPr>
          <p:cNvSpPr>
            <a:spLocks noGrp="1"/>
          </p:cNvSpPr>
          <p:nvPr/>
        </p:nvSpPr>
        <p:spPr>
          <a:xfrm>
            <a:off x="11378564" y="7060820"/>
            <a:ext cx="2305049" cy="1536382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20955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Offline line 85">
            <a:extLst>
              <a:ext uri="{FF2B5EF4-FFF2-40B4-BE49-F238E27FC236}">
                <a16:creationId xmlns:a16="http://schemas.microsoft.com/office/drawing/2014/main" id="{401182DD-D73F-4D44-8E6B-CD0977A0C7C7}"/>
              </a:ext>
            </a:extLst>
          </p:cNvPr>
          <p:cNvSpPr>
            <a:spLocks noGrp="1"/>
          </p:cNvSpPr>
          <p:nvPr/>
        </p:nvSpPr>
        <p:spPr>
          <a:xfrm>
            <a:off x="12233529" y="7094728"/>
            <a:ext cx="297942" cy="341757"/>
          </a:xfrm>
          <a:custGeom>
            <a:avLst/>
            <a:gdLst/>
            <a:ahLst/>
            <a:cxnLst/>
            <a:rect l="0" t="0" r="0" b="0"/>
            <a:pathLst>
              <a:path w="297942" h="341757">
                <a:moveTo>
                  <a:pt x="148971" y="0"/>
                </a:moveTo>
                <a:lnTo>
                  <a:pt x="297942" y="61341"/>
                </a:lnTo>
                <a:lnTo>
                  <a:pt x="271653" y="210312"/>
                </a:lnTo>
                <a:lnTo>
                  <a:pt x="219075" y="289179"/>
                </a:lnTo>
                <a:lnTo>
                  <a:pt x="148971" y="341757"/>
                </a:lnTo>
                <a:lnTo>
                  <a:pt x="78867" y="289179"/>
                </a:lnTo>
                <a:lnTo>
                  <a:pt x="26289" y="210312"/>
                </a:lnTo>
                <a:lnTo>
                  <a:pt x="0" y="61341"/>
                </a:lnTo>
                <a:lnTo>
                  <a:pt x="148971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Offline line 86">
            <a:extLst>
              <a:ext uri="{FF2B5EF4-FFF2-40B4-BE49-F238E27FC236}">
                <a16:creationId xmlns:a16="http://schemas.microsoft.com/office/drawing/2014/main" id="{640940D7-DC2B-4003-B418-0525A2553184}"/>
              </a:ext>
            </a:extLst>
          </p:cNvPr>
          <p:cNvSpPr>
            <a:spLocks noGrp="1"/>
          </p:cNvSpPr>
          <p:nvPr/>
        </p:nvSpPr>
        <p:spPr>
          <a:xfrm>
            <a:off x="12312396" y="7199884"/>
            <a:ext cx="148971" cy="113919"/>
          </a:xfrm>
          <a:custGeom>
            <a:avLst/>
            <a:gdLst/>
            <a:ahLst/>
            <a:cxnLst/>
            <a:rect l="0" t="0" r="0" b="0"/>
            <a:pathLst>
              <a:path w="148971" h="113919">
                <a:moveTo>
                  <a:pt x="0" y="52578"/>
                </a:moveTo>
                <a:lnTo>
                  <a:pt x="52578" y="113919"/>
                </a:lnTo>
                <a:lnTo>
                  <a:pt x="148971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Offline text 87: Action verifier">
            <a:extLst>
              <a:ext uri="{FF2B5EF4-FFF2-40B4-BE49-F238E27FC236}">
                <a16:creationId xmlns:a16="http://schemas.microsoft.com/office/drawing/2014/main" id="{61873D7E-E62E-4EFB-AD2A-16571498FF82}"/>
              </a:ext>
            </a:extLst>
          </p:cNvPr>
          <p:cNvSpPr>
            <a:spLocks noGrp="1"/>
          </p:cNvSpPr>
          <p:nvPr/>
        </p:nvSpPr>
        <p:spPr>
          <a:xfrm>
            <a:off x="11584761" y="7515351"/>
            <a:ext cx="1779499" cy="334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13247"/>
                </a:solidFill>
                <a:latin typeface="Arial"/>
                <a:ea typeface="Arial"/>
                <a:cs typeface="Arial"/>
              </a:rPr>
              <a:t>Action verifier</a:t>
            </a:r>
          </a:p>
        </p:txBody>
      </p:sp>
      <p:sp>
        <p:nvSpPr>
          <p:cNvPr id="88" name="Offline text 88: [1]">
            <a:extLst>
              <a:ext uri="{FF2B5EF4-FFF2-40B4-BE49-F238E27FC236}">
                <a16:creationId xmlns:a16="http://schemas.microsoft.com/office/drawing/2014/main" id="{B183ACCA-A48C-4297-A0C4-00A2E35E25CB}"/>
              </a:ext>
            </a:extLst>
          </p:cNvPr>
          <p:cNvSpPr>
            <a:spLocks noGrp="1"/>
          </p:cNvSpPr>
          <p:nvPr/>
        </p:nvSpPr>
        <p:spPr>
          <a:xfrm>
            <a:off x="12983489" y="7329773"/>
            <a:ext cx="294361" cy="2185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75" b="0">
                <a:solidFill>
                  <a:srgbClr val="2E5F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E5F8B"/>
                </a:solidFill>
                <a:latin typeface="Arial"/>
                <a:ea typeface="Arial"/>
                <a:cs typeface="Arial"/>
              </a:rPr>
              <a:t>[1]</a:t>
            </a:r>
          </a:p>
        </p:txBody>
      </p:sp>
      <p:sp>
        <p:nvSpPr>
          <p:cNvPr id="89" name="Offline module 89">
            <a:extLst>
              <a:ext uri="{FF2B5EF4-FFF2-40B4-BE49-F238E27FC236}">
                <a16:creationId xmlns:a16="http://schemas.microsoft.com/office/drawing/2014/main" id="{41B714D0-A0F2-4FD0-B7B6-DD786C911066}"/>
              </a:ext>
            </a:extLst>
          </p:cNvPr>
          <p:cNvSpPr>
            <a:spLocks noGrp="1"/>
          </p:cNvSpPr>
          <p:nvPr/>
        </p:nvSpPr>
        <p:spPr>
          <a:xfrm>
            <a:off x="7810500" y="723900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20955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Offline line 90">
            <a:extLst>
              <a:ext uri="{FF2B5EF4-FFF2-40B4-BE49-F238E27FC236}">
                <a16:creationId xmlns:a16="http://schemas.microsoft.com/office/drawing/2014/main" id="{48353BAA-2F8E-4B72-A2BB-3EF8294FBD0F}"/>
              </a:ext>
            </a:extLst>
          </p:cNvPr>
          <p:cNvSpPr>
            <a:spLocks noGrp="1"/>
          </p:cNvSpPr>
          <p:nvPr/>
        </p:nvSpPr>
        <p:spPr>
          <a:xfrm>
            <a:off x="8709279" y="7424928"/>
            <a:ext cx="306705" cy="359283"/>
          </a:xfrm>
          <a:custGeom>
            <a:avLst/>
            <a:gdLst/>
            <a:ahLst/>
            <a:cxnLst/>
            <a:rect l="0" t="0" r="0" b="0"/>
            <a:pathLst>
              <a:path w="306705" h="359283">
                <a:moveTo>
                  <a:pt x="0" y="315468"/>
                </a:moveTo>
                <a:lnTo>
                  <a:pt x="113919" y="201549"/>
                </a:lnTo>
                <a:lnTo>
                  <a:pt x="78867" y="122682"/>
                </a:lnTo>
                <a:lnTo>
                  <a:pt x="105156" y="35052"/>
                </a:lnTo>
                <a:lnTo>
                  <a:pt x="184023" y="0"/>
                </a:lnTo>
                <a:lnTo>
                  <a:pt x="166497" y="96393"/>
                </a:lnTo>
                <a:lnTo>
                  <a:pt x="227838" y="140208"/>
                </a:lnTo>
                <a:lnTo>
                  <a:pt x="306705" y="87630"/>
                </a:lnTo>
                <a:lnTo>
                  <a:pt x="306705" y="184023"/>
                </a:lnTo>
                <a:lnTo>
                  <a:pt x="245364" y="245364"/>
                </a:lnTo>
                <a:lnTo>
                  <a:pt x="175260" y="236601"/>
                </a:lnTo>
                <a:lnTo>
                  <a:pt x="52578" y="359283"/>
                </a:lnTo>
                <a:lnTo>
                  <a:pt x="0" y="315468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Offline polygon 91">
            <a:extLst>
              <a:ext uri="{FF2B5EF4-FFF2-40B4-BE49-F238E27FC236}">
                <a16:creationId xmlns:a16="http://schemas.microsoft.com/office/drawing/2014/main" id="{14D7DE88-9240-4C94-9AE2-5AB5EB1B86E2}"/>
              </a:ext>
            </a:extLst>
          </p:cNvPr>
          <p:cNvSpPr>
            <a:spLocks noGrp="1"/>
          </p:cNvSpPr>
          <p:nvPr/>
        </p:nvSpPr>
        <p:spPr>
          <a:xfrm>
            <a:off x="8747836" y="7717612"/>
            <a:ext cx="28042" cy="28042"/>
          </a:xfrm>
          <a:custGeom>
            <a:avLst/>
            <a:gdLst/>
            <a:ahLst/>
            <a:cxnLst/>
            <a:rect l="0" t="0" r="0" b="0"/>
            <a:pathLst>
              <a:path w="28042" h="28042">
                <a:moveTo>
                  <a:pt x="28042" y="14021"/>
                </a:moveTo>
                <a:lnTo>
                  <a:pt x="27922" y="15851"/>
                </a:lnTo>
                <a:lnTo>
                  <a:pt x="27564" y="17650"/>
                </a:lnTo>
                <a:lnTo>
                  <a:pt x="26974" y="19386"/>
                </a:lnTo>
                <a:lnTo>
                  <a:pt x="26163" y="21031"/>
                </a:lnTo>
                <a:lnTo>
                  <a:pt x="25144" y="22556"/>
                </a:lnTo>
                <a:lnTo>
                  <a:pt x="23935" y="23935"/>
                </a:lnTo>
                <a:lnTo>
                  <a:pt x="22556" y="25144"/>
                </a:lnTo>
                <a:lnTo>
                  <a:pt x="21031" y="26163"/>
                </a:lnTo>
                <a:lnTo>
                  <a:pt x="19386" y="26974"/>
                </a:lnTo>
                <a:lnTo>
                  <a:pt x="17650" y="27564"/>
                </a:lnTo>
                <a:lnTo>
                  <a:pt x="15851" y="27922"/>
                </a:lnTo>
                <a:lnTo>
                  <a:pt x="14021" y="28042"/>
                </a:lnTo>
                <a:lnTo>
                  <a:pt x="12191" y="27922"/>
                </a:lnTo>
                <a:lnTo>
                  <a:pt x="10392" y="27564"/>
                </a:lnTo>
                <a:lnTo>
                  <a:pt x="8655" y="26974"/>
                </a:lnTo>
                <a:lnTo>
                  <a:pt x="7010" y="26163"/>
                </a:lnTo>
                <a:lnTo>
                  <a:pt x="5485" y="25144"/>
                </a:lnTo>
                <a:lnTo>
                  <a:pt x="4107" y="23935"/>
                </a:lnTo>
                <a:lnTo>
                  <a:pt x="2897" y="22556"/>
                </a:lnTo>
                <a:lnTo>
                  <a:pt x="1878" y="21031"/>
                </a:lnTo>
                <a:lnTo>
                  <a:pt x="1067" y="19386"/>
                </a:lnTo>
                <a:lnTo>
                  <a:pt x="478" y="17650"/>
                </a:lnTo>
                <a:lnTo>
                  <a:pt x="120" y="15851"/>
                </a:lnTo>
                <a:lnTo>
                  <a:pt x="0" y="14021"/>
                </a:lnTo>
                <a:lnTo>
                  <a:pt x="120" y="12191"/>
                </a:lnTo>
                <a:lnTo>
                  <a:pt x="478" y="10392"/>
                </a:lnTo>
                <a:lnTo>
                  <a:pt x="1067" y="8655"/>
                </a:lnTo>
                <a:lnTo>
                  <a:pt x="1878" y="7010"/>
                </a:lnTo>
                <a:lnTo>
                  <a:pt x="2897" y="5485"/>
                </a:lnTo>
                <a:lnTo>
                  <a:pt x="4107" y="4107"/>
                </a:lnTo>
                <a:lnTo>
                  <a:pt x="5485" y="2897"/>
                </a:lnTo>
                <a:lnTo>
                  <a:pt x="7010" y="1878"/>
                </a:lnTo>
                <a:lnTo>
                  <a:pt x="8655" y="1067"/>
                </a:lnTo>
                <a:lnTo>
                  <a:pt x="10392" y="478"/>
                </a:lnTo>
                <a:lnTo>
                  <a:pt x="12191" y="120"/>
                </a:lnTo>
                <a:lnTo>
                  <a:pt x="14021" y="0"/>
                </a:lnTo>
                <a:lnTo>
                  <a:pt x="15851" y="120"/>
                </a:lnTo>
                <a:lnTo>
                  <a:pt x="17650" y="478"/>
                </a:lnTo>
                <a:lnTo>
                  <a:pt x="19386" y="1067"/>
                </a:lnTo>
                <a:lnTo>
                  <a:pt x="21031" y="1878"/>
                </a:lnTo>
                <a:lnTo>
                  <a:pt x="22556" y="2897"/>
                </a:lnTo>
                <a:lnTo>
                  <a:pt x="23935" y="4107"/>
                </a:lnTo>
                <a:lnTo>
                  <a:pt x="25144" y="5485"/>
                </a:lnTo>
                <a:lnTo>
                  <a:pt x="26163" y="7010"/>
                </a:lnTo>
                <a:lnTo>
                  <a:pt x="26974" y="8655"/>
                </a:lnTo>
                <a:lnTo>
                  <a:pt x="27564" y="10392"/>
                </a:lnTo>
                <a:lnTo>
                  <a:pt x="27922" y="12191"/>
                </a:lnTo>
                <a:lnTo>
                  <a:pt x="28042" y="14021"/>
                </a:lnTo>
                <a:close/>
              </a:path>
            </a:pathLst>
          </a:custGeom>
          <a:solidFill>
            <a:srgbClr val="2E5F8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Offline line 92">
            <a:extLst>
              <a:ext uri="{FF2B5EF4-FFF2-40B4-BE49-F238E27FC236}">
                <a16:creationId xmlns:a16="http://schemas.microsoft.com/office/drawing/2014/main" id="{318208F9-28CC-4AB7-AAA0-0FDDBB2DAA10}"/>
              </a:ext>
            </a:extLst>
          </p:cNvPr>
          <p:cNvSpPr>
            <a:spLocks noGrp="1"/>
          </p:cNvSpPr>
          <p:nvPr/>
        </p:nvSpPr>
        <p:spPr>
          <a:xfrm>
            <a:off x="8747836" y="7717612"/>
            <a:ext cx="28042" cy="28042"/>
          </a:xfrm>
          <a:custGeom>
            <a:avLst/>
            <a:gdLst/>
            <a:ahLst/>
            <a:cxnLst/>
            <a:rect l="0" t="0" r="0" b="0"/>
            <a:pathLst>
              <a:path w="28042" h="28042">
                <a:moveTo>
                  <a:pt x="28042" y="14021"/>
                </a:moveTo>
                <a:lnTo>
                  <a:pt x="27922" y="15851"/>
                </a:lnTo>
                <a:lnTo>
                  <a:pt x="27564" y="17650"/>
                </a:lnTo>
                <a:lnTo>
                  <a:pt x="26974" y="19386"/>
                </a:lnTo>
                <a:lnTo>
                  <a:pt x="26163" y="21031"/>
                </a:lnTo>
                <a:lnTo>
                  <a:pt x="25144" y="22556"/>
                </a:lnTo>
                <a:lnTo>
                  <a:pt x="23935" y="23935"/>
                </a:lnTo>
                <a:lnTo>
                  <a:pt x="22556" y="25144"/>
                </a:lnTo>
                <a:lnTo>
                  <a:pt x="21031" y="26163"/>
                </a:lnTo>
                <a:lnTo>
                  <a:pt x="19386" y="26974"/>
                </a:lnTo>
                <a:lnTo>
                  <a:pt x="17650" y="27564"/>
                </a:lnTo>
                <a:lnTo>
                  <a:pt x="15851" y="27922"/>
                </a:lnTo>
                <a:lnTo>
                  <a:pt x="14021" y="28042"/>
                </a:lnTo>
                <a:lnTo>
                  <a:pt x="12191" y="27922"/>
                </a:lnTo>
                <a:lnTo>
                  <a:pt x="10392" y="27564"/>
                </a:lnTo>
                <a:lnTo>
                  <a:pt x="8655" y="26974"/>
                </a:lnTo>
                <a:lnTo>
                  <a:pt x="7010" y="26163"/>
                </a:lnTo>
                <a:lnTo>
                  <a:pt x="5485" y="25144"/>
                </a:lnTo>
                <a:lnTo>
                  <a:pt x="4107" y="23935"/>
                </a:lnTo>
                <a:lnTo>
                  <a:pt x="2897" y="22556"/>
                </a:lnTo>
                <a:lnTo>
                  <a:pt x="1878" y="21031"/>
                </a:lnTo>
                <a:lnTo>
                  <a:pt x="1067" y="19386"/>
                </a:lnTo>
                <a:lnTo>
                  <a:pt x="478" y="17650"/>
                </a:lnTo>
                <a:lnTo>
                  <a:pt x="120" y="15851"/>
                </a:lnTo>
                <a:lnTo>
                  <a:pt x="0" y="14021"/>
                </a:lnTo>
                <a:lnTo>
                  <a:pt x="120" y="12191"/>
                </a:lnTo>
                <a:lnTo>
                  <a:pt x="478" y="10392"/>
                </a:lnTo>
                <a:lnTo>
                  <a:pt x="1067" y="8655"/>
                </a:lnTo>
                <a:lnTo>
                  <a:pt x="1878" y="7010"/>
                </a:lnTo>
                <a:lnTo>
                  <a:pt x="2897" y="5485"/>
                </a:lnTo>
                <a:lnTo>
                  <a:pt x="4107" y="4107"/>
                </a:lnTo>
                <a:lnTo>
                  <a:pt x="5485" y="2897"/>
                </a:lnTo>
                <a:lnTo>
                  <a:pt x="7010" y="1878"/>
                </a:lnTo>
                <a:lnTo>
                  <a:pt x="8655" y="1067"/>
                </a:lnTo>
                <a:lnTo>
                  <a:pt x="10392" y="478"/>
                </a:lnTo>
                <a:lnTo>
                  <a:pt x="12191" y="120"/>
                </a:lnTo>
                <a:lnTo>
                  <a:pt x="14021" y="0"/>
                </a:lnTo>
                <a:lnTo>
                  <a:pt x="15851" y="120"/>
                </a:lnTo>
                <a:lnTo>
                  <a:pt x="17650" y="478"/>
                </a:lnTo>
                <a:lnTo>
                  <a:pt x="19386" y="1067"/>
                </a:lnTo>
                <a:lnTo>
                  <a:pt x="21031" y="1878"/>
                </a:lnTo>
                <a:lnTo>
                  <a:pt x="22556" y="2897"/>
                </a:lnTo>
                <a:lnTo>
                  <a:pt x="23935" y="4107"/>
                </a:lnTo>
                <a:lnTo>
                  <a:pt x="25144" y="5485"/>
                </a:lnTo>
                <a:lnTo>
                  <a:pt x="26163" y="7010"/>
                </a:lnTo>
                <a:lnTo>
                  <a:pt x="26974" y="8655"/>
                </a:lnTo>
                <a:lnTo>
                  <a:pt x="27564" y="10392"/>
                </a:lnTo>
                <a:lnTo>
                  <a:pt x="27922" y="12191"/>
                </a:lnTo>
                <a:lnTo>
                  <a:pt x="28042" y="14021"/>
                </a:lnTo>
              </a:path>
            </a:pathLst>
          </a:custGeom>
          <a:noFill/>
          <a:ln w="9525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Offline text 93: Tool node">
            <a:extLst>
              <a:ext uri="{FF2B5EF4-FFF2-40B4-BE49-F238E27FC236}">
                <a16:creationId xmlns:a16="http://schemas.microsoft.com/office/drawing/2014/main" id="{3EA05BBC-2C8A-411B-9BC0-0B4B3994EE15}"/>
              </a:ext>
            </a:extLst>
          </p:cNvPr>
          <p:cNvSpPr>
            <a:spLocks noGrp="1"/>
          </p:cNvSpPr>
          <p:nvPr/>
        </p:nvSpPr>
        <p:spPr>
          <a:xfrm>
            <a:off x="8219370" y="7937564"/>
            <a:ext cx="1277760" cy="334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Tool node</a:t>
            </a:r>
          </a:p>
        </p:txBody>
      </p:sp>
      <p:sp>
        <p:nvSpPr>
          <p:cNvPr id="94" name="Offline module 94">
            <a:extLst>
              <a:ext uri="{FF2B5EF4-FFF2-40B4-BE49-F238E27FC236}">
                <a16:creationId xmlns:a16="http://schemas.microsoft.com/office/drawing/2014/main" id="{258ED99B-F495-49A8-8408-E23D7EFEFD9C}"/>
              </a:ext>
            </a:extLst>
          </p:cNvPr>
          <p:cNvSpPr>
            <a:spLocks noGrp="1"/>
          </p:cNvSpPr>
          <p:nvPr/>
        </p:nvSpPr>
        <p:spPr>
          <a:xfrm>
            <a:off x="4286250" y="723900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20955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Offline module 95">
            <a:extLst>
              <a:ext uri="{FF2B5EF4-FFF2-40B4-BE49-F238E27FC236}">
                <a16:creationId xmlns:a16="http://schemas.microsoft.com/office/drawing/2014/main" id="{AD6B3FB2-DB84-4278-B830-C563C60011E5}"/>
              </a:ext>
            </a:extLst>
          </p:cNvPr>
          <p:cNvSpPr>
            <a:spLocks noGrp="1"/>
          </p:cNvSpPr>
          <p:nvPr/>
        </p:nvSpPr>
        <p:spPr>
          <a:xfrm>
            <a:off x="5185029" y="7451217"/>
            <a:ext cx="227838" cy="262890"/>
          </a:xfrm>
          <a:prstGeom prst="roundRect">
            <a:avLst>
              <a:gd name="adj" fmla="val 7692"/>
            </a:avLst>
          </a:prstGeom>
          <a:noFill/>
          <a:ln w="21031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Offline line 96">
            <a:extLst>
              <a:ext uri="{FF2B5EF4-FFF2-40B4-BE49-F238E27FC236}">
                <a16:creationId xmlns:a16="http://schemas.microsoft.com/office/drawing/2014/main" id="{A226853E-8B4D-4E77-909A-769A322F2C19}"/>
              </a:ext>
            </a:extLst>
          </p:cNvPr>
          <p:cNvSpPr>
            <a:spLocks noGrp="1"/>
          </p:cNvSpPr>
          <p:nvPr/>
        </p:nvSpPr>
        <p:spPr>
          <a:xfrm>
            <a:off x="5237607" y="7530084"/>
            <a:ext cx="122682" cy="9525"/>
          </a:xfrm>
          <a:custGeom>
            <a:avLst/>
            <a:gdLst/>
            <a:ahLst/>
            <a:cxnLst/>
            <a:rect l="0" t="0" r="0" b="0"/>
            <a:pathLst>
              <a:path w="122682" h="9525">
                <a:moveTo>
                  <a:pt x="0" y="0"/>
                </a:moveTo>
                <a:lnTo>
                  <a:pt x="122682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Offline line 97">
            <a:extLst>
              <a:ext uri="{FF2B5EF4-FFF2-40B4-BE49-F238E27FC236}">
                <a16:creationId xmlns:a16="http://schemas.microsoft.com/office/drawing/2014/main" id="{C7421CD5-545F-449B-9253-A007A20B0204}"/>
              </a:ext>
            </a:extLst>
          </p:cNvPr>
          <p:cNvSpPr>
            <a:spLocks noGrp="1"/>
          </p:cNvSpPr>
          <p:nvPr/>
        </p:nvSpPr>
        <p:spPr>
          <a:xfrm>
            <a:off x="5237607" y="7591425"/>
            <a:ext cx="96393" cy="9525"/>
          </a:xfrm>
          <a:custGeom>
            <a:avLst/>
            <a:gdLst/>
            <a:ahLst/>
            <a:cxnLst/>
            <a:rect l="0" t="0" r="0" b="0"/>
            <a:pathLst>
              <a:path w="96393" h="9525">
                <a:moveTo>
                  <a:pt x="0" y="0"/>
                </a:moveTo>
                <a:lnTo>
                  <a:pt x="96393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Offline line 98">
            <a:extLst>
              <a:ext uri="{FF2B5EF4-FFF2-40B4-BE49-F238E27FC236}">
                <a16:creationId xmlns:a16="http://schemas.microsoft.com/office/drawing/2014/main" id="{EC4C713C-025F-4344-80FA-182337F3146A}"/>
              </a:ext>
            </a:extLst>
          </p:cNvPr>
          <p:cNvSpPr>
            <a:spLocks noGrp="1"/>
          </p:cNvSpPr>
          <p:nvPr/>
        </p:nvSpPr>
        <p:spPr>
          <a:xfrm>
            <a:off x="5439156" y="7573899"/>
            <a:ext cx="61341" cy="122682"/>
          </a:xfrm>
          <a:custGeom>
            <a:avLst/>
            <a:gdLst/>
            <a:ahLst/>
            <a:cxnLst/>
            <a:rect l="0" t="0" r="0" b="0"/>
            <a:pathLst>
              <a:path w="61341" h="122682">
                <a:moveTo>
                  <a:pt x="0" y="0"/>
                </a:moveTo>
                <a:lnTo>
                  <a:pt x="61341" y="61341"/>
                </a:lnTo>
                <a:lnTo>
                  <a:pt x="0" y="122682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Offline line 99">
            <a:extLst>
              <a:ext uri="{FF2B5EF4-FFF2-40B4-BE49-F238E27FC236}">
                <a16:creationId xmlns:a16="http://schemas.microsoft.com/office/drawing/2014/main" id="{349EF2C6-A7AA-4CDB-9D2E-21E59BC2E3C7}"/>
              </a:ext>
            </a:extLst>
          </p:cNvPr>
          <p:cNvSpPr>
            <a:spLocks noGrp="1"/>
          </p:cNvSpPr>
          <p:nvPr/>
        </p:nvSpPr>
        <p:spPr>
          <a:xfrm>
            <a:off x="5342763" y="7635240"/>
            <a:ext cx="157734" cy="9525"/>
          </a:xfrm>
          <a:custGeom>
            <a:avLst/>
            <a:gdLst/>
            <a:ahLst/>
            <a:cxnLst/>
            <a:rect l="0" t="0" r="0" b="0"/>
            <a:pathLst>
              <a:path w="157734" h="9525">
                <a:moveTo>
                  <a:pt x="157734" y="0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Offline line 100">
            <a:extLst>
              <a:ext uri="{FF2B5EF4-FFF2-40B4-BE49-F238E27FC236}">
                <a16:creationId xmlns:a16="http://schemas.microsoft.com/office/drawing/2014/main" id="{67FA3111-39A5-4C4B-876E-C23D21A576F7}"/>
              </a:ext>
            </a:extLst>
          </p:cNvPr>
          <p:cNvSpPr>
            <a:spLocks noGrp="1"/>
          </p:cNvSpPr>
          <p:nvPr/>
        </p:nvSpPr>
        <p:spPr>
          <a:xfrm>
            <a:off x="5176266" y="7696581"/>
            <a:ext cx="61341" cy="122682"/>
          </a:xfrm>
          <a:custGeom>
            <a:avLst/>
            <a:gdLst/>
            <a:ahLst/>
            <a:cxnLst/>
            <a:rect l="0" t="0" r="0" b="0"/>
            <a:pathLst>
              <a:path w="61341" h="122682">
                <a:moveTo>
                  <a:pt x="61341" y="0"/>
                </a:moveTo>
                <a:lnTo>
                  <a:pt x="0" y="61341"/>
                </a:lnTo>
                <a:lnTo>
                  <a:pt x="61341" y="122682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Offline line 101">
            <a:extLst>
              <a:ext uri="{FF2B5EF4-FFF2-40B4-BE49-F238E27FC236}">
                <a16:creationId xmlns:a16="http://schemas.microsoft.com/office/drawing/2014/main" id="{9E5EDD23-130A-463A-BCB1-0F6AF09E9CB1}"/>
              </a:ext>
            </a:extLst>
          </p:cNvPr>
          <p:cNvSpPr>
            <a:spLocks noGrp="1"/>
          </p:cNvSpPr>
          <p:nvPr/>
        </p:nvSpPr>
        <p:spPr>
          <a:xfrm>
            <a:off x="5176266" y="7757922"/>
            <a:ext cx="227838" cy="9525"/>
          </a:xfrm>
          <a:custGeom>
            <a:avLst/>
            <a:gdLst/>
            <a:ahLst/>
            <a:cxnLst/>
            <a:rect l="0" t="0" r="0" b="0"/>
            <a:pathLst>
              <a:path w="227838" h="9525">
                <a:moveTo>
                  <a:pt x="0" y="0"/>
                </a:moveTo>
                <a:lnTo>
                  <a:pt x="227838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Offline text 102: State update">
            <a:extLst>
              <a:ext uri="{FF2B5EF4-FFF2-40B4-BE49-F238E27FC236}">
                <a16:creationId xmlns:a16="http://schemas.microsoft.com/office/drawing/2014/main" id="{13327CC3-A94C-4342-8A96-89A343D59A70}"/>
              </a:ext>
            </a:extLst>
          </p:cNvPr>
          <p:cNvSpPr>
            <a:spLocks noGrp="1"/>
          </p:cNvSpPr>
          <p:nvPr/>
        </p:nvSpPr>
        <p:spPr>
          <a:xfrm>
            <a:off x="4533776" y="7937564"/>
            <a:ext cx="1600448" cy="334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State update</a:t>
            </a:r>
          </a:p>
        </p:txBody>
      </p:sp>
      <p:sp>
        <p:nvSpPr>
          <p:cNvPr id="103" name="Offline module 103">
            <a:extLst>
              <a:ext uri="{FF2B5EF4-FFF2-40B4-BE49-F238E27FC236}">
                <a16:creationId xmlns:a16="http://schemas.microsoft.com/office/drawing/2014/main" id="{2A9830D3-1B2D-4309-820C-D586B90A426D}"/>
              </a:ext>
            </a:extLst>
          </p:cNvPr>
          <p:cNvSpPr>
            <a:spLocks noGrp="1"/>
          </p:cNvSpPr>
          <p:nvPr/>
        </p:nvSpPr>
        <p:spPr>
          <a:xfrm>
            <a:off x="15621000" y="457200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20955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Offline line 104">
            <a:extLst>
              <a:ext uri="{FF2B5EF4-FFF2-40B4-BE49-F238E27FC236}">
                <a16:creationId xmlns:a16="http://schemas.microsoft.com/office/drawing/2014/main" id="{D55D43EA-BDAA-425D-8D05-64722F88D9AC}"/>
              </a:ext>
            </a:extLst>
          </p:cNvPr>
          <p:cNvSpPr>
            <a:spLocks noGrp="1"/>
          </p:cNvSpPr>
          <p:nvPr/>
        </p:nvSpPr>
        <p:spPr>
          <a:xfrm>
            <a:off x="16493490" y="4749165"/>
            <a:ext cx="350520" cy="350520"/>
          </a:xfrm>
          <a:custGeom>
            <a:avLst/>
            <a:gdLst/>
            <a:ahLst/>
            <a:cxnLst/>
            <a:rect l="0" t="0" r="0" b="0"/>
            <a:pathLst>
              <a:path w="350520" h="350520">
                <a:moveTo>
                  <a:pt x="350520" y="175260"/>
                </a:moveTo>
                <a:lnTo>
                  <a:pt x="349021" y="198136"/>
                </a:lnTo>
                <a:lnTo>
                  <a:pt x="344548" y="220621"/>
                </a:lnTo>
                <a:lnTo>
                  <a:pt x="337179" y="242329"/>
                </a:lnTo>
                <a:lnTo>
                  <a:pt x="327040" y="262890"/>
                </a:lnTo>
                <a:lnTo>
                  <a:pt x="314303" y="281952"/>
                </a:lnTo>
                <a:lnTo>
                  <a:pt x="299188" y="299188"/>
                </a:lnTo>
                <a:lnTo>
                  <a:pt x="281952" y="314303"/>
                </a:lnTo>
                <a:lnTo>
                  <a:pt x="262890" y="327040"/>
                </a:lnTo>
                <a:lnTo>
                  <a:pt x="242329" y="337179"/>
                </a:lnTo>
                <a:lnTo>
                  <a:pt x="220621" y="344548"/>
                </a:lnTo>
                <a:lnTo>
                  <a:pt x="198136" y="349021"/>
                </a:lnTo>
                <a:lnTo>
                  <a:pt x="175260" y="350520"/>
                </a:lnTo>
                <a:lnTo>
                  <a:pt x="152384" y="349021"/>
                </a:lnTo>
                <a:lnTo>
                  <a:pt x="129899" y="344548"/>
                </a:lnTo>
                <a:lnTo>
                  <a:pt x="108191" y="337179"/>
                </a:lnTo>
                <a:lnTo>
                  <a:pt x="87630" y="327040"/>
                </a:lnTo>
                <a:lnTo>
                  <a:pt x="68568" y="314303"/>
                </a:lnTo>
                <a:lnTo>
                  <a:pt x="51332" y="299188"/>
                </a:lnTo>
                <a:lnTo>
                  <a:pt x="36217" y="281952"/>
                </a:lnTo>
                <a:lnTo>
                  <a:pt x="23480" y="262890"/>
                </a:lnTo>
                <a:lnTo>
                  <a:pt x="13341" y="242329"/>
                </a:lnTo>
                <a:lnTo>
                  <a:pt x="5972" y="220621"/>
                </a:lnTo>
                <a:lnTo>
                  <a:pt x="1499" y="198136"/>
                </a:lnTo>
                <a:lnTo>
                  <a:pt x="0" y="175260"/>
                </a:lnTo>
                <a:lnTo>
                  <a:pt x="1499" y="152384"/>
                </a:lnTo>
                <a:lnTo>
                  <a:pt x="5972" y="129899"/>
                </a:lnTo>
                <a:lnTo>
                  <a:pt x="13341" y="108191"/>
                </a:lnTo>
                <a:lnTo>
                  <a:pt x="23480" y="87630"/>
                </a:lnTo>
                <a:lnTo>
                  <a:pt x="36217" y="68568"/>
                </a:lnTo>
                <a:lnTo>
                  <a:pt x="51332" y="51332"/>
                </a:lnTo>
                <a:lnTo>
                  <a:pt x="68568" y="36217"/>
                </a:lnTo>
                <a:lnTo>
                  <a:pt x="87630" y="23480"/>
                </a:lnTo>
                <a:lnTo>
                  <a:pt x="108191" y="13341"/>
                </a:lnTo>
                <a:lnTo>
                  <a:pt x="129899" y="5972"/>
                </a:lnTo>
                <a:lnTo>
                  <a:pt x="152384" y="1499"/>
                </a:lnTo>
                <a:lnTo>
                  <a:pt x="175260" y="0"/>
                </a:lnTo>
                <a:lnTo>
                  <a:pt x="198136" y="1499"/>
                </a:lnTo>
                <a:lnTo>
                  <a:pt x="220621" y="5972"/>
                </a:lnTo>
                <a:lnTo>
                  <a:pt x="242329" y="13341"/>
                </a:lnTo>
                <a:lnTo>
                  <a:pt x="262890" y="23480"/>
                </a:lnTo>
                <a:lnTo>
                  <a:pt x="281952" y="36217"/>
                </a:lnTo>
                <a:lnTo>
                  <a:pt x="299188" y="51332"/>
                </a:lnTo>
                <a:lnTo>
                  <a:pt x="314303" y="68568"/>
                </a:lnTo>
                <a:lnTo>
                  <a:pt x="327040" y="87630"/>
                </a:lnTo>
                <a:lnTo>
                  <a:pt x="337179" y="108191"/>
                </a:lnTo>
                <a:lnTo>
                  <a:pt x="344548" y="129899"/>
                </a:lnTo>
                <a:lnTo>
                  <a:pt x="349021" y="152384"/>
                </a:lnTo>
                <a:lnTo>
                  <a:pt x="350520" y="17526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Offline line 105">
            <a:extLst>
              <a:ext uri="{FF2B5EF4-FFF2-40B4-BE49-F238E27FC236}">
                <a16:creationId xmlns:a16="http://schemas.microsoft.com/office/drawing/2014/main" id="{3B71651C-C85D-4975-A53F-C480C9D525BB}"/>
              </a:ext>
            </a:extLst>
          </p:cNvPr>
          <p:cNvSpPr>
            <a:spLocks noGrp="1"/>
          </p:cNvSpPr>
          <p:nvPr/>
        </p:nvSpPr>
        <p:spPr>
          <a:xfrm>
            <a:off x="16581120" y="4854321"/>
            <a:ext cx="192786" cy="140208"/>
          </a:xfrm>
          <a:custGeom>
            <a:avLst/>
            <a:gdLst/>
            <a:ahLst/>
            <a:cxnLst/>
            <a:rect l="0" t="0" r="0" b="0"/>
            <a:pathLst>
              <a:path w="192786" h="140208">
                <a:moveTo>
                  <a:pt x="0" y="70104"/>
                </a:moveTo>
                <a:lnTo>
                  <a:pt x="61341" y="140208"/>
                </a:lnTo>
                <a:lnTo>
                  <a:pt x="192786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Offline text 106: Completion check">
            <a:extLst>
              <a:ext uri="{FF2B5EF4-FFF2-40B4-BE49-F238E27FC236}">
                <a16:creationId xmlns:a16="http://schemas.microsoft.com/office/drawing/2014/main" id="{80732CBF-DBB6-4DF9-B1C9-8E177EE4A098}"/>
              </a:ext>
            </a:extLst>
          </p:cNvPr>
          <p:cNvSpPr>
            <a:spLocks noGrp="1"/>
          </p:cNvSpPr>
          <p:nvPr/>
        </p:nvSpPr>
        <p:spPr>
          <a:xfrm>
            <a:off x="15671440" y="5296567"/>
            <a:ext cx="1994621" cy="2957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Completion check</a:t>
            </a:r>
          </a:p>
        </p:txBody>
      </p:sp>
      <p:sp>
        <p:nvSpPr>
          <p:cNvPr id="107" name="Offline line 107">
            <a:extLst>
              <a:ext uri="{FF2B5EF4-FFF2-40B4-BE49-F238E27FC236}">
                <a16:creationId xmlns:a16="http://schemas.microsoft.com/office/drawing/2014/main" id="{BB911604-0C8F-4C07-9591-63C418F97995}"/>
              </a:ext>
            </a:extLst>
          </p:cNvPr>
          <p:cNvSpPr>
            <a:spLocks noGrp="1"/>
          </p:cNvSpPr>
          <p:nvPr/>
        </p:nvSpPr>
        <p:spPr>
          <a:xfrm>
            <a:off x="2905125" y="5143500"/>
            <a:ext cx="1381125" cy="9525"/>
          </a:xfrm>
          <a:custGeom>
            <a:avLst/>
            <a:gdLst/>
            <a:ahLst/>
            <a:cxnLst/>
            <a:rect l="0" t="0" r="0" b="0"/>
            <a:pathLst>
              <a:path w="1381125" h="9525">
                <a:moveTo>
                  <a:pt x="0" y="0"/>
                </a:moveTo>
                <a:lnTo>
                  <a:pt x="1381125" y="0"/>
                </a:lnTo>
              </a:path>
            </a:pathLst>
          </a:custGeom>
          <a:noFill/>
          <a:ln w="2857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Offline polygon 108">
            <a:extLst>
              <a:ext uri="{FF2B5EF4-FFF2-40B4-BE49-F238E27FC236}">
                <a16:creationId xmlns:a16="http://schemas.microsoft.com/office/drawing/2014/main" id="{C0A50D58-6DBF-4A3E-8891-E8D31E3E5AEF}"/>
              </a:ext>
            </a:extLst>
          </p:cNvPr>
          <p:cNvSpPr>
            <a:spLocks noGrp="1"/>
          </p:cNvSpPr>
          <p:nvPr/>
        </p:nvSpPr>
        <p:spPr>
          <a:xfrm>
            <a:off x="4181475" y="50958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Offline text 109: Initial state">
            <a:extLst>
              <a:ext uri="{FF2B5EF4-FFF2-40B4-BE49-F238E27FC236}">
                <a16:creationId xmlns:a16="http://schemas.microsoft.com/office/drawing/2014/main" id="{A1D3D69D-58F4-4280-A96D-C2D939234B53}"/>
              </a:ext>
            </a:extLst>
          </p:cNvPr>
          <p:cNvSpPr>
            <a:spLocks noGrp="1"/>
          </p:cNvSpPr>
          <p:nvPr/>
        </p:nvSpPr>
        <p:spPr>
          <a:xfrm>
            <a:off x="3078480" y="4789170"/>
            <a:ext cx="102489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Initial state</a:t>
            </a:r>
          </a:p>
        </p:txBody>
      </p:sp>
      <p:sp>
        <p:nvSpPr>
          <p:cNvPr id="110" name="Offline line 110">
            <a:extLst>
              <a:ext uri="{FF2B5EF4-FFF2-40B4-BE49-F238E27FC236}">
                <a16:creationId xmlns:a16="http://schemas.microsoft.com/office/drawing/2014/main" id="{383DCF41-751B-436E-891A-9B3C44CD6B0B}"/>
              </a:ext>
            </a:extLst>
          </p:cNvPr>
          <p:cNvSpPr>
            <a:spLocks noGrp="1"/>
          </p:cNvSpPr>
          <p:nvPr/>
        </p:nvSpPr>
        <p:spPr>
          <a:xfrm>
            <a:off x="6381750" y="5143500"/>
            <a:ext cx="1428750" cy="9525"/>
          </a:xfrm>
          <a:custGeom>
            <a:avLst/>
            <a:gdLst/>
            <a:ahLst/>
            <a:cxnLst/>
            <a:rect l="0" t="0" r="0" b="0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Offline polygon 111">
            <a:extLst>
              <a:ext uri="{FF2B5EF4-FFF2-40B4-BE49-F238E27FC236}">
                <a16:creationId xmlns:a16="http://schemas.microsoft.com/office/drawing/2014/main" id="{8C1E63AB-274A-47E6-91E0-D8B613291595}"/>
              </a:ext>
            </a:extLst>
          </p:cNvPr>
          <p:cNvSpPr>
            <a:spLocks noGrp="1"/>
          </p:cNvSpPr>
          <p:nvPr/>
        </p:nvSpPr>
        <p:spPr>
          <a:xfrm>
            <a:off x="7705725" y="50958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Offline text 112: Context +">
            <a:extLst>
              <a:ext uri="{FF2B5EF4-FFF2-40B4-BE49-F238E27FC236}">
                <a16:creationId xmlns:a16="http://schemas.microsoft.com/office/drawing/2014/main" id="{5410AADD-EA91-439C-9AB8-B28DC01954D7}"/>
              </a:ext>
            </a:extLst>
          </p:cNvPr>
          <p:cNvSpPr>
            <a:spLocks noGrp="1"/>
          </p:cNvSpPr>
          <p:nvPr/>
        </p:nvSpPr>
        <p:spPr>
          <a:xfrm>
            <a:off x="6631496" y="4560570"/>
            <a:ext cx="92925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Context +</a:t>
            </a:r>
          </a:p>
        </p:txBody>
      </p:sp>
      <p:sp>
        <p:nvSpPr>
          <p:cNvPr id="113" name="Offline text 113: tool schemas">
            <a:extLst>
              <a:ext uri="{FF2B5EF4-FFF2-40B4-BE49-F238E27FC236}">
                <a16:creationId xmlns:a16="http://schemas.microsoft.com/office/drawing/2014/main" id="{89AF6EA2-C779-4311-8A8E-D35D56164A62}"/>
              </a:ext>
            </a:extLst>
          </p:cNvPr>
          <p:cNvSpPr>
            <a:spLocks noGrp="1"/>
          </p:cNvSpPr>
          <p:nvPr/>
        </p:nvSpPr>
        <p:spPr>
          <a:xfrm>
            <a:off x="6477857" y="4789170"/>
            <a:ext cx="123653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tool schemas</a:t>
            </a:r>
          </a:p>
        </p:txBody>
      </p:sp>
      <p:sp>
        <p:nvSpPr>
          <p:cNvPr id="114" name="Offline line 114">
            <a:extLst>
              <a:ext uri="{FF2B5EF4-FFF2-40B4-BE49-F238E27FC236}">
                <a16:creationId xmlns:a16="http://schemas.microsoft.com/office/drawing/2014/main" id="{D8F5D201-077B-4334-B8B9-6F31EBEA7446}"/>
              </a:ext>
            </a:extLst>
          </p:cNvPr>
          <p:cNvSpPr>
            <a:spLocks noGrp="1"/>
          </p:cNvSpPr>
          <p:nvPr/>
        </p:nvSpPr>
        <p:spPr>
          <a:xfrm>
            <a:off x="9906000" y="5143500"/>
            <a:ext cx="1428750" cy="9525"/>
          </a:xfrm>
          <a:custGeom>
            <a:avLst/>
            <a:gdLst/>
            <a:ahLst/>
            <a:cxnLst/>
            <a:rect l="0" t="0" r="0" b="0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Offline polygon 115">
            <a:extLst>
              <a:ext uri="{FF2B5EF4-FFF2-40B4-BE49-F238E27FC236}">
                <a16:creationId xmlns:a16="http://schemas.microsoft.com/office/drawing/2014/main" id="{9D68F8B9-8738-4CB0-B89D-AAD6AC8397E4}"/>
              </a:ext>
            </a:extLst>
          </p:cNvPr>
          <p:cNvSpPr>
            <a:spLocks noGrp="1"/>
          </p:cNvSpPr>
          <p:nvPr/>
        </p:nvSpPr>
        <p:spPr>
          <a:xfrm>
            <a:off x="11229975" y="50958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Offline text 116: Action + args">
            <a:extLst>
              <a:ext uri="{FF2B5EF4-FFF2-40B4-BE49-F238E27FC236}">
                <a16:creationId xmlns:a16="http://schemas.microsoft.com/office/drawing/2014/main" id="{BDC81836-A7A1-4F78-85C6-DA344EDBDD0C}"/>
              </a:ext>
            </a:extLst>
          </p:cNvPr>
          <p:cNvSpPr>
            <a:spLocks noGrp="1"/>
          </p:cNvSpPr>
          <p:nvPr/>
        </p:nvSpPr>
        <p:spPr>
          <a:xfrm>
            <a:off x="10028277" y="4944808"/>
            <a:ext cx="1231392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9697A"/>
                </a:solidFill>
                <a:latin typeface="Arial"/>
                <a:ea typeface="Arial"/>
                <a:cs typeface="Arial"/>
              </a:rPr>
              <a:t>Action + </a:t>
            </a:r>
            <a:r>
              <a:rPr sz="1500" b="0" dirty="0" err="1">
                <a:solidFill>
                  <a:srgbClr val="59697A"/>
                </a:solidFill>
                <a:latin typeface="Arial"/>
                <a:ea typeface="Arial"/>
                <a:cs typeface="Arial"/>
              </a:rPr>
              <a:t>args</a:t>
            </a:r>
            <a:endParaRPr sz="1500" b="0" dirty="0">
              <a:solidFill>
                <a:srgbClr val="5969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Offline text 117: Purpose + gap">
            <a:extLst>
              <a:ext uri="{FF2B5EF4-FFF2-40B4-BE49-F238E27FC236}">
                <a16:creationId xmlns:a16="http://schemas.microsoft.com/office/drawing/2014/main" id="{6CCE00F5-597C-4635-A932-7AE64F055840}"/>
              </a:ext>
            </a:extLst>
          </p:cNvPr>
          <p:cNvSpPr>
            <a:spLocks noGrp="1"/>
          </p:cNvSpPr>
          <p:nvPr/>
        </p:nvSpPr>
        <p:spPr>
          <a:xfrm>
            <a:off x="9961793" y="5173408"/>
            <a:ext cx="136436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Purpose + gap</a:t>
            </a:r>
          </a:p>
        </p:txBody>
      </p:sp>
      <p:sp>
        <p:nvSpPr>
          <p:cNvPr id="120" name="Offline text 120: Accepted">
            <a:extLst>
              <a:ext uri="{FF2B5EF4-FFF2-40B4-BE49-F238E27FC236}">
                <a16:creationId xmlns:a16="http://schemas.microsoft.com/office/drawing/2014/main" id="{16036E2C-D689-4975-8283-DBB32FC47952}"/>
              </a:ext>
            </a:extLst>
          </p:cNvPr>
          <p:cNvSpPr>
            <a:spLocks noGrp="1"/>
          </p:cNvSpPr>
          <p:nvPr/>
        </p:nvSpPr>
        <p:spPr>
          <a:xfrm>
            <a:off x="12442991" y="6473285"/>
            <a:ext cx="90849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9697A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121" name="Offline line 121">
            <a:extLst>
              <a:ext uri="{FF2B5EF4-FFF2-40B4-BE49-F238E27FC236}">
                <a16:creationId xmlns:a16="http://schemas.microsoft.com/office/drawing/2014/main" id="{E5C483D4-2CE1-4851-A1E5-FCB88984FDF5}"/>
              </a:ext>
            </a:extLst>
          </p:cNvPr>
          <p:cNvSpPr>
            <a:spLocks noGrp="1"/>
          </p:cNvSpPr>
          <p:nvPr/>
        </p:nvSpPr>
        <p:spPr>
          <a:xfrm>
            <a:off x="9906000" y="7810500"/>
            <a:ext cx="1428750" cy="9525"/>
          </a:xfrm>
          <a:custGeom>
            <a:avLst/>
            <a:gdLst/>
            <a:ahLst/>
            <a:cxnLst/>
            <a:rect l="0" t="0" r="0" b="0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Offline polygon 122">
            <a:extLst>
              <a:ext uri="{FF2B5EF4-FFF2-40B4-BE49-F238E27FC236}">
                <a16:creationId xmlns:a16="http://schemas.microsoft.com/office/drawing/2014/main" id="{12E4894C-7D00-431E-A01C-C142AD4F92B4}"/>
              </a:ext>
            </a:extLst>
          </p:cNvPr>
          <p:cNvSpPr>
            <a:spLocks noGrp="1"/>
          </p:cNvSpPr>
          <p:nvPr/>
        </p:nvSpPr>
        <p:spPr>
          <a:xfrm>
            <a:off x="9906000" y="77628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0" y="47625"/>
                </a:moveTo>
                <a:lnTo>
                  <a:pt x="104775" y="95250"/>
                </a:lnTo>
                <a:lnTo>
                  <a:pt x="104775" y="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Offline text 123: Valid action">
            <a:extLst>
              <a:ext uri="{FF2B5EF4-FFF2-40B4-BE49-F238E27FC236}">
                <a16:creationId xmlns:a16="http://schemas.microsoft.com/office/drawing/2014/main" id="{3C4394E8-02F8-4EE9-9434-02FCC5D65B0E}"/>
              </a:ext>
            </a:extLst>
          </p:cNvPr>
          <p:cNvSpPr>
            <a:spLocks noGrp="1"/>
          </p:cNvSpPr>
          <p:nvPr/>
        </p:nvSpPr>
        <p:spPr>
          <a:xfrm>
            <a:off x="10077545" y="7456170"/>
            <a:ext cx="108566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Valid action</a:t>
            </a:r>
          </a:p>
        </p:txBody>
      </p:sp>
      <p:sp>
        <p:nvSpPr>
          <p:cNvPr id="124" name="Offline line 124">
            <a:extLst>
              <a:ext uri="{FF2B5EF4-FFF2-40B4-BE49-F238E27FC236}">
                <a16:creationId xmlns:a16="http://schemas.microsoft.com/office/drawing/2014/main" id="{4DD4D2F4-182B-4D00-9ACA-507068D7B2EE}"/>
              </a:ext>
            </a:extLst>
          </p:cNvPr>
          <p:cNvSpPr>
            <a:spLocks noGrp="1"/>
          </p:cNvSpPr>
          <p:nvPr/>
        </p:nvSpPr>
        <p:spPr>
          <a:xfrm>
            <a:off x="6381750" y="7810500"/>
            <a:ext cx="1428750" cy="9525"/>
          </a:xfrm>
          <a:custGeom>
            <a:avLst/>
            <a:gdLst/>
            <a:ahLst/>
            <a:cxnLst/>
            <a:rect l="0" t="0" r="0" b="0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Offline polygon 125">
            <a:extLst>
              <a:ext uri="{FF2B5EF4-FFF2-40B4-BE49-F238E27FC236}">
                <a16:creationId xmlns:a16="http://schemas.microsoft.com/office/drawing/2014/main" id="{017CB32B-35C7-4DB7-9BE2-9F52F8958998}"/>
              </a:ext>
            </a:extLst>
          </p:cNvPr>
          <p:cNvSpPr>
            <a:spLocks noGrp="1"/>
          </p:cNvSpPr>
          <p:nvPr/>
        </p:nvSpPr>
        <p:spPr>
          <a:xfrm>
            <a:off x="6381750" y="77628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0" y="47625"/>
                </a:moveTo>
                <a:lnTo>
                  <a:pt x="104775" y="95250"/>
                </a:lnTo>
                <a:lnTo>
                  <a:pt x="104775" y="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Offline text 126: Observation">
            <a:extLst>
              <a:ext uri="{FF2B5EF4-FFF2-40B4-BE49-F238E27FC236}">
                <a16:creationId xmlns:a16="http://schemas.microsoft.com/office/drawing/2014/main" id="{C042D12E-2D2C-416B-A668-4CA91BA862E7}"/>
              </a:ext>
            </a:extLst>
          </p:cNvPr>
          <p:cNvSpPr>
            <a:spLocks noGrp="1"/>
          </p:cNvSpPr>
          <p:nvPr/>
        </p:nvSpPr>
        <p:spPr>
          <a:xfrm>
            <a:off x="6525006" y="7456170"/>
            <a:ext cx="1142238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27" name="Offline line 127">
            <a:extLst>
              <a:ext uri="{FF2B5EF4-FFF2-40B4-BE49-F238E27FC236}">
                <a16:creationId xmlns:a16="http://schemas.microsoft.com/office/drawing/2014/main" id="{36771C0E-8AE4-402A-9993-0649A9537937}"/>
              </a:ext>
            </a:extLst>
          </p:cNvPr>
          <p:cNvSpPr>
            <a:spLocks noGrp="1"/>
          </p:cNvSpPr>
          <p:nvPr/>
        </p:nvSpPr>
        <p:spPr>
          <a:xfrm>
            <a:off x="4619625" y="5715000"/>
            <a:ext cx="9525" cy="1524000"/>
          </a:xfrm>
          <a:custGeom>
            <a:avLst/>
            <a:gdLst/>
            <a:ahLst/>
            <a:cxnLst/>
            <a:rect l="0" t="0" r="0" b="0"/>
            <a:pathLst>
              <a:path w="9525" h="1524000">
                <a:moveTo>
                  <a:pt x="0" y="15240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Offline polygon 128">
            <a:extLst>
              <a:ext uri="{FF2B5EF4-FFF2-40B4-BE49-F238E27FC236}">
                <a16:creationId xmlns:a16="http://schemas.microsoft.com/office/drawing/2014/main" id="{6FC4A489-F3CF-430B-A110-8C6FD0B48D31}"/>
              </a:ext>
            </a:extLst>
          </p:cNvPr>
          <p:cNvSpPr>
            <a:spLocks noGrp="1"/>
          </p:cNvSpPr>
          <p:nvPr/>
        </p:nvSpPr>
        <p:spPr>
          <a:xfrm>
            <a:off x="4572000" y="5715000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0"/>
                </a:moveTo>
                <a:lnTo>
                  <a:pt x="0" y="104775"/>
                </a:lnTo>
                <a:lnTo>
                  <a:pt x="95250" y="104775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Offline text 129: Updated">
            <a:extLst>
              <a:ext uri="{FF2B5EF4-FFF2-40B4-BE49-F238E27FC236}">
                <a16:creationId xmlns:a16="http://schemas.microsoft.com/office/drawing/2014/main" id="{26951BB2-18EF-4C5B-8BED-F4C4A00E8E54}"/>
              </a:ext>
            </a:extLst>
          </p:cNvPr>
          <p:cNvSpPr>
            <a:spLocks noGrp="1"/>
          </p:cNvSpPr>
          <p:nvPr/>
        </p:nvSpPr>
        <p:spPr>
          <a:xfrm>
            <a:off x="4781550" y="5979795"/>
            <a:ext cx="83439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Updated</a:t>
            </a:r>
          </a:p>
        </p:txBody>
      </p:sp>
      <p:sp>
        <p:nvSpPr>
          <p:cNvPr id="130" name="Offline text 130: state">
            <a:extLst>
              <a:ext uri="{FF2B5EF4-FFF2-40B4-BE49-F238E27FC236}">
                <a16:creationId xmlns:a16="http://schemas.microsoft.com/office/drawing/2014/main" id="{69459834-59B2-424A-BED7-F81AEC0C5CDD}"/>
              </a:ext>
            </a:extLst>
          </p:cNvPr>
          <p:cNvSpPr>
            <a:spLocks noGrp="1"/>
          </p:cNvSpPr>
          <p:nvPr/>
        </p:nvSpPr>
        <p:spPr>
          <a:xfrm>
            <a:off x="4781550" y="6217920"/>
            <a:ext cx="527304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131" name="Offline text 131: Investigation loop">
            <a:extLst>
              <a:ext uri="{FF2B5EF4-FFF2-40B4-BE49-F238E27FC236}">
                <a16:creationId xmlns:a16="http://schemas.microsoft.com/office/drawing/2014/main" id="{8858103D-EB65-43AF-B161-6ED40159B29F}"/>
              </a:ext>
            </a:extLst>
          </p:cNvPr>
          <p:cNvSpPr>
            <a:spLocks noGrp="1"/>
          </p:cNvSpPr>
          <p:nvPr/>
        </p:nvSpPr>
        <p:spPr>
          <a:xfrm>
            <a:off x="7686546" y="5827300"/>
            <a:ext cx="2629157" cy="3986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325" b="1">
                <a:solidFill>
                  <a:srgbClr val="465E7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65E76"/>
                </a:solidFill>
                <a:latin typeface="Arial"/>
                <a:ea typeface="Arial"/>
                <a:cs typeface="Arial"/>
              </a:rPr>
              <a:t>Investigation loop</a:t>
            </a:r>
          </a:p>
        </p:txBody>
      </p:sp>
      <p:sp>
        <p:nvSpPr>
          <p:cNvPr id="137" name="Offline line 137">
            <a:extLst>
              <a:ext uri="{FF2B5EF4-FFF2-40B4-BE49-F238E27FC236}">
                <a16:creationId xmlns:a16="http://schemas.microsoft.com/office/drawing/2014/main" id="{96BB9DB6-5D6A-4020-BC33-122FCFFAF1AF}"/>
              </a:ext>
            </a:extLst>
          </p:cNvPr>
          <p:cNvSpPr>
            <a:spLocks noGrp="1"/>
          </p:cNvSpPr>
          <p:nvPr/>
        </p:nvSpPr>
        <p:spPr>
          <a:xfrm>
            <a:off x="8858250" y="3857625"/>
            <a:ext cx="7143750" cy="714375"/>
          </a:xfrm>
          <a:custGeom>
            <a:avLst/>
            <a:gdLst/>
            <a:ahLst/>
            <a:cxnLst/>
            <a:rect l="0" t="0" r="0" b="0"/>
            <a:pathLst>
              <a:path w="7143750" h="714375">
                <a:moveTo>
                  <a:pt x="0" y="714375"/>
                </a:moveTo>
                <a:lnTo>
                  <a:pt x="0" y="0"/>
                </a:lnTo>
                <a:lnTo>
                  <a:pt x="7143750" y="0"/>
                </a:lnTo>
                <a:lnTo>
                  <a:pt x="7143750" y="714375"/>
                </a:lnTo>
              </a:path>
            </a:pathLst>
          </a:custGeom>
          <a:noFill/>
          <a:ln w="2476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Offline polygon 138">
            <a:extLst>
              <a:ext uri="{FF2B5EF4-FFF2-40B4-BE49-F238E27FC236}">
                <a16:creationId xmlns:a16="http://schemas.microsoft.com/office/drawing/2014/main" id="{90679A3F-73A8-4A47-B0C1-502B98A2E6C0}"/>
              </a:ext>
            </a:extLst>
          </p:cNvPr>
          <p:cNvSpPr>
            <a:spLocks noGrp="1"/>
          </p:cNvSpPr>
          <p:nvPr/>
        </p:nvSpPr>
        <p:spPr>
          <a:xfrm>
            <a:off x="15954375" y="4467225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Offline text 139: Finish request">
            <a:extLst>
              <a:ext uri="{FF2B5EF4-FFF2-40B4-BE49-F238E27FC236}">
                <a16:creationId xmlns:a16="http://schemas.microsoft.com/office/drawing/2014/main" id="{6A523F3B-3EAB-4F33-9C21-5034CA556CDE}"/>
              </a:ext>
            </a:extLst>
          </p:cNvPr>
          <p:cNvSpPr>
            <a:spLocks noGrp="1"/>
          </p:cNvSpPr>
          <p:nvPr/>
        </p:nvSpPr>
        <p:spPr>
          <a:xfrm>
            <a:off x="11727180" y="3531870"/>
            <a:ext cx="131064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9697A"/>
                </a:solidFill>
                <a:latin typeface="Arial"/>
                <a:ea typeface="Arial"/>
                <a:cs typeface="Arial"/>
              </a:rPr>
              <a:t>Finish request</a:t>
            </a:r>
          </a:p>
        </p:txBody>
      </p:sp>
      <p:sp>
        <p:nvSpPr>
          <p:cNvPr id="140" name="Offline line 140">
            <a:extLst>
              <a:ext uri="{FF2B5EF4-FFF2-40B4-BE49-F238E27FC236}">
                <a16:creationId xmlns:a16="http://schemas.microsoft.com/office/drawing/2014/main" id="{F28FAE2B-7952-46F1-B2CA-905B0F83DC56}"/>
              </a:ext>
            </a:extLst>
          </p:cNvPr>
          <p:cNvSpPr>
            <a:spLocks noGrp="1"/>
          </p:cNvSpPr>
          <p:nvPr/>
        </p:nvSpPr>
        <p:spPr>
          <a:xfrm>
            <a:off x="4000500" y="1666875"/>
            <a:ext cx="13430250" cy="3095625"/>
          </a:xfrm>
          <a:custGeom>
            <a:avLst/>
            <a:gdLst/>
            <a:ahLst/>
            <a:cxnLst/>
            <a:rect l="0" t="0" r="0" b="0"/>
            <a:pathLst>
              <a:path w="13430250" h="3095625">
                <a:moveTo>
                  <a:pt x="13430250" y="2905125"/>
                </a:moveTo>
                <a:lnTo>
                  <a:pt x="13430250" y="0"/>
                </a:lnTo>
                <a:lnTo>
                  <a:pt x="0" y="0"/>
                </a:lnTo>
                <a:lnTo>
                  <a:pt x="0" y="3095625"/>
                </a:lnTo>
                <a:lnTo>
                  <a:pt x="285750" y="3095625"/>
                </a:lnTo>
              </a:path>
            </a:pathLst>
          </a:custGeom>
          <a:noFill/>
          <a:ln w="21908">
            <a:solidFill>
              <a:srgbClr val="B2676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1" name="Offline polygon 141">
            <a:extLst>
              <a:ext uri="{FF2B5EF4-FFF2-40B4-BE49-F238E27FC236}">
                <a16:creationId xmlns:a16="http://schemas.microsoft.com/office/drawing/2014/main" id="{5C6C9DB8-747B-4D36-8177-2FA774D98120}"/>
              </a:ext>
            </a:extLst>
          </p:cNvPr>
          <p:cNvSpPr>
            <a:spLocks noGrp="1"/>
          </p:cNvSpPr>
          <p:nvPr/>
        </p:nvSpPr>
        <p:spPr>
          <a:xfrm>
            <a:off x="4181475" y="47148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B2676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Offline text 142: Unmet requirements">
            <a:extLst>
              <a:ext uri="{FF2B5EF4-FFF2-40B4-BE49-F238E27FC236}">
                <a16:creationId xmlns:a16="http://schemas.microsoft.com/office/drawing/2014/main" id="{55E20EAD-5EA7-4039-88E1-10E9E735BCFE}"/>
              </a:ext>
            </a:extLst>
          </p:cNvPr>
          <p:cNvSpPr>
            <a:spLocks noGrp="1"/>
          </p:cNvSpPr>
          <p:nvPr/>
        </p:nvSpPr>
        <p:spPr>
          <a:xfrm>
            <a:off x="10224326" y="1331595"/>
            <a:ext cx="183984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B267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26767"/>
                </a:solidFill>
                <a:latin typeface="Arial"/>
                <a:ea typeface="Arial"/>
                <a:cs typeface="Arial"/>
              </a:rPr>
              <a:t>Unmet requirements</a:t>
            </a:r>
          </a:p>
        </p:txBody>
      </p:sp>
      <p:sp>
        <p:nvSpPr>
          <p:cNvPr id="143" name="Offline line 143">
            <a:extLst>
              <a:ext uri="{FF2B5EF4-FFF2-40B4-BE49-F238E27FC236}">
                <a16:creationId xmlns:a16="http://schemas.microsoft.com/office/drawing/2014/main" id="{082FF75D-A9E8-4BB8-A63A-EF6022929A86}"/>
              </a:ext>
            </a:extLst>
          </p:cNvPr>
          <p:cNvSpPr>
            <a:spLocks noGrp="1"/>
          </p:cNvSpPr>
          <p:nvPr/>
        </p:nvSpPr>
        <p:spPr>
          <a:xfrm>
            <a:off x="17716500" y="5143500"/>
            <a:ext cx="1524000" cy="9525"/>
          </a:xfrm>
          <a:custGeom>
            <a:avLst/>
            <a:gdLst/>
            <a:ahLst/>
            <a:cxnLst/>
            <a:rect l="0" t="0" r="0" b="0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1433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Offline polygon 144">
            <a:extLst>
              <a:ext uri="{FF2B5EF4-FFF2-40B4-BE49-F238E27FC236}">
                <a16:creationId xmlns:a16="http://schemas.microsoft.com/office/drawing/2014/main" id="{57B71E66-F11A-4050-A698-33288F3EA59E}"/>
              </a:ext>
            </a:extLst>
          </p:cNvPr>
          <p:cNvSpPr>
            <a:spLocks noGrp="1"/>
          </p:cNvSpPr>
          <p:nvPr/>
        </p:nvSpPr>
        <p:spPr>
          <a:xfrm>
            <a:off x="19135725" y="50958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D8F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Offline text 145: Complete">
            <a:extLst>
              <a:ext uri="{FF2B5EF4-FFF2-40B4-BE49-F238E27FC236}">
                <a16:creationId xmlns:a16="http://schemas.microsoft.com/office/drawing/2014/main" id="{01760C73-EC70-49EE-A1B7-CB4048138DD0}"/>
              </a:ext>
            </a:extLst>
          </p:cNvPr>
          <p:cNvSpPr>
            <a:spLocks noGrp="1"/>
          </p:cNvSpPr>
          <p:nvPr/>
        </p:nvSpPr>
        <p:spPr>
          <a:xfrm>
            <a:off x="18013775" y="4779645"/>
            <a:ext cx="929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46" name="Offline module 146">
            <a:extLst>
              <a:ext uri="{FF2B5EF4-FFF2-40B4-BE49-F238E27FC236}">
                <a16:creationId xmlns:a16="http://schemas.microsoft.com/office/drawing/2014/main" id="{450EA663-4783-4D83-8251-7EE82BB35FD1}"/>
              </a:ext>
            </a:extLst>
          </p:cNvPr>
          <p:cNvSpPr>
            <a:spLocks noGrp="1"/>
          </p:cNvSpPr>
          <p:nvPr/>
        </p:nvSpPr>
        <p:spPr>
          <a:xfrm>
            <a:off x="7048500" y="10096500"/>
            <a:ext cx="5048250" cy="1095375"/>
          </a:xfrm>
          <a:prstGeom prst="roundRect">
            <a:avLst>
              <a:gd name="adj" fmla="val 5217"/>
            </a:avLst>
          </a:prstGeom>
          <a:solidFill>
            <a:srgbClr val="E6F4EE"/>
          </a:solidFill>
          <a:ln w="20955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Offline module 147">
            <a:extLst>
              <a:ext uri="{FF2B5EF4-FFF2-40B4-BE49-F238E27FC236}">
                <a16:creationId xmlns:a16="http://schemas.microsoft.com/office/drawing/2014/main" id="{D4D14AD5-BB49-4251-BDC4-48C1534C7A9F}"/>
              </a:ext>
            </a:extLst>
          </p:cNvPr>
          <p:cNvSpPr>
            <a:spLocks noGrp="1"/>
          </p:cNvSpPr>
          <p:nvPr/>
        </p:nvSpPr>
        <p:spPr>
          <a:xfrm>
            <a:off x="7311390" y="10386060"/>
            <a:ext cx="91440" cy="266700"/>
          </a:xfrm>
          <a:prstGeom prst="roundRect">
            <a:avLst>
              <a:gd name="adj" fmla="val 16667"/>
            </a:avLst>
          </a:prstGeom>
          <a:noFill/>
          <a:ln w="18288">
            <a:solidFill>
              <a:srgbClr val="286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Offline module 148">
            <a:extLst>
              <a:ext uri="{FF2B5EF4-FFF2-40B4-BE49-F238E27FC236}">
                <a16:creationId xmlns:a16="http://schemas.microsoft.com/office/drawing/2014/main" id="{2D762874-93D3-465A-957C-06E7CBC84D71}"/>
              </a:ext>
            </a:extLst>
          </p:cNvPr>
          <p:cNvSpPr>
            <a:spLocks noGrp="1"/>
          </p:cNvSpPr>
          <p:nvPr/>
        </p:nvSpPr>
        <p:spPr>
          <a:xfrm>
            <a:off x="7433310" y="10386060"/>
            <a:ext cx="91440" cy="266700"/>
          </a:xfrm>
          <a:prstGeom prst="roundRect">
            <a:avLst>
              <a:gd name="adj" fmla="val 16667"/>
            </a:avLst>
          </a:prstGeom>
          <a:noFill/>
          <a:ln w="18288">
            <a:solidFill>
              <a:srgbClr val="286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Offline line 149">
            <a:extLst>
              <a:ext uri="{FF2B5EF4-FFF2-40B4-BE49-F238E27FC236}">
                <a16:creationId xmlns:a16="http://schemas.microsoft.com/office/drawing/2014/main" id="{B211DCAC-C565-402E-A5ED-E828DC0D9240}"/>
              </a:ext>
            </a:extLst>
          </p:cNvPr>
          <p:cNvSpPr>
            <a:spLocks noGrp="1"/>
          </p:cNvSpPr>
          <p:nvPr/>
        </p:nvSpPr>
        <p:spPr>
          <a:xfrm>
            <a:off x="7562850" y="10386060"/>
            <a:ext cx="144780" cy="274320"/>
          </a:xfrm>
          <a:custGeom>
            <a:avLst/>
            <a:gdLst/>
            <a:ahLst/>
            <a:cxnLst/>
            <a:rect l="0" t="0" r="0" b="0"/>
            <a:pathLst>
              <a:path w="144780" h="274320">
                <a:moveTo>
                  <a:pt x="0" y="22860"/>
                </a:moveTo>
                <a:lnTo>
                  <a:pt x="76200" y="0"/>
                </a:lnTo>
                <a:lnTo>
                  <a:pt x="144780" y="251460"/>
                </a:lnTo>
                <a:lnTo>
                  <a:pt x="68580" y="274320"/>
                </a:lnTo>
                <a:lnTo>
                  <a:pt x="0" y="22860"/>
                </a:lnTo>
              </a:path>
            </a:pathLst>
          </a:custGeom>
          <a:noFill/>
          <a:ln w="19050">
            <a:solidFill>
              <a:srgbClr val="286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Offline line 150">
            <a:extLst>
              <a:ext uri="{FF2B5EF4-FFF2-40B4-BE49-F238E27FC236}">
                <a16:creationId xmlns:a16="http://schemas.microsoft.com/office/drawing/2014/main" id="{A3A0B764-0342-4F4B-B992-8ED783498C41}"/>
              </a:ext>
            </a:extLst>
          </p:cNvPr>
          <p:cNvSpPr>
            <a:spLocks noGrp="1"/>
          </p:cNvSpPr>
          <p:nvPr/>
        </p:nvSpPr>
        <p:spPr>
          <a:xfrm>
            <a:off x="7334250" y="10584180"/>
            <a:ext cx="45720" cy="9525"/>
          </a:xfrm>
          <a:custGeom>
            <a:avLst/>
            <a:gdLst/>
            <a:ahLst/>
            <a:cxnLst/>
            <a:rect l="0" t="0" r="0" b="0"/>
            <a:pathLst>
              <a:path w="45720" h="9525">
                <a:moveTo>
                  <a:pt x="0" y="0"/>
                </a:moveTo>
                <a:lnTo>
                  <a:pt x="45720" y="0"/>
                </a:lnTo>
              </a:path>
            </a:pathLst>
          </a:custGeom>
          <a:noFill/>
          <a:ln w="19050">
            <a:solidFill>
              <a:srgbClr val="286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Offline line 151">
            <a:extLst>
              <a:ext uri="{FF2B5EF4-FFF2-40B4-BE49-F238E27FC236}">
                <a16:creationId xmlns:a16="http://schemas.microsoft.com/office/drawing/2014/main" id="{3BBC7B4F-45A9-4069-9A15-49B15402F395}"/>
              </a:ext>
            </a:extLst>
          </p:cNvPr>
          <p:cNvSpPr>
            <a:spLocks noGrp="1"/>
          </p:cNvSpPr>
          <p:nvPr/>
        </p:nvSpPr>
        <p:spPr>
          <a:xfrm>
            <a:off x="7456170" y="10584180"/>
            <a:ext cx="45720" cy="9525"/>
          </a:xfrm>
          <a:custGeom>
            <a:avLst/>
            <a:gdLst/>
            <a:ahLst/>
            <a:cxnLst/>
            <a:rect l="0" t="0" r="0" b="0"/>
            <a:pathLst>
              <a:path w="45720" h="9525">
                <a:moveTo>
                  <a:pt x="0" y="0"/>
                </a:moveTo>
                <a:lnTo>
                  <a:pt x="45720" y="0"/>
                </a:lnTo>
              </a:path>
            </a:pathLst>
          </a:custGeom>
          <a:noFill/>
          <a:ln w="19050">
            <a:solidFill>
              <a:srgbClr val="286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Offline text 152: Tool library">
            <a:extLst>
              <a:ext uri="{FF2B5EF4-FFF2-40B4-BE49-F238E27FC236}">
                <a16:creationId xmlns:a16="http://schemas.microsoft.com/office/drawing/2014/main" id="{B3A0D574-D398-4305-B11C-9866A10366D6}"/>
              </a:ext>
            </a:extLst>
          </p:cNvPr>
          <p:cNvSpPr>
            <a:spLocks noGrp="1"/>
          </p:cNvSpPr>
          <p:nvPr/>
        </p:nvSpPr>
        <p:spPr>
          <a:xfrm>
            <a:off x="7934325" y="10234803"/>
            <a:ext cx="1548079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664F"/>
                </a:solidFill>
                <a:latin typeface="Arial"/>
                <a:ea typeface="Arial"/>
                <a:cs typeface="Arial"/>
              </a:rPr>
              <a:t>Tool library</a:t>
            </a:r>
          </a:p>
        </p:txBody>
      </p:sp>
      <p:sp>
        <p:nvSpPr>
          <p:cNvPr id="153" name="Offline text 153: Cell lookup, coverage, OSM, KPI">
            <a:extLst>
              <a:ext uri="{FF2B5EF4-FFF2-40B4-BE49-F238E27FC236}">
                <a16:creationId xmlns:a16="http://schemas.microsoft.com/office/drawing/2014/main" id="{7B36BB73-331E-410B-9F42-6A6C48A51DF9}"/>
              </a:ext>
            </a:extLst>
          </p:cNvPr>
          <p:cNvSpPr>
            <a:spLocks noGrp="1"/>
          </p:cNvSpPr>
          <p:nvPr/>
        </p:nvSpPr>
        <p:spPr>
          <a:xfrm>
            <a:off x="7934325" y="10581227"/>
            <a:ext cx="3018063" cy="2700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Cell lookup, coverage, OSM, KPI</a:t>
            </a:r>
          </a:p>
        </p:txBody>
      </p:sp>
      <p:sp>
        <p:nvSpPr>
          <p:cNvPr id="154" name="Offline text 154: Backup / load estimation, maps">
            <a:extLst>
              <a:ext uri="{FF2B5EF4-FFF2-40B4-BE49-F238E27FC236}">
                <a16:creationId xmlns:a16="http://schemas.microsoft.com/office/drawing/2014/main" id="{F221DEF4-9140-411C-A466-40E0D3987A2D}"/>
              </a:ext>
            </a:extLst>
          </p:cNvPr>
          <p:cNvSpPr>
            <a:spLocks noGrp="1"/>
          </p:cNvSpPr>
          <p:nvPr/>
        </p:nvSpPr>
        <p:spPr>
          <a:xfrm>
            <a:off x="7934325" y="10828877"/>
            <a:ext cx="2889647" cy="2700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Backup / load estimation, maps</a:t>
            </a:r>
          </a:p>
        </p:txBody>
      </p:sp>
      <p:sp>
        <p:nvSpPr>
          <p:cNvPr id="155" name="Offline module 155">
            <a:extLst>
              <a:ext uri="{FF2B5EF4-FFF2-40B4-BE49-F238E27FC236}">
                <a16:creationId xmlns:a16="http://schemas.microsoft.com/office/drawing/2014/main" id="{DED3B803-C863-49B1-84C1-89DFCBAD5C00}"/>
              </a:ext>
            </a:extLst>
          </p:cNvPr>
          <p:cNvSpPr>
            <a:spLocks noGrp="1"/>
          </p:cNvSpPr>
          <p:nvPr/>
        </p:nvSpPr>
        <p:spPr>
          <a:xfrm>
            <a:off x="14668500" y="10096500"/>
            <a:ext cx="4857750" cy="1095375"/>
          </a:xfrm>
          <a:prstGeom prst="roundRect">
            <a:avLst>
              <a:gd name="adj" fmla="val 5217"/>
            </a:avLst>
          </a:prstGeom>
          <a:solidFill>
            <a:srgbClr val="F3F5F7"/>
          </a:solidFill>
          <a:ln w="20955">
            <a:solidFill>
              <a:srgbClr val="C7D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Offline line 156">
            <a:extLst>
              <a:ext uri="{FF2B5EF4-FFF2-40B4-BE49-F238E27FC236}">
                <a16:creationId xmlns:a16="http://schemas.microsoft.com/office/drawing/2014/main" id="{70C6F147-725E-4D6D-81B2-A86C7CF5DD1C}"/>
              </a:ext>
            </a:extLst>
          </p:cNvPr>
          <p:cNvSpPr>
            <a:spLocks noGrp="1"/>
          </p:cNvSpPr>
          <p:nvPr/>
        </p:nvSpPr>
        <p:spPr>
          <a:xfrm>
            <a:off x="14938058" y="10355104"/>
            <a:ext cx="356235" cy="113347"/>
          </a:xfrm>
          <a:custGeom>
            <a:avLst/>
            <a:gdLst/>
            <a:ahLst/>
            <a:cxnLst/>
            <a:rect l="0" t="0" r="0" b="0"/>
            <a:pathLst>
              <a:path w="356235" h="113347">
                <a:moveTo>
                  <a:pt x="0" y="56674"/>
                </a:moveTo>
                <a:lnTo>
                  <a:pt x="3422" y="67730"/>
                </a:lnTo>
                <a:lnTo>
                  <a:pt x="13558" y="78362"/>
                </a:lnTo>
                <a:lnTo>
                  <a:pt x="30018" y="88160"/>
                </a:lnTo>
                <a:lnTo>
                  <a:pt x="52169" y="96748"/>
                </a:lnTo>
                <a:lnTo>
                  <a:pt x="79161" y="103796"/>
                </a:lnTo>
                <a:lnTo>
                  <a:pt x="109955" y="109033"/>
                </a:lnTo>
                <a:lnTo>
                  <a:pt x="143368" y="112259"/>
                </a:lnTo>
                <a:lnTo>
                  <a:pt x="178118" y="113347"/>
                </a:lnTo>
                <a:lnTo>
                  <a:pt x="212867" y="112259"/>
                </a:lnTo>
                <a:lnTo>
                  <a:pt x="246280" y="109033"/>
                </a:lnTo>
                <a:lnTo>
                  <a:pt x="277074" y="103796"/>
                </a:lnTo>
                <a:lnTo>
                  <a:pt x="304066" y="96748"/>
                </a:lnTo>
                <a:lnTo>
                  <a:pt x="326217" y="88160"/>
                </a:lnTo>
                <a:lnTo>
                  <a:pt x="342677" y="78362"/>
                </a:lnTo>
                <a:lnTo>
                  <a:pt x="352813" y="67730"/>
                </a:lnTo>
                <a:lnTo>
                  <a:pt x="356235" y="56674"/>
                </a:lnTo>
                <a:lnTo>
                  <a:pt x="352813" y="45617"/>
                </a:lnTo>
                <a:lnTo>
                  <a:pt x="342677" y="34986"/>
                </a:lnTo>
                <a:lnTo>
                  <a:pt x="326217" y="25188"/>
                </a:lnTo>
                <a:lnTo>
                  <a:pt x="304066" y="16599"/>
                </a:lnTo>
                <a:lnTo>
                  <a:pt x="277074" y="9551"/>
                </a:lnTo>
                <a:lnTo>
                  <a:pt x="246280" y="4314"/>
                </a:lnTo>
                <a:lnTo>
                  <a:pt x="212867" y="1089"/>
                </a:lnTo>
                <a:lnTo>
                  <a:pt x="178118" y="0"/>
                </a:lnTo>
                <a:lnTo>
                  <a:pt x="143368" y="1089"/>
                </a:lnTo>
                <a:lnTo>
                  <a:pt x="109955" y="4314"/>
                </a:lnTo>
                <a:lnTo>
                  <a:pt x="79161" y="9551"/>
                </a:lnTo>
                <a:lnTo>
                  <a:pt x="52169" y="16599"/>
                </a:lnTo>
                <a:lnTo>
                  <a:pt x="30018" y="25188"/>
                </a:lnTo>
                <a:lnTo>
                  <a:pt x="13558" y="34986"/>
                </a:lnTo>
                <a:lnTo>
                  <a:pt x="3422" y="45617"/>
                </a:lnTo>
                <a:lnTo>
                  <a:pt x="0" y="56674"/>
                </a:lnTo>
              </a:path>
            </a:pathLst>
          </a:custGeom>
          <a:noFill/>
          <a:ln w="20241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Offline line 157">
            <a:extLst>
              <a:ext uri="{FF2B5EF4-FFF2-40B4-BE49-F238E27FC236}">
                <a16:creationId xmlns:a16="http://schemas.microsoft.com/office/drawing/2014/main" id="{26F4FE88-6232-4986-BB2B-7FF108DF3829}"/>
              </a:ext>
            </a:extLst>
          </p:cNvPr>
          <p:cNvSpPr>
            <a:spLocks noGrp="1"/>
          </p:cNvSpPr>
          <p:nvPr/>
        </p:nvSpPr>
        <p:spPr>
          <a:xfrm>
            <a:off x="14938058" y="10411778"/>
            <a:ext cx="9525" cy="242888"/>
          </a:xfrm>
          <a:custGeom>
            <a:avLst/>
            <a:gdLst/>
            <a:ahLst/>
            <a:cxnLst/>
            <a:rect l="0" t="0" r="0" b="0"/>
            <a:pathLst>
              <a:path w="9525" h="242888">
                <a:moveTo>
                  <a:pt x="0" y="0"/>
                </a:moveTo>
                <a:lnTo>
                  <a:pt x="0" y="242888"/>
                </a:lnTo>
              </a:path>
            </a:pathLst>
          </a:custGeom>
          <a:noFill/>
          <a:ln w="20241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Offline line 158">
            <a:extLst>
              <a:ext uri="{FF2B5EF4-FFF2-40B4-BE49-F238E27FC236}">
                <a16:creationId xmlns:a16="http://schemas.microsoft.com/office/drawing/2014/main" id="{6F9C1235-745A-463E-A9C0-854F8CE70421}"/>
              </a:ext>
            </a:extLst>
          </p:cNvPr>
          <p:cNvSpPr>
            <a:spLocks noGrp="1"/>
          </p:cNvSpPr>
          <p:nvPr/>
        </p:nvSpPr>
        <p:spPr>
          <a:xfrm>
            <a:off x="15294293" y="10411778"/>
            <a:ext cx="9525" cy="242888"/>
          </a:xfrm>
          <a:custGeom>
            <a:avLst/>
            <a:gdLst/>
            <a:ahLst/>
            <a:cxnLst/>
            <a:rect l="0" t="0" r="0" b="0"/>
            <a:pathLst>
              <a:path w="9525" h="242888">
                <a:moveTo>
                  <a:pt x="0" y="0"/>
                </a:moveTo>
                <a:lnTo>
                  <a:pt x="0" y="242888"/>
                </a:lnTo>
              </a:path>
            </a:pathLst>
          </a:custGeom>
          <a:noFill/>
          <a:ln w="20241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Offline line 159">
            <a:extLst>
              <a:ext uri="{FF2B5EF4-FFF2-40B4-BE49-F238E27FC236}">
                <a16:creationId xmlns:a16="http://schemas.microsoft.com/office/drawing/2014/main" id="{51CD92B0-C6D3-426E-B94E-B62146A1337B}"/>
              </a:ext>
            </a:extLst>
          </p:cNvPr>
          <p:cNvSpPr>
            <a:spLocks noGrp="1"/>
          </p:cNvSpPr>
          <p:nvPr/>
        </p:nvSpPr>
        <p:spPr>
          <a:xfrm>
            <a:off x="14938058" y="10654665"/>
            <a:ext cx="356235" cy="56674"/>
          </a:xfrm>
          <a:custGeom>
            <a:avLst/>
            <a:gdLst/>
            <a:ahLst/>
            <a:cxnLst/>
            <a:rect l="0" t="0" r="0" b="0"/>
            <a:pathLst>
              <a:path w="356235" h="56674">
                <a:moveTo>
                  <a:pt x="0" y="0"/>
                </a:moveTo>
                <a:lnTo>
                  <a:pt x="3422" y="11057"/>
                </a:lnTo>
                <a:lnTo>
                  <a:pt x="13558" y="21688"/>
                </a:lnTo>
                <a:lnTo>
                  <a:pt x="30018" y="31486"/>
                </a:lnTo>
                <a:lnTo>
                  <a:pt x="52169" y="40074"/>
                </a:lnTo>
                <a:lnTo>
                  <a:pt x="79161" y="47123"/>
                </a:lnTo>
                <a:lnTo>
                  <a:pt x="109955" y="52360"/>
                </a:lnTo>
                <a:lnTo>
                  <a:pt x="143368" y="55585"/>
                </a:lnTo>
                <a:lnTo>
                  <a:pt x="178118" y="56674"/>
                </a:lnTo>
                <a:lnTo>
                  <a:pt x="212867" y="55585"/>
                </a:lnTo>
                <a:lnTo>
                  <a:pt x="246280" y="52360"/>
                </a:lnTo>
                <a:lnTo>
                  <a:pt x="277074" y="47123"/>
                </a:lnTo>
                <a:lnTo>
                  <a:pt x="304066" y="40074"/>
                </a:lnTo>
                <a:lnTo>
                  <a:pt x="326217" y="31486"/>
                </a:lnTo>
                <a:lnTo>
                  <a:pt x="342677" y="21688"/>
                </a:lnTo>
                <a:lnTo>
                  <a:pt x="352813" y="11057"/>
                </a:lnTo>
                <a:lnTo>
                  <a:pt x="356235" y="0"/>
                </a:lnTo>
              </a:path>
            </a:pathLst>
          </a:custGeom>
          <a:noFill/>
          <a:ln w="20241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Offline line 160">
            <a:extLst>
              <a:ext uri="{FF2B5EF4-FFF2-40B4-BE49-F238E27FC236}">
                <a16:creationId xmlns:a16="http://schemas.microsoft.com/office/drawing/2014/main" id="{BA33CB90-66B0-4609-A498-E25B1754EE1A}"/>
              </a:ext>
            </a:extLst>
          </p:cNvPr>
          <p:cNvSpPr>
            <a:spLocks noGrp="1"/>
          </p:cNvSpPr>
          <p:nvPr/>
        </p:nvSpPr>
        <p:spPr>
          <a:xfrm>
            <a:off x="14938058" y="10533221"/>
            <a:ext cx="356235" cy="56674"/>
          </a:xfrm>
          <a:custGeom>
            <a:avLst/>
            <a:gdLst/>
            <a:ahLst/>
            <a:cxnLst/>
            <a:rect l="0" t="0" r="0" b="0"/>
            <a:pathLst>
              <a:path w="356235" h="56674">
                <a:moveTo>
                  <a:pt x="0" y="0"/>
                </a:moveTo>
                <a:lnTo>
                  <a:pt x="3422" y="11057"/>
                </a:lnTo>
                <a:lnTo>
                  <a:pt x="13558" y="21688"/>
                </a:lnTo>
                <a:lnTo>
                  <a:pt x="30018" y="31486"/>
                </a:lnTo>
                <a:lnTo>
                  <a:pt x="52169" y="40074"/>
                </a:lnTo>
                <a:lnTo>
                  <a:pt x="79161" y="47123"/>
                </a:lnTo>
                <a:lnTo>
                  <a:pt x="109955" y="52360"/>
                </a:lnTo>
                <a:lnTo>
                  <a:pt x="143368" y="55585"/>
                </a:lnTo>
                <a:lnTo>
                  <a:pt x="178118" y="56674"/>
                </a:lnTo>
                <a:lnTo>
                  <a:pt x="212867" y="55585"/>
                </a:lnTo>
                <a:lnTo>
                  <a:pt x="246280" y="52360"/>
                </a:lnTo>
                <a:lnTo>
                  <a:pt x="277074" y="47123"/>
                </a:lnTo>
                <a:lnTo>
                  <a:pt x="304066" y="40074"/>
                </a:lnTo>
                <a:lnTo>
                  <a:pt x="326217" y="31486"/>
                </a:lnTo>
                <a:lnTo>
                  <a:pt x="342677" y="21688"/>
                </a:lnTo>
                <a:lnTo>
                  <a:pt x="352813" y="11057"/>
                </a:lnTo>
                <a:lnTo>
                  <a:pt x="356235" y="0"/>
                </a:lnTo>
              </a:path>
            </a:pathLst>
          </a:custGeom>
          <a:noFill/>
          <a:ln w="20241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Offline text 161: Data sources">
            <a:extLst>
              <a:ext uri="{FF2B5EF4-FFF2-40B4-BE49-F238E27FC236}">
                <a16:creationId xmlns:a16="http://schemas.microsoft.com/office/drawing/2014/main" id="{69924714-8440-4EF5-8822-EE06A01AC10F}"/>
              </a:ext>
            </a:extLst>
          </p:cNvPr>
          <p:cNvSpPr>
            <a:spLocks noGrp="1"/>
          </p:cNvSpPr>
          <p:nvPr/>
        </p:nvSpPr>
        <p:spPr>
          <a:xfrm>
            <a:off x="15563850" y="10234803"/>
            <a:ext cx="1783842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Data sources</a:t>
            </a:r>
          </a:p>
        </p:txBody>
      </p:sp>
      <p:sp>
        <p:nvSpPr>
          <p:cNvPr id="162" name="Offline text 162: Frozen cell, coverage and KPI data">
            <a:extLst>
              <a:ext uri="{FF2B5EF4-FFF2-40B4-BE49-F238E27FC236}">
                <a16:creationId xmlns:a16="http://schemas.microsoft.com/office/drawing/2014/main" id="{1E29BBE1-E42D-43DC-A731-AC6EF905BDB0}"/>
              </a:ext>
            </a:extLst>
          </p:cNvPr>
          <p:cNvSpPr>
            <a:spLocks noGrp="1"/>
          </p:cNvSpPr>
          <p:nvPr/>
        </p:nvSpPr>
        <p:spPr>
          <a:xfrm>
            <a:off x="15563850" y="10590752"/>
            <a:ext cx="3216488" cy="2700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lang="en-US" sz="1575" b="0" dirty="0">
                <a:solidFill>
                  <a:srgbClr val="59697A"/>
                </a:solidFill>
                <a:latin typeface="Arial"/>
                <a:ea typeface="Arial"/>
                <a:cs typeface="Arial"/>
              </a:rPr>
              <a:t>C</a:t>
            </a:r>
            <a:r>
              <a:rPr sz="1575" b="0" dirty="0">
                <a:solidFill>
                  <a:srgbClr val="59697A"/>
                </a:solidFill>
                <a:latin typeface="Arial"/>
                <a:ea typeface="Arial"/>
                <a:cs typeface="Arial"/>
              </a:rPr>
              <a:t>ell</a:t>
            </a:r>
            <a:r>
              <a:rPr lang="en-US" sz="1575" b="0" dirty="0">
                <a:solidFill>
                  <a:srgbClr val="59697A"/>
                </a:solidFill>
                <a:latin typeface="Arial"/>
                <a:ea typeface="Arial"/>
                <a:cs typeface="Arial"/>
              </a:rPr>
              <a:t> information</a:t>
            </a:r>
            <a:r>
              <a:rPr sz="1575" b="0" dirty="0">
                <a:solidFill>
                  <a:srgbClr val="59697A"/>
                </a:solidFill>
                <a:latin typeface="Arial"/>
                <a:ea typeface="Arial"/>
                <a:cs typeface="Arial"/>
              </a:rPr>
              <a:t>, coverage and KPI data</a:t>
            </a:r>
          </a:p>
        </p:txBody>
      </p:sp>
      <p:sp>
        <p:nvSpPr>
          <p:cNvPr id="163" name="Offline text 163: Frozen OSM geometry">
            <a:extLst>
              <a:ext uri="{FF2B5EF4-FFF2-40B4-BE49-F238E27FC236}">
                <a16:creationId xmlns:a16="http://schemas.microsoft.com/office/drawing/2014/main" id="{134DCD47-4856-455B-9AFC-F5CE22D1C30C}"/>
              </a:ext>
            </a:extLst>
          </p:cNvPr>
          <p:cNvSpPr>
            <a:spLocks noGrp="1"/>
          </p:cNvSpPr>
          <p:nvPr/>
        </p:nvSpPr>
        <p:spPr>
          <a:xfrm>
            <a:off x="15563850" y="10838402"/>
            <a:ext cx="2131352" cy="2700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Frozen OSM geometry</a:t>
            </a:r>
          </a:p>
        </p:txBody>
      </p:sp>
      <p:sp>
        <p:nvSpPr>
          <p:cNvPr id="164" name="Offline line 164">
            <a:extLst>
              <a:ext uri="{FF2B5EF4-FFF2-40B4-BE49-F238E27FC236}">
                <a16:creationId xmlns:a16="http://schemas.microsoft.com/office/drawing/2014/main" id="{5130F839-DADF-4A5F-986F-27CFA12A291A}"/>
              </a:ext>
            </a:extLst>
          </p:cNvPr>
          <p:cNvSpPr>
            <a:spLocks noGrp="1"/>
          </p:cNvSpPr>
          <p:nvPr/>
        </p:nvSpPr>
        <p:spPr>
          <a:xfrm>
            <a:off x="8286750" y="8382000"/>
            <a:ext cx="9525" cy="1714500"/>
          </a:xfrm>
          <a:custGeom>
            <a:avLst/>
            <a:gdLst/>
            <a:ahLst/>
            <a:cxnLst/>
            <a:rect l="0" t="0" r="0" b="0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26670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Offline polygon 165">
            <a:extLst>
              <a:ext uri="{FF2B5EF4-FFF2-40B4-BE49-F238E27FC236}">
                <a16:creationId xmlns:a16="http://schemas.microsoft.com/office/drawing/2014/main" id="{49FE304B-129C-4EB1-9EDB-D253713D5D25}"/>
              </a:ext>
            </a:extLst>
          </p:cNvPr>
          <p:cNvSpPr>
            <a:spLocks noGrp="1"/>
          </p:cNvSpPr>
          <p:nvPr/>
        </p:nvSpPr>
        <p:spPr>
          <a:xfrm>
            <a:off x="8239125" y="9991725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D8F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Offline text 166: Call + args">
            <a:extLst>
              <a:ext uri="{FF2B5EF4-FFF2-40B4-BE49-F238E27FC236}">
                <a16:creationId xmlns:a16="http://schemas.microsoft.com/office/drawing/2014/main" id="{E3220308-145D-492A-8DFB-C1927AEB8CBF}"/>
              </a:ext>
            </a:extLst>
          </p:cNvPr>
          <p:cNvSpPr>
            <a:spLocks noGrp="1"/>
          </p:cNvSpPr>
          <p:nvPr/>
        </p:nvSpPr>
        <p:spPr>
          <a:xfrm>
            <a:off x="7066883" y="9456420"/>
            <a:ext cx="1030034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Call + args</a:t>
            </a:r>
          </a:p>
        </p:txBody>
      </p:sp>
      <p:sp>
        <p:nvSpPr>
          <p:cNvPr id="167" name="Offline line 167">
            <a:extLst>
              <a:ext uri="{FF2B5EF4-FFF2-40B4-BE49-F238E27FC236}">
                <a16:creationId xmlns:a16="http://schemas.microsoft.com/office/drawing/2014/main" id="{3117BF87-3E2C-4964-9309-1A08C7115589}"/>
              </a:ext>
            </a:extLst>
          </p:cNvPr>
          <p:cNvSpPr>
            <a:spLocks noGrp="1"/>
          </p:cNvSpPr>
          <p:nvPr/>
        </p:nvSpPr>
        <p:spPr>
          <a:xfrm>
            <a:off x="9429750" y="8382000"/>
            <a:ext cx="9525" cy="1714500"/>
          </a:xfrm>
          <a:custGeom>
            <a:avLst/>
            <a:gdLst/>
            <a:ahLst/>
            <a:cxnLst/>
            <a:rect l="0" t="0" r="0" b="0"/>
            <a:pathLst>
              <a:path w="9525" h="1714500">
                <a:moveTo>
                  <a:pt x="0" y="1714500"/>
                </a:moveTo>
                <a:lnTo>
                  <a:pt x="0" y="0"/>
                </a:lnTo>
              </a:path>
            </a:pathLst>
          </a:custGeom>
          <a:noFill/>
          <a:ln w="26670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Offline polygon 168">
            <a:extLst>
              <a:ext uri="{FF2B5EF4-FFF2-40B4-BE49-F238E27FC236}">
                <a16:creationId xmlns:a16="http://schemas.microsoft.com/office/drawing/2014/main" id="{ED550EA8-5FA6-43EC-9AF7-F0915D091180}"/>
              </a:ext>
            </a:extLst>
          </p:cNvPr>
          <p:cNvSpPr>
            <a:spLocks noGrp="1"/>
          </p:cNvSpPr>
          <p:nvPr/>
        </p:nvSpPr>
        <p:spPr>
          <a:xfrm>
            <a:off x="9382125" y="8382000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0"/>
                </a:moveTo>
                <a:lnTo>
                  <a:pt x="0" y="104775"/>
                </a:lnTo>
                <a:lnTo>
                  <a:pt x="95250" y="104775"/>
                </a:lnTo>
                <a:close/>
              </a:path>
            </a:pathLst>
          </a:custGeom>
          <a:solidFill>
            <a:srgbClr val="4D8F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Offline text 169: Result / error">
            <a:extLst>
              <a:ext uri="{FF2B5EF4-FFF2-40B4-BE49-F238E27FC236}">
                <a16:creationId xmlns:a16="http://schemas.microsoft.com/office/drawing/2014/main" id="{08A8536F-8C0A-4EDF-925B-3C54EFF2AE7C}"/>
              </a:ext>
            </a:extLst>
          </p:cNvPr>
          <p:cNvSpPr>
            <a:spLocks noGrp="1"/>
          </p:cNvSpPr>
          <p:nvPr/>
        </p:nvSpPr>
        <p:spPr>
          <a:xfrm>
            <a:off x="9641300" y="9456420"/>
            <a:ext cx="12152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Result / error</a:t>
            </a:r>
          </a:p>
        </p:txBody>
      </p:sp>
      <p:sp>
        <p:nvSpPr>
          <p:cNvPr id="170" name="Offline line 170">
            <a:extLst>
              <a:ext uri="{FF2B5EF4-FFF2-40B4-BE49-F238E27FC236}">
                <a16:creationId xmlns:a16="http://schemas.microsoft.com/office/drawing/2014/main" id="{D48AC8F7-BB16-433A-85AD-074F6D66C378}"/>
              </a:ext>
            </a:extLst>
          </p:cNvPr>
          <p:cNvSpPr>
            <a:spLocks noGrp="1"/>
          </p:cNvSpPr>
          <p:nvPr/>
        </p:nvSpPr>
        <p:spPr>
          <a:xfrm>
            <a:off x="12096750" y="10448925"/>
            <a:ext cx="2571750" cy="9525"/>
          </a:xfrm>
          <a:custGeom>
            <a:avLst/>
            <a:gdLst/>
            <a:ahLst/>
            <a:cxnLst/>
            <a:rect l="0" t="0" r="0" b="0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23813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Offline polygon 171">
            <a:extLst>
              <a:ext uri="{FF2B5EF4-FFF2-40B4-BE49-F238E27FC236}">
                <a16:creationId xmlns:a16="http://schemas.microsoft.com/office/drawing/2014/main" id="{72717E25-D50D-4C9D-90B8-3BE20002617E}"/>
              </a:ext>
            </a:extLst>
          </p:cNvPr>
          <p:cNvSpPr>
            <a:spLocks noGrp="1"/>
          </p:cNvSpPr>
          <p:nvPr/>
        </p:nvSpPr>
        <p:spPr>
          <a:xfrm>
            <a:off x="14563725" y="10401300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D8F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Offline text 172: Query">
            <a:extLst>
              <a:ext uri="{FF2B5EF4-FFF2-40B4-BE49-F238E27FC236}">
                <a16:creationId xmlns:a16="http://schemas.microsoft.com/office/drawing/2014/main" id="{AD6FAC58-1A05-489F-A5FE-0B47A76DAF80}"/>
              </a:ext>
            </a:extLst>
          </p:cNvPr>
          <p:cNvSpPr>
            <a:spLocks noGrp="1"/>
          </p:cNvSpPr>
          <p:nvPr/>
        </p:nvSpPr>
        <p:spPr>
          <a:xfrm>
            <a:off x="13063252" y="10123170"/>
            <a:ext cx="63874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173" name="Offline line 173">
            <a:extLst>
              <a:ext uri="{FF2B5EF4-FFF2-40B4-BE49-F238E27FC236}">
                <a16:creationId xmlns:a16="http://schemas.microsoft.com/office/drawing/2014/main" id="{9FA1E4C8-507E-4362-B68B-57382C642EE9}"/>
              </a:ext>
            </a:extLst>
          </p:cNvPr>
          <p:cNvSpPr>
            <a:spLocks noGrp="1"/>
          </p:cNvSpPr>
          <p:nvPr/>
        </p:nvSpPr>
        <p:spPr>
          <a:xfrm>
            <a:off x="12096750" y="10925175"/>
            <a:ext cx="2571750" cy="9525"/>
          </a:xfrm>
          <a:custGeom>
            <a:avLst/>
            <a:gdLst/>
            <a:ahLst/>
            <a:cxnLst/>
            <a:rect l="0" t="0" r="0" b="0"/>
            <a:pathLst>
              <a:path w="2571750" h="9525">
                <a:moveTo>
                  <a:pt x="2571750" y="0"/>
                </a:moveTo>
                <a:lnTo>
                  <a:pt x="0" y="0"/>
                </a:lnTo>
              </a:path>
            </a:pathLst>
          </a:custGeom>
          <a:noFill/>
          <a:ln w="23813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Offline polygon 174">
            <a:extLst>
              <a:ext uri="{FF2B5EF4-FFF2-40B4-BE49-F238E27FC236}">
                <a16:creationId xmlns:a16="http://schemas.microsoft.com/office/drawing/2014/main" id="{4C1208EE-E60C-49F3-BA90-67E708BDC925}"/>
              </a:ext>
            </a:extLst>
          </p:cNvPr>
          <p:cNvSpPr>
            <a:spLocks noGrp="1"/>
          </p:cNvSpPr>
          <p:nvPr/>
        </p:nvSpPr>
        <p:spPr>
          <a:xfrm>
            <a:off x="12096750" y="10877550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0" y="47625"/>
                </a:moveTo>
                <a:lnTo>
                  <a:pt x="104775" y="95250"/>
                </a:lnTo>
                <a:lnTo>
                  <a:pt x="104775" y="0"/>
                </a:lnTo>
                <a:close/>
              </a:path>
            </a:pathLst>
          </a:custGeom>
          <a:solidFill>
            <a:srgbClr val="4D8F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Offline text 175: Records">
            <a:extLst>
              <a:ext uri="{FF2B5EF4-FFF2-40B4-BE49-F238E27FC236}">
                <a16:creationId xmlns:a16="http://schemas.microsoft.com/office/drawing/2014/main" id="{74C23B96-DF2C-4ACE-B67E-B90D3DD72BAF}"/>
              </a:ext>
            </a:extLst>
          </p:cNvPr>
          <p:cNvSpPr>
            <a:spLocks noGrp="1"/>
          </p:cNvSpPr>
          <p:nvPr/>
        </p:nvSpPr>
        <p:spPr>
          <a:xfrm>
            <a:off x="12970859" y="10599420"/>
            <a:ext cx="823532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176" name="Offline module 176">
            <a:extLst>
              <a:ext uri="{FF2B5EF4-FFF2-40B4-BE49-F238E27FC236}">
                <a16:creationId xmlns:a16="http://schemas.microsoft.com/office/drawing/2014/main" id="{246A407B-AC1F-4E30-8EFB-DE0202649865}"/>
              </a:ext>
            </a:extLst>
          </p:cNvPr>
          <p:cNvSpPr>
            <a:spLocks noGrp="1"/>
          </p:cNvSpPr>
          <p:nvPr/>
        </p:nvSpPr>
        <p:spPr>
          <a:xfrm>
            <a:off x="3810000" y="11572875"/>
            <a:ext cx="18383250" cy="2190750"/>
          </a:xfrm>
          <a:prstGeom prst="roundRect">
            <a:avLst>
              <a:gd name="adj" fmla="val 3913"/>
            </a:avLst>
          </a:prstGeom>
          <a:solidFill>
            <a:srgbClr val="F8EEF4"/>
          </a:solidFill>
          <a:ln w="20955">
            <a:solidFill>
              <a:srgbClr val="DABA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Offline text 177: Evaluation and tuning">
            <a:extLst>
              <a:ext uri="{FF2B5EF4-FFF2-40B4-BE49-F238E27FC236}">
                <a16:creationId xmlns:a16="http://schemas.microsoft.com/office/drawing/2014/main" id="{17829C84-4217-45B7-AD8D-BAB846DB54DD}"/>
              </a:ext>
            </a:extLst>
          </p:cNvPr>
          <p:cNvSpPr>
            <a:spLocks noGrp="1"/>
          </p:cNvSpPr>
          <p:nvPr/>
        </p:nvSpPr>
        <p:spPr>
          <a:xfrm>
            <a:off x="9603572" y="11672221"/>
            <a:ext cx="2795607" cy="3471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025" b="1">
                <a:solidFill>
                  <a:srgbClr val="9D658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D6586"/>
                </a:solidFill>
                <a:latin typeface="Arial"/>
                <a:ea typeface="Arial"/>
                <a:cs typeface="Arial"/>
              </a:rPr>
              <a:t>Evaluation and tuning</a:t>
            </a:r>
          </a:p>
        </p:txBody>
      </p:sp>
      <p:sp>
        <p:nvSpPr>
          <p:cNvPr id="178" name="Offline module 178">
            <a:extLst>
              <a:ext uri="{FF2B5EF4-FFF2-40B4-BE49-F238E27FC236}">
                <a16:creationId xmlns:a16="http://schemas.microsoft.com/office/drawing/2014/main" id="{197A6CC7-F539-4B61-AA96-8507AC69FB30}"/>
              </a:ext>
            </a:extLst>
          </p:cNvPr>
          <p:cNvSpPr>
            <a:spLocks noGrp="1"/>
          </p:cNvSpPr>
          <p:nvPr/>
        </p:nvSpPr>
        <p:spPr>
          <a:xfrm>
            <a:off x="4381500" y="12192000"/>
            <a:ext cx="4857750" cy="13335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DABA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Offline text 179: Updated components">
            <a:extLst>
              <a:ext uri="{FF2B5EF4-FFF2-40B4-BE49-F238E27FC236}">
                <a16:creationId xmlns:a16="http://schemas.microsoft.com/office/drawing/2014/main" id="{30CC5303-4566-4494-A5A5-940244A2614E}"/>
              </a:ext>
            </a:extLst>
          </p:cNvPr>
          <p:cNvSpPr>
            <a:spLocks noGrp="1"/>
          </p:cNvSpPr>
          <p:nvPr/>
        </p:nvSpPr>
        <p:spPr>
          <a:xfrm>
            <a:off x="4619625" y="12279249"/>
            <a:ext cx="2451278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9D65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D6586"/>
                </a:solidFill>
                <a:latin typeface="Arial"/>
                <a:ea typeface="Arial"/>
                <a:cs typeface="Arial"/>
              </a:rPr>
              <a:t>Updated components</a:t>
            </a:r>
          </a:p>
        </p:txBody>
      </p:sp>
      <p:sp>
        <p:nvSpPr>
          <p:cNvPr id="180" name="Offline text 180: Fixed skill">
            <a:extLst>
              <a:ext uri="{FF2B5EF4-FFF2-40B4-BE49-F238E27FC236}">
                <a16:creationId xmlns:a16="http://schemas.microsoft.com/office/drawing/2014/main" id="{7FB6E1B9-6611-490E-BD28-34F69DF0D0C5}"/>
              </a:ext>
            </a:extLst>
          </p:cNvPr>
          <p:cNvSpPr>
            <a:spLocks noGrp="1"/>
          </p:cNvSpPr>
          <p:nvPr/>
        </p:nvSpPr>
        <p:spPr>
          <a:xfrm>
            <a:off x="4619625" y="12601385"/>
            <a:ext cx="1027728" cy="2828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Fixed skill</a:t>
            </a:r>
          </a:p>
        </p:txBody>
      </p:sp>
      <p:sp>
        <p:nvSpPr>
          <p:cNvPr id="181" name="Offline text 181: Completion check">
            <a:extLst>
              <a:ext uri="{FF2B5EF4-FFF2-40B4-BE49-F238E27FC236}">
                <a16:creationId xmlns:a16="http://schemas.microsoft.com/office/drawing/2014/main" id="{644A37A7-C6C8-4731-821E-68D7F6D97B2D}"/>
              </a:ext>
            </a:extLst>
          </p:cNvPr>
          <p:cNvSpPr>
            <a:spLocks noGrp="1"/>
          </p:cNvSpPr>
          <p:nvPr/>
        </p:nvSpPr>
        <p:spPr>
          <a:xfrm>
            <a:off x="4619625" y="12887135"/>
            <a:ext cx="1775403" cy="2828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Completion check</a:t>
            </a:r>
          </a:p>
        </p:txBody>
      </p:sp>
      <p:sp>
        <p:nvSpPr>
          <p:cNvPr id="182" name="Offline text 182: State update">
            <a:extLst>
              <a:ext uri="{FF2B5EF4-FFF2-40B4-BE49-F238E27FC236}">
                <a16:creationId xmlns:a16="http://schemas.microsoft.com/office/drawing/2014/main" id="{1D9BD443-F841-4CB8-8E49-10CEF4F222F8}"/>
              </a:ext>
            </a:extLst>
          </p:cNvPr>
          <p:cNvSpPr>
            <a:spLocks noGrp="1"/>
          </p:cNvSpPr>
          <p:nvPr/>
        </p:nvSpPr>
        <p:spPr>
          <a:xfrm>
            <a:off x="4619625" y="13172885"/>
            <a:ext cx="1302658" cy="2828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State update</a:t>
            </a:r>
          </a:p>
        </p:txBody>
      </p:sp>
      <p:sp>
        <p:nvSpPr>
          <p:cNvPr id="183" name="Offline module 183">
            <a:extLst>
              <a:ext uri="{FF2B5EF4-FFF2-40B4-BE49-F238E27FC236}">
                <a16:creationId xmlns:a16="http://schemas.microsoft.com/office/drawing/2014/main" id="{4F786ECD-2989-4ABF-8543-516CDC1C8A37}"/>
              </a:ext>
            </a:extLst>
          </p:cNvPr>
          <p:cNvSpPr>
            <a:spLocks noGrp="1"/>
          </p:cNvSpPr>
          <p:nvPr/>
        </p:nvSpPr>
        <p:spPr>
          <a:xfrm>
            <a:off x="11049000" y="12192000"/>
            <a:ext cx="238125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ABA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Offline line 184">
            <a:extLst>
              <a:ext uri="{FF2B5EF4-FFF2-40B4-BE49-F238E27FC236}">
                <a16:creationId xmlns:a16="http://schemas.microsoft.com/office/drawing/2014/main" id="{CD201D8A-468C-4473-B46F-CF5CA33F9EF8}"/>
              </a:ext>
            </a:extLst>
          </p:cNvPr>
          <p:cNvSpPr>
            <a:spLocks noGrp="1"/>
          </p:cNvSpPr>
          <p:nvPr/>
        </p:nvSpPr>
        <p:spPr>
          <a:xfrm>
            <a:off x="11327130" y="12508230"/>
            <a:ext cx="9525" cy="320040"/>
          </a:xfrm>
          <a:custGeom>
            <a:avLst/>
            <a:gdLst/>
            <a:ahLst/>
            <a:cxnLst/>
            <a:rect l="0" t="0" r="0" b="0"/>
            <a:pathLst>
              <a:path w="9525" h="320040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9050">
            <a:solidFill>
              <a:srgbClr val="9D65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Offline module 185">
            <a:extLst>
              <a:ext uri="{FF2B5EF4-FFF2-40B4-BE49-F238E27FC236}">
                <a16:creationId xmlns:a16="http://schemas.microsoft.com/office/drawing/2014/main" id="{AD7450DF-0C00-4A7D-841C-9B5F02101419}"/>
              </a:ext>
            </a:extLst>
          </p:cNvPr>
          <p:cNvSpPr>
            <a:spLocks noGrp="1"/>
          </p:cNvSpPr>
          <p:nvPr/>
        </p:nvSpPr>
        <p:spPr>
          <a:xfrm>
            <a:off x="11289030" y="12584430"/>
            <a:ext cx="76200" cy="60960"/>
          </a:xfrm>
          <a:prstGeom prst="roundRect">
            <a:avLst>
              <a:gd name="adj" fmla="val 31250"/>
            </a:avLst>
          </a:prstGeom>
          <a:solidFill>
            <a:srgbClr val="F8EEF4"/>
          </a:solidFill>
          <a:ln w="16764">
            <a:solidFill>
              <a:srgbClr val="9D65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Offline line 186">
            <a:extLst>
              <a:ext uri="{FF2B5EF4-FFF2-40B4-BE49-F238E27FC236}">
                <a16:creationId xmlns:a16="http://schemas.microsoft.com/office/drawing/2014/main" id="{623A36A7-1B9E-49E7-BDC4-E771D8BED93E}"/>
              </a:ext>
            </a:extLst>
          </p:cNvPr>
          <p:cNvSpPr>
            <a:spLocks noGrp="1"/>
          </p:cNvSpPr>
          <p:nvPr/>
        </p:nvSpPr>
        <p:spPr>
          <a:xfrm>
            <a:off x="11449050" y="12508230"/>
            <a:ext cx="9525" cy="320040"/>
          </a:xfrm>
          <a:custGeom>
            <a:avLst/>
            <a:gdLst/>
            <a:ahLst/>
            <a:cxnLst/>
            <a:rect l="0" t="0" r="0" b="0"/>
            <a:pathLst>
              <a:path w="9525" h="320040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9050">
            <a:solidFill>
              <a:srgbClr val="9D65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Offline module 187">
            <a:extLst>
              <a:ext uri="{FF2B5EF4-FFF2-40B4-BE49-F238E27FC236}">
                <a16:creationId xmlns:a16="http://schemas.microsoft.com/office/drawing/2014/main" id="{A2F32FBA-DAC7-4C56-979F-F702B052ECA6}"/>
              </a:ext>
            </a:extLst>
          </p:cNvPr>
          <p:cNvSpPr>
            <a:spLocks noGrp="1"/>
          </p:cNvSpPr>
          <p:nvPr/>
        </p:nvSpPr>
        <p:spPr>
          <a:xfrm>
            <a:off x="11410950" y="12706350"/>
            <a:ext cx="76200" cy="60960"/>
          </a:xfrm>
          <a:prstGeom prst="roundRect">
            <a:avLst>
              <a:gd name="adj" fmla="val 31250"/>
            </a:avLst>
          </a:prstGeom>
          <a:solidFill>
            <a:srgbClr val="F8EEF4"/>
          </a:solidFill>
          <a:ln w="16764">
            <a:solidFill>
              <a:srgbClr val="9D65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Offline line 188">
            <a:extLst>
              <a:ext uri="{FF2B5EF4-FFF2-40B4-BE49-F238E27FC236}">
                <a16:creationId xmlns:a16="http://schemas.microsoft.com/office/drawing/2014/main" id="{238F0A44-F718-41FA-9079-88F365C702BF}"/>
              </a:ext>
            </a:extLst>
          </p:cNvPr>
          <p:cNvSpPr>
            <a:spLocks noGrp="1"/>
          </p:cNvSpPr>
          <p:nvPr/>
        </p:nvSpPr>
        <p:spPr>
          <a:xfrm>
            <a:off x="11570970" y="12508230"/>
            <a:ext cx="9525" cy="320040"/>
          </a:xfrm>
          <a:custGeom>
            <a:avLst/>
            <a:gdLst/>
            <a:ahLst/>
            <a:cxnLst/>
            <a:rect l="0" t="0" r="0" b="0"/>
            <a:pathLst>
              <a:path w="9525" h="320040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9050">
            <a:solidFill>
              <a:srgbClr val="9D65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Offline module 189">
            <a:extLst>
              <a:ext uri="{FF2B5EF4-FFF2-40B4-BE49-F238E27FC236}">
                <a16:creationId xmlns:a16="http://schemas.microsoft.com/office/drawing/2014/main" id="{8A728307-DC7D-433D-9924-1A490029235B}"/>
              </a:ext>
            </a:extLst>
          </p:cNvPr>
          <p:cNvSpPr>
            <a:spLocks noGrp="1"/>
          </p:cNvSpPr>
          <p:nvPr/>
        </p:nvSpPr>
        <p:spPr>
          <a:xfrm>
            <a:off x="11532870" y="12614910"/>
            <a:ext cx="76200" cy="60960"/>
          </a:xfrm>
          <a:prstGeom prst="roundRect">
            <a:avLst>
              <a:gd name="adj" fmla="val 31250"/>
            </a:avLst>
          </a:prstGeom>
          <a:solidFill>
            <a:srgbClr val="F8EEF4"/>
          </a:solidFill>
          <a:ln w="16764">
            <a:solidFill>
              <a:srgbClr val="9D65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Offline text 190: Tuning">
            <a:extLst>
              <a:ext uri="{FF2B5EF4-FFF2-40B4-BE49-F238E27FC236}">
                <a16:creationId xmlns:a16="http://schemas.microsoft.com/office/drawing/2014/main" id="{46655C4A-0101-4673-9CAD-1CBD67F6222F}"/>
              </a:ext>
            </a:extLst>
          </p:cNvPr>
          <p:cNvSpPr>
            <a:spLocks noGrp="1"/>
          </p:cNvSpPr>
          <p:nvPr/>
        </p:nvSpPr>
        <p:spPr>
          <a:xfrm>
            <a:off x="11902421" y="12511278"/>
            <a:ext cx="979208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100" b="1">
                <a:solidFill>
                  <a:srgbClr val="9D658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D6586"/>
                </a:solidFill>
                <a:latin typeface="Arial"/>
                <a:ea typeface="Arial"/>
                <a:cs typeface="Arial"/>
              </a:rPr>
              <a:t>Tuning</a:t>
            </a:r>
          </a:p>
        </p:txBody>
      </p:sp>
      <p:sp>
        <p:nvSpPr>
          <p:cNvPr id="191" name="Offline module 191">
            <a:extLst>
              <a:ext uri="{FF2B5EF4-FFF2-40B4-BE49-F238E27FC236}">
                <a16:creationId xmlns:a16="http://schemas.microsoft.com/office/drawing/2014/main" id="{2033B9CE-89E7-494A-9C9A-A8D186FBF93B}"/>
              </a:ext>
            </a:extLst>
          </p:cNvPr>
          <p:cNvSpPr>
            <a:spLocks noGrp="1"/>
          </p:cNvSpPr>
          <p:nvPr/>
        </p:nvSpPr>
        <p:spPr>
          <a:xfrm>
            <a:off x="15716250" y="12192000"/>
            <a:ext cx="238125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ABA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Offline line 192">
            <a:extLst>
              <a:ext uri="{FF2B5EF4-FFF2-40B4-BE49-F238E27FC236}">
                <a16:creationId xmlns:a16="http://schemas.microsoft.com/office/drawing/2014/main" id="{C4482D11-4B9F-47CE-9B8D-AB21B6B629AA}"/>
              </a:ext>
            </a:extLst>
          </p:cNvPr>
          <p:cNvSpPr>
            <a:spLocks noGrp="1"/>
          </p:cNvSpPr>
          <p:nvPr/>
        </p:nvSpPr>
        <p:spPr>
          <a:xfrm>
            <a:off x="15977235" y="12510135"/>
            <a:ext cx="200025" cy="200025"/>
          </a:xfrm>
          <a:custGeom>
            <a:avLst/>
            <a:gdLst/>
            <a:ahLst/>
            <a:cxnLst/>
            <a:rect l="0" t="0" r="0" b="0"/>
            <a:pathLst>
              <a:path w="200025" h="200025">
                <a:moveTo>
                  <a:pt x="200025" y="100013"/>
                </a:moveTo>
                <a:lnTo>
                  <a:pt x="199169" y="113067"/>
                </a:lnTo>
                <a:lnTo>
                  <a:pt x="196617" y="125898"/>
                </a:lnTo>
                <a:lnTo>
                  <a:pt x="192412" y="138286"/>
                </a:lnTo>
                <a:lnTo>
                  <a:pt x="186626" y="150019"/>
                </a:lnTo>
                <a:lnTo>
                  <a:pt x="179358" y="160896"/>
                </a:lnTo>
                <a:lnTo>
                  <a:pt x="170732" y="170732"/>
                </a:lnTo>
                <a:lnTo>
                  <a:pt x="160896" y="179358"/>
                </a:lnTo>
                <a:lnTo>
                  <a:pt x="150019" y="186626"/>
                </a:lnTo>
                <a:lnTo>
                  <a:pt x="138286" y="192412"/>
                </a:lnTo>
                <a:lnTo>
                  <a:pt x="125898" y="196617"/>
                </a:lnTo>
                <a:lnTo>
                  <a:pt x="113067" y="199169"/>
                </a:lnTo>
                <a:lnTo>
                  <a:pt x="100013" y="200025"/>
                </a:lnTo>
                <a:lnTo>
                  <a:pt x="86958" y="199169"/>
                </a:lnTo>
                <a:lnTo>
                  <a:pt x="74127" y="196617"/>
                </a:lnTo>
                <a:lnTo>
                  <a:pt x="61739" y="192412"/>
                </a:lnTo>
                <a:lnTo>
                  <a:pt x="50006" y="186626"/>
                </a:lnTo>
                <a:lnTo>
                  <a:pt x="39129" y="179358"/>
                </a:lnTo>
                <a:lnTo>
                  <a:pt x="29293" y="170732"/>
                </a:lnTo>
                <a:lnTo>
                  <a:pt x="20667" y="160896"/>
                </a:lnTo>
                <a:lnTo>
                  <a:pt x="13399" y="150019"/>
                </a:lnTo>
                <a:lnTo>
                  <a:pt x="7613" y="138286"/>
                </a:lnTo>
                <a:lnTo>
                  <a:pt x="3408" y="125898"/>
                </a:lnTo>
                <a:lnTo>
                  <a:pt x="856" y="113067"/>
                </a:lnTo>
                <a:lnTo>
                  <a:pt x="0" y="100013"/>
                </a:lnTo>
                <a:lnTo>
                  <a:pt x="856" y="86958"/>
                </a:lnTo>
                <a:lnTo>
                  <a:pt x="3408" y="74127"/>
                </a:lnTo>
                <a:lnTo>
                  <a:pt x="7613" y="61739"/>
                </a:lnTo>
                <a:lnTo>
                  <a:pt x="13399" y="50006"/>
                </a:lnTo>
                <a:lnTo>
                  <a:pt x="20667" y="39129"/>
                </a:lnTo>
                <a:lnTo>
                  <a:pt x="29293" y="29293"/>
                </a:lnTo>
                <a:lnTo>
                  <a:pt x="39129" y="20667"/>
                </a:lnTo>
                <a:lnTo>
                  <a:pt x="50006" y="13399"/>
                </a:lnTo>
                <a:lnTo>
                  <a:pt x="61739" y="7613"/>
                </a:lnTo>
                <a:lnTo>
                  <a:pt x="74127" y="3408"/>
                </a:lnTo>
                <a:lnTo>
                  <a:pt x="86958" y="856"/>
                </a:lnTo>
                <a:lnTo>
                  <a:pt x="100013" y="0"/>
                </a:lnTo>
                <a:lnTo>
                  <a:pt x="113067" y="856"/>
                </a:lnTo>
                <a:lnTo>
                  <a:pt x="125898" y="3408"/>
                </a:lnTo>
                <a:lnTo>
                  <a:pt x="138286" y="7613"/>
                </a:lnTo>
                <a:lnTo>
                  <a:pt x="150019" y="13399"/>
                </a:lnTo>
                <a:lnTo>
                  <a:pt x="160896" y="20667"/>
                </a:lnTo>
                <a:lnTo>
                  <a:pt x="170732" y="29293"/>
                </a:lnTo>
                <a:lnTo>
                  <a:pt x="179358" y="39129"/>
                </a:lnTo>
                <a:lnTo>
                  <a:pt x="186626" y="50006"/>
                </a:lnTo>
                <a:lnTo>
                  <a:pt x="192412" y="61739"/>
                </a:lnTo>
                <a:lnTo>
                  <a:pt x="196617" y="74127"/>
                </a:lnTo>
                <a:lnTo>
                  <a:pt x="199169" y="86958"/>
                </a:lnTo>
                <a:lnTo>
                  <a:pt x="200025" y="100013"/>
                </a:lnTo>
              </a:path>
            </a:pathLst>
          </a:custGeom>
          <a:noFill/>
          <a:ln w="16669">
            <a:solidFill>
              <a:srgbClr val="9D65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Offline line 193">
            <a:extLst>
              <a:ext uri="{FF2B5EF4-FFF2-40B4-BE49-F238E27FC236}">
                <a16:creationId xmlns:a16="http://schemas.microsoft.com/office/drawing/2014/main" id="{6CF70058-B827-4F6B-9935-FA9EF1CB9330}"/>
              </a:ext>
            </a:extLst>
          </p:cNvPr>
          <p:cNvSpPr>
            <a:spLocks noGrp="1"/>
          </p:cNvSpPr>
          <p:nvPr/>
        </p:nvSpPr>
        <p:spPr>
          <a:xfrm>
            <a:off x="16150590" y="12683490"/>
            <a:ext cx="100013" cy="100013"/>
          </a:xfrm>
          <a:custGeom>
            <a:avLst/>
            <a:gdLst/>
            <a:ahLst/>
            <a:cxnLst/>
            <a:rect l="0" t="0" r="0" b="0"/>
            <a:pathLst>
              <a:path w="100013" h="100013">
                <a:moveTo>
                  <a:pt x="0" y="0"/>
                </a:moveTo>
                <a:lnTo>
                  <a:pt x="100013" y="100013"/>
                </a:lnTo>
              </a:path>
            </a:pathLst>
          </a:custGeom>
          <a:noFill/>
          <a:ln w="16669">
            <a:solidFill>
              <a:srgbClr val="9D65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Offline line 194">
            <a:extLst>
              <a:ext uri="{FF2B5EF4-FFF2-40B4-BE49-F238E27FC236}">
                <a16:creationId xmlns:a16="http://schemas.microsoft.com/office/drawing/2014/main" id="{6AEE25C5-C8E2-4CE2-943C-4500D56CA01B}"/>
              </a:ext>
            </a:extLst>
          </p:cNvPr>
          <p:cNvSpPr>
            <a:spLocks noGrp="1"/>
          </p:cNvSpPr>
          <p:nvPr/>
        </p:nvSpPr>
        <p:spPr>
          <a:xfrm>
            <a:off x="16023908" y="12576810"/>
            <a:ext cx="106680" cy="73342"/>
          </a:xfrm>
          <a:custGeom>
            <a:avLst/>
            <a:gdLst/>
            <a:ahLst/>
            <a:cxnLst/>
            <a:rect l="0" t="0" r="0" b="0"/>
            <a:pathLst>
              <a:path w="106680" h="73342">
                <a:moveTo>
                  <a:pt x="0" y="33338"/>
                </a:moveTo>
                <a:lnTo>
                  <a:pt x="40005" y="73342"/>
                </a:lnTo>
                <a:lnTo>
                  <a:pt x="106680" y="0"/>
                </a:lnTo>
              </a:path>
            </a:pathLst>
          </a:custGeom>
          <a:noFill/>
          <a:ln w="16669">
            <a:solidFill>
              <a:srgbClr val="9D65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Offline text 195: Evaluation">
            <a:extLst>
              <a:ext uri="{FF2B5EF4-FFF2-40B4-BE49-F238E27FC236}">
                <a16:creationId xmlns:a16="http://schemas.microsoft.com/office/drawing/2014/main" id="{EDDD7859-9851-47A1-9C22-BA1DBEB3DE4A}"/>
              </a:ext>
            </a:extLst>
          </p:cNvPr>
          <p:cNvSpPr>
            <a:spLocks noGrp="1"/>
          </p:cNvSpPr>
          <p:nvPr/>
        </p:nvSpPr>
        <p:spPr>
          <a:xfrm>
            <a:off x="16464143" y="12528614"/>
            <a:ext cx="1361713" cy="334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9D658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D6586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96" name="Offline module 196">
            <a:extLst>
              <a:ext uri="{FF2B5EF4-FFF2-40B4-BE49-F238E27FC236}">
                <a16:creationId xmlns:a16="http://schemas.microsoft.com/office/drawing/2014/main" id="{F48D386D-3D18-4407-B306-FFA40ABECF30}"/>
              </a:ext>
            </a:extLst>
          </p:cNvPr>
          <p:cNvSpPr>
            <a:spLocks noGrp="1"/>
          </p:cNvSpPr>
          <p:nvPr/>
        </p:nvSpPr>
        <p:spPr>
          <a:xfrm>
            <a:off x="19431000" y="12192000"/>
            <a:ext cx="238125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ABA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Offline text 197: Reference">
            <a:extLst>
              <a:ext uri="{FF2B5EF4-FFF2-40B4-BE49-F238E27FC236}">
                <a16:creationId xmlns:a16="http://schemas.microsoft.com/office/drawing/2014/main" id="{65A91E66-E6F6-4188-9A89-117DC5F45133}"/>
              </a:ext>
            </a:extLst>
          </p:cNvPr>
          <p:cNvSpPr>
            <a:spLocks noGrp="1"/>
          </p:cNvSpPr>
          <p:nvPr/>
        </p:nvSpPr>
        <p:spPr>
          <a:xfrm>
            <a:off x="19989998" y="12356306"/>
            <a:ext cx="1263253" cy="3214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7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198" name="Offline text 198: results">
            <a:extLst>
              <a:ext uri="{FF2B5EF4-FFF2-40B4-BE49-F238E27FC236}">
                <a16:creationId xmlns:a16="http://schemas.microsoft.com/office/drawing/2014/main" id="{3568FE81-1149-400D-810D-6BE278E02124}"/>
              </a:ext>
            </a:extLst>
          </p:cNvPr>
          <p:cNvSpPr>
            <a:spLocks noGrp="1"/>
          </p:cNvSpPr>
          <p:nvPr/>
        </p:nvSpPr>
        <p:spPr>
          <a:xfrm>
            <a:off x="20174069" y="12651581"/>
            <a:ext cx="895112" cy="3214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7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199" name="Offline line 199">
            <a:extLst>
              <a:ext uri="{FF2B5EF4-FFF2-40B4-BE49-F238E27FC236}">
                <a16:creationId xmlns:a16="http://schemas.microsoft.com/office/drawing/2014/main" id="{2935E82F-79F9-4FFC-8AEE-3C37A36EAE3D}"/>
              </a:ext>
            </a:extLst>
          </p:cNvPr>
          <p:cNvSpPr>
            <a:spLocks noGrp="1"/>
          </p:cNvSpPr>
          <p:nvPr/>
        </p:nvSpPr>
        <p:spPr>
          <a:xfrm>
            <a:off x="18097500" y="12668250"/>
            <a:ext cx="1333500" cy="9525"/>
          </a:xfrm>
          <a:custGeom>
            <a:avLst/>
            <a:gdLst/>
            <a:ahLst/>
            <a:cxnLst/>
            <a:rect l="0" t="0" r="0" b="0"/>
            <a:pathLst>
              <a:path w="1333500" h="9525">
                <a:moveTo>
                  <a:pt x="1333500" y="0"/>
                </a:moveTo>
                <a:lnTo>
                  <a:pt x="0" y="0"/>
                </a:lnTo>
              </a:path>
            </a:pathLst>
          </a:custGeom>
          <a:noFill/>
          <a:ln w="26670">
            <a:solidFill>
              <a:srgbClr val="9D65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Offline polygon 200">
            <a:extLst>
              <a:ext uri="{FF2B5EF4-FFF2-40B4-BE49-F238E27FC236}">
                <a16:creationId xmlns:a16="http://schemas.microsoft.com/office/drawing/2014/main" id="{D1E1748C-BB23-465E-87ED-2F42A31A2231}"/>
              </a:ext>
            </a:extLst>
          </p:cNvPr>
          <p:cNvSpPr>
            <a:spLocks noGrp="1"/>
          </p:cNvSpPr>
          <p:nvPr/>
        </p:nvSpPr>
        <p:spPr>
          <a:xfrm>
            <a:off x="18097500" y="1262062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0" y="47625"/>
                </a:moveTo>
                <a:lnTo>
                  <a:pt x="104775" y="95250"/>
                </a:lnTo>
                <a:lnTo>
                  <a:pt x="104775" y="0"/>
                </a:lnTo>
                <a:close/>
              </a:path>
            </a:pathLst>
          </a:custGeom>
          <a:solidFill>
            <a:srgbClr val="9D658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Offline line 201">
            <a:extLst>
              <a:ext uri="{FF2B5EF4-FFF2-40B4-BE49-F238E27FC236}">
                <a16:creationId xmlns:a16="http://schemas.microsoft.com/office/drawing/2014/main" id="{E5DB9894-7807-4F46-8117-A3BCC92A9881}"/>
              </a:ext>
            </a:extLst>
          </p:cNvPr>
          <p:cNvSpPr>
            <a:spLocks noGrp="1"/>
          </p:cNvSpPr>
          <p:nvPr/>
        </p:nvSpPr>
        <p:spPr>
          <a:xfrm>
            <a:off x="13430250" y="12668250"/>
            <a:ext cx="2286000" cy="9525"/>
          </a:xfrm>
          <a:custGeom>
            <a:avLst/>
            <a:gdLst/>
            <a:ahLst/>
            <a:cxnLst/>
            <a:rect l="0" t="0" r="0" b="0"/>
            <a:pathLst>
              <a:path w="2286000" h="9525">
                <a:moveTo>
                  <a:pt x="2286000" y="0"/>
                </a:moveTo>
                <a:lnTo>
                  <a:pt x="0" y="0"/>
                </a:lnTo>
              </a:path>
            </a:pathLst>
          </a:custGeom>
          <a:noFill/>
          <a:ln w="26670">
            <a:solidFill>
              <a:srgbClr val="9D65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Offline polygon 202">
            <a:extLst>
              <a:ext uri="{FF2B5EF4-FFF2-40B4-BE49-F238E27FC236}">
                <a16:creationId xmlns:a16="http://schemas.microsoft.com/office/drawing/2014/main" id="{E927864E-4F27-4900-AC1A-E9FC395ECA6F}"/>
              </a:ext>
            </a:extLst>
          </p:cNvPr>
          <p:cNvSpPr>
            <a:spLocks noGrp="1"/>
          </p:cNvSpPr>
          <p:nvPr/>
        </p:nvSpPr>
        <p:spPr>
          <a:xfrm>
            <a:off x="13430250" y="1262062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0" y="47625"/>
                </a:moveTo>
                <a:lnTo>
                  <a:pt x="104775" y="95250"/>
                </a:lnTo>
                <a:lnTo>
                  <a:pt x="104775" y="0"/>
                </a:lnTo>
                <a:close/>
              </a:path>
            </a:pathLst>
          </a:custGeom>
          <a:solidFill>
            <a:srgbClr val="9D658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Offline text 203: Findings">
            <a:extLst>
              <a:ext uri="{FF2B5EF4-FFF2-40B4-BE49-F238E27FC236}">
                <a16:creationId xmlns:a16="http://schemas.microsoft.com/office/drawing/2014/main" id="{FB104C47-C0F0-4984-9414-D6C7EBE3F980}"/>
              </a:ext>
            </a:extLst>
          </p:cNvPr>
          <p:cNvSpPr>
            <a:spLocks noGrp="1"/>
          </p:cNvSpPr>
          <p:nvPr/>
        </p:nvSpPr>
        <p:spPr>
          <a:xfrm>
            <a:off x="14156150" y="12323445"/>
            <a:ext cx="8342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9D65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D6586"/>
                </a:solidFill>
                <a:latin typeface="Arial"/>
                <a:ea typeface="Arial"/>
                <a:cs typeface="Arial"/>
              </a:rPr>
              <a:t>Findings</a:t>
            </a:r>
          </a:p>
        </p:txBody>
      </p:sp>
      <p:sp>
        <p:nvSpPr>
          <p:cNvPr id="204" name="Offline line 204">
            <a:extLst>
              <a:ext uri="{FF2B5EF4-FFF2-40B4-BE49-F238E27FC236}">
                <a16:creationId xmlns:a16="http://schemas.microsoft.com/office/drawing/2014/main" id="{77B24CE3-F9C2-43D6-8F58-85AC9464992B}"/>
              </a:ext>
            </a:extLst>
          </p:cNvPr>
          <p:cNvSpPr>
            <a:spLocks noGrp="1"/>
          </p:cNvSpPr>
          <p:nvPr/>
        </p:nvSpPr>
        <p:spPr>
          <a:xfrm>
            <a:off x="9239250" y="12668250"/>
            <a:ext cx="1809750" cy="9525"/>
          </a:xfrm>
          <a:custGeom>
            <a:avLst/>
            <a:gdLst/>
            <a:ahLst/>
            <a:cxnLst/>
            <a:rect l="0" t="0" r="0" b="0"/>
            <a:pathLst>
              <a:path w="1809750" h="9525">
                <a:moveTo>
                  <a:pt x="1809750" y="0"/>
                </a:moveTo>
                <a:lnTo>
                  <a:pt x="0" y="0"/>
                </a:lnTo>
              </a:path>
            </a:pathLst>
          </a:custGeom>
          <a:noFill/>
          <a:ln w="26670">
            <a:solidFill>
              <a:srgbClr val="9D65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Offline polygon 205">
            <a:extLst>
              <a:ext uri="{FF2B5EF4-FFF2-40B4-BE49-F238E27FC236}">
                <a16:creationId xmlns:a16="http://schemas.microsoft.com/office/drawing/2014/main" id="{DFB4B633-CDDF-4B3F-B18C-C729FC1A443D}"/>
              </a:ext>
            </a:extLst>
          </p:cNvPr>
          <p:cNvSpPr>
            <a:spLocks noGrp="1"/>
          </p:cNvSpPr>
          <p:nvPr/>
        </p:nvSpPr>
        <p:spPr>
          <a:xfrm>
            <a:off x="9239250" y="1262062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0" y="47625"/>
                </a:moveTo>
                <a:lnTo>
                  <a:pt x="104775" y="95250"/>
                </a:lnTo>
                <a:lnTo>
                  <a:pt x="104775" y="0"/>
                </a:lnTo>
                <a:close/>
              </a:path>
            </a:pathLst>
          </a:custGeom>
          <a:solidFill>
            <a:srgbClr val="9D658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Offline text 206: Revisions">
            <a:extLst>
              <a:ext uri="{FF2B5EF4-FFF2-40B4-BE49-F238E27FC236}">
                <a16:creationId xmlns:a16="http://schemas.microsoft.com/office/drawing/2014/main" id="{E39CBFAB-1433-4BC7-AD6B-6287F57F6423}"/>
              </a:ext>
            </a:extLst>
          </p:cNvPr>
          <p:cNvSpPr>
            <a:spLocks noGrp="1"/>
          </p:cNvSpPr>
          <p:nvPr/>
        </p:nvSpPr>
        <p:spPr>
          <a:xfrm>
            <a:off x="9677019" y="12323445"/>
            <a:ext cx="934212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9D65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D6586"/>
                </a:solidFill>
                <a:latin typeface="Arial"/>
                <a:ea typeface="Arial"/>
                <a:cs typeface="Arial"/>
              </a:rPr>
              <a:t>Revisions</a:t>
            </a:r>
          </a:p>
        </p:txBody>
      </p:sp>
      <p:sp>
        <p:nvSpPr>
          <p:cNvPr id="207" name="Offline line 207">
            <a:extLst>
              <a:ext uri="{FF2B5EF4-FFF2-40B4-BE49-F238E27FC236}">
                <a16:creationId xmlns:a16="http://schemas.microsoft.com/office/drawing/2014/main" id="{760DC4E7-C9EA-47B1-9F2E-2475A167FB37}"/>
              </a:ext>
            </a:extLst>
          </p:cNvPr>
          <p:cNvSpPr>
            <a:spLocks noGrp="1"/>
          </p:cNvSpPr>
          <p:nvPr/>
        </p:nvSpPr>
        <p:spPr>
          <a:xfrm>
            <a:off x="5143500" y="9286875"/>
            <a:ext cx="9525" cy="2905125"/>
          </a:xfrm>
          <a:custGeom>
            <a:avLst/>
            <a:gdLst/>
            <a:ahLst/>
            <a:cxnLst/>
            <a:rect l="0" t="0" r="0" b="0"/>
            <a:pathLst>
              <a:path w="9525" h="2905125">
                <a:moveTo>
                  <a:pt x="0" y="2905125"/>
                </a:moveTo>
                <a:lnTo>
                  <a:pt x="0" y="0"/>
                </a:lnTo>
              </a:path>
            </a:pathLst>
          </a:custGeom>
          <a:noFill/>
          <a:ln w="26670">
            <a:solidFill>
              <a:srgbClr val="9D658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8" name="Offline polygon 208">
            <a:extLst>
              <a:ext uri="{FF2B5EF4-FFF2-40B4-BE49-F238E27FC236}">
                <a16:creationId xmlns:a16="http://schemas.microsoft.com/office/drawing/2014/main" id="{5A1A6FA8-9378-4FDD-8A87-502F36F22F84}"/>
              </a:ext>
            </a:extLst>
          </p:cNvPr>
          <p:cNvSpPr>
            <a:spLocks noGrp="1"/>
          </p:cNvSpPr>
          <p:nvPr/>
        </p:nvSpPr>
        <p:spPr>
          <a:xfrm>
            <a:off x="5095875" y="9286875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0"/>
                </a:moveTo>
                <a:lnTo>
                  <a:pt x="0" y="104775"/>
                </a:lnTo>
                <a:lnTo>
                  <a:pt x="95250" y="104775"/>
                </a:lnTo>
                <a:close/>
              </a:path>
            </a:pathLst>
          </a:custGeom>
          <a:solidFill>
            <a:srgbClr val="9D658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Offline text 209: Apply before">
            <a:extLst>
              <a:ext uri="{FF2B5EF4-FFF2-40B4-BE49-F238E27FC236}">
                <a16:creationId xmlns:a16="http://schemas.microsoft.com/office/drawing/2014/main" id="{691AEA85-7884-42DF-8DC3-E7B7C1987C6B}"/>
              </a:ext>
            </a:extLst>
          </p:cNvPr>
          <p:cNvSpPr>
            <a:spLocks noGrp="1"/>
          </p:cNvSpPr>
          <p:nvPr/>
        </p:nvSpPr>
        <p:spPr>
          <a:xfrm>
            <a:off x="5343525" y="10676477"/>
            <a:ext cx="1231240" cy="2700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9D65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D6586"/>
                </a:solidFill>
                <a:latin typeface="Arial"/>
                <a:ea typeface="Arial"/>
                <a:cs typeface="Arial"/>
              </a:rPr>
              <a:t>Apply before</a:t>
            </a:r>
          </a:p>
        </p:txBody>
      </p:sp>
      <p:sp>
        <p:nvSpPr>
          <p:cNvPr id="210" name="Offline text 210: next run">
            <a:extLst>
              <a:ext uri="{FF2B5EF4-FFF2-40B4-BE49-F238E27FC236}">
                <a16:creationId xmlns:a16="http://schemas.microsoft.com/office/drawing/2014/main" id="{CF97D582-AA62-437E-8AF9-571CC37677B2}"/>
              </a:ext>
            </a:extLst>
          </p:cNvPr>
          <p:cNvSpPr>
            <a:spLocks noGrp="1"/>
          </p:cNvSpPr>
          <p:nvPr/>
        </p:nvSpPr>
        <p:spPr>
          <a:xfrm>
            <a:off x="5343525" y="10943177"/>
            <a:ext cx="833990" cy="2700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9D65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D6586"/>
                </a:solidFill>
                <a:latin typeface="Arial"/>
                <a:ea typeface="Arial"/>
                <a:cs typeface="Arial"/>
              </a:rPr>
              <a:t>next run</a:t>
            </a:r>
          </a:p>
        </p:txBody>
      </p:sp>
      <p:sp>
        <p:nvSpPr>
          <p:cNvPr id="211" name="Offline line 211">
            <a:extLst>
              <a:ext uri="{FF2B5EF4-FFF2-40B4-BE49-F238E27FC236}">
                <a16:creationId xmlns:a16="http://schemas.microsoft.com/office/drawing/2014/main" id="{D5657316-E0ED-447B-8F6A-F730DEDD4AB6}"/>
              </a:ext>
            </a:extLst>
          </p:cNvPr>
          <p:cNvSpPr>
            <a:spLocks noGrp="1"/>
          </p:cNvSpPr>
          <p:nvPr/>
        </p:nvSpPr>
        <p:spPr>
          <a:xfrm>
            <a:off x="16906875" y="7096125"/>
            <a:ext cx="3714750" cy="4276725"/>
          </a:xfrm>
          <a:custGeom>
            <a:avLst/>
            <a:gdLst/>
            <a:ahLst/>
            <a:cxnLst/>
            <a:rect l="0" t="0" r="0" b="0"/>
            <a:pathLst>
              <a:path w="3714750" h="4276725">
                <a:moveTo>
                  <a:pt x="3714750" y="0"/>
                </a:moveTo>
                <a:lnTo>
                  <a:pt x="3714750" y="4276725"/>
                </a:lnTo>
                <a:lnTo>
                  <a:pt x="0" y="4276725"/>
                </a:lnTo>
              </a:path>
            </a:pathLst>
          </a:custGeom>
          <a:noFill/>
          <a:ln w="2476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Offline line 212">
            <a:extLst>
              <a:ext uri="{FF2B5EF4-FFF2-40B4-BE49-F238E27FC236}">
                <a16:creationId xmlns:a16="http://schemas.microsoft.com/office/drawing/2014/main" id="{F542C3FF-E91F-4502-85EA-34AA3886CA42}"/>
              </a:ext>
            </a:extLst>
          </p:cNvPr>
          <p:cNvSpPr>
            <a:spLocks noGrp="1"/>
          </p:cNvSpPr>
          <p:nvPr/>
        </p:nvSpPr>
        <p:spPr>
          <a:xfrm>
            <a:off x="18192750" y="8763000"/>
            <a:ext cx="2428875" cy="9525"/>
          </a:xfrm>
          <a:custGeom>
            <a:avLst/>
            <a:gdLst/>
            <a:ahLst/>
            <a:cxnLst/>
            <a:rect l="0" t="0" r="0" b="0"/>
            <a:pathLst>
              <a:path w="2428875" h="9525">
                <a:moveTo>
                  <a:pt x="0" y="0"/>
                </a:moveTo>
                <a:lnTo>
                  <a:pt x="2428875" y="0"/>
                </a:lnTo>
              </a:path>
            </a:pathLst>
          </a:custGeom>
          <a:noFill/>
          <a:ln w="2476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Offline text 213: Trace">
            <a:extLst>
              <a:ext uri="{FF2B5EF4-FFF2-40B4-BE49-F238E27FC236}">
                <a16:creationId xmlns:a16="http://schemas.microsoft.com/office/drawing/2014/main" id="{FCACE06A-B271-4110-A54D-0A23F4D48DAC}"/>
              </a:ext>
            </a:extLst>
          </p:cNvPr>
          <p:cNvSpPr>
            <a:spLocks noGrp="1"/>
          </p:cNvSpPr>
          <p:nvPr/>
        </p:nvSpPr>
        <p:spPr>
          <a:xfrm>
            <a:off x="18573750" y="8456295"/>
            <a:ext cx="576453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214" name="Offline text 214: Report">
            <a:extLst>
              <a:ext uri="{FF2B5EF4-FFF2-40B4-BE49-F238E27FC236}">
                <a16:creationId xmlns:a16="http://schemas.microsoft.com/office/drawing/2014/main" id="{114ACE62-8C96-42D1-891B-FFC06DD4A046}"/>
              </a:ext>
            </a:extLst>
          </p:cNvPr>
          <p:cNvSpPr>
            <a:spLocks noGrp="1"/>
          </p:cNvSpPr>
          <p:nvPr/>
        </p:nvSpPr>
        <p:spPr>
          <a:xfrm>
            <a:off x="20802600" y="7827645"/>
            <a:ext cx="69361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15" name="Offline line 215">
            <a:extLst>
              <a:ext uri="{FF2B5EF4-FFF2-40B4-BE49-F238E27FC236}">
                <a16:creationId xmlns:a16="http://schemas.microsoft.com/office/drawing/2014/main" id="{E7571CE5-022D-451F-A968-0B68B0141A5B}"/>
              </a:ext>
            </a:extLst>
          </p:cNvPr>
          <p:cNvSpPr>
            <a:spLocks noGrp="1"/>
          </p:cNvSpPr>
          <p:nvPr/>
        </p:nvSpPr>
        <p:spPr>
          <a:xfrm>
            <a:off x="16906875" y="11372850"/>
            <a:ext cx="9525" cy="819150"/>
          </a:xfrm>
          <a:custGeom>
            <a:avLst/>
            <a:gdLst/>
            <a:ahLst/>
            <a:cxnLst/>
            <a:rect l="0" t="0" r="0" b="0"/>
            <a:pathLst>
              <a:path w="9525" h="819150">
                <a:moveTo>
                  <a:pt x="0" y="0"/>
                </a:moveTo>
                <a:lnTo>
                  <a:pt x="0" y="819150"/>
                </a:lnTo>
              </a:path>
            </a:pathLst>
          </a:custGeom>
          <a:noFill/>
          <a:ln w="2476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Offline polygon 216">
            <a:extLst>
              <a:ext uri="{FF2B5EF4-FFF2-40B4-BE49-F238E27FC236}">
                <a16:creationId xmlns:a16="http://schemas.microsoft.com/office/drawing/2014/main" id="{7A803BBF-8B34-46A3-BE21-4B9FC4394A90}"/>
              </a:ext>
            </a:extLst>
          </p:cNvPr>
          <p:cNvSpPr>
            <a:spLocks noGrp="1"/>
          </p:cNvSpPr>
          <p:nvPr/>
        </p:nvSpPr>
        <p:spPr>
          <a:xfrm>
            <a:off x="16859250" y="12087225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Offline text 217: Trace + report">
            <a:extLst>
              <a:ext uri="{FF2B5EF4-FFF2-40B4-BE49-F238E27FC236}">
                <a16:creationId xmlns:a16="http://schemas.microsoft.com/office/drawing/2014/main" id="{EB98FB2F-754F-46FB-BF7D-6BEB22807A23}"/>
              </a:ext>
            </a:extLst>
          </p:cNvPr>
          <p:cNvSpPr>
            <a:spLocks noGrp="1"/>
          </p:cNvSpPr>
          <p:nvPr/>
        </p:nvSpPr>
        <p:spPr>
          <a:xfrm>
            <a:off x="17097375" y="11780520"/>
            <a:ext cx="129882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Trace + report</a:t>
            </a:r>
          </a:p>
        </p:txBody>
      </p:sp>
      <p:sp>
        <p:nvSpPr>
          <p:cNvPr id="218" name="Offline line 218">
            <a:extLst>
              <a:ext uri="{FF2B5EF4-FFF2-40B4-BE49-F238E27FC236}">
                <a16:creationId xmlns:a16="http://schemas.microsoft.com/office/drawing/2014/main" id="{AF01BA85-86BA-45F4-9388-62E32AD59638}"/>
              </a:ext>
            </a:extLst>
          </p:cNvPr>
          <p:cNvSpPr>
            <a:spLocks noGrp="1"/>
          </p:cNvSpPr>
          <p:nvPr/>
        </p:nvSpPr>
        <p:spPr>
          <a:xfrm>
            <a:off x="523875" y="13954125"/>
            <a:ext cx="21669375" cy="9525"/>
          </a:xfrm>
          <a:custGeom>
            <a:avLst/>
            <a:gdLst/>
            <a:ahLst/>
            <a:cxnLst/>
            <a:rect l="0" t="0" r="0" b="0"/>
            <a:pathLst>
              <a:path w="21669375" h="9525">
                <a:moveTo>
                  <a:pt x="0" y="0"/>
                </a:moveTo>
                <a:lnTo>
                  <a:pt x="21669375" y="0"/>
                </a:lnTo>
              </a:path>
            </a:pathLst>
          </a:custGeom>
          <a:noFill/>
          <a:ln w="11430">
            <a:solidFill>
              <a:srgbClr val="C7D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Offline module 219">
            <a:extLst>
              <a:ext uri="{FF2B5EF4-FFF2-40B4-BE49-F238E27FC236}">
                <a16:creationId xmlns:a16="http://schemas.microsoft.com/office/drawing/2014/main" id="{ACAD235A-2B46-4F0D-BAD8-5CE538B67B17}"/>
              </a:ext>
            </a:extLst>
          </p:cNvPr>
          <p:cNvSpPr>
            <a:spLocks noGrp="1"/>
          </p:cNvSpPr>
          <p:nvPr/>
        </p:nvSpPr>
        <p:spPr>
          <a:xfrm>
            <a:off x="523875" y="14192250"/>
            <a:ext cx="190500" cy="142875"/>
          </a:xfrm>
          <a:prstGeom prst="roundRect">
            <a:avLst>
              <a:gd name="adj" fmla="val 13333"/>
            </a:avLst>
          </a:prstGeom>
          <a:solidFill>
            <a:srgbClr val="E8F1FB"/>
          </a:solidFill>
          <a:ln w="15240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Offline text 220: Program">
            <a:extLst>
              <a:ext uri="{FF2B5EF4-FFF2-40B4-BE49-F238E27FC236}">
                <a16:creationId xmlns:a16="http://schemas.microsoft.com/office/drawing/2014/main" id="{AEB2E404-EB50-45CA-A748-B0C1AA83B453}"/>
              </a:ext>
            </a:extLst>
          </p:cNvPr>
          <p:cNvSpPr>
            <a:spLocks noGrp="1"/>
          </p:cNvSpPr>
          <p:nvPr/>
        </p:nvSpPr>
        <p:spPr>
          <a:xfrm>
            <a:off x="819150" y="14169580"/>
            <a:ext cx="768210" cy="2314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Program</a:t>
            </a:r>
          </a:p>
        </p:txBody>
      </p:sp>
      <p:sp>
        <p:nvSpPr>
          <p:cNvPr id="221" name="Offline module 221">
            <a:extLst>
              <a:ext uri="{FF2B5EF4-FFF2-40B4-BE49-F238E27FC236}">
                <a16:creationId xmlns:a16="http://schemas.microsoft.com/office/drawing/2014/main" id="{1FE8E901-2526-4EB9-928C-66217A8992E1}"/>
              </a:ext>
            </a:extLst>
          </p:cNvPr>
          <p:cNvSpPr>
            <a:spLocks noGrp="1"/>
          </p:cNvSpPr>
          <p:nvPr/>
        </p:nvSpPr>
        <p:spPr>
          <a:xfrm>
            <a:off x="2000250" y="14192250"/>
            <a:ext cx="190500" cy="142875"/>
          </a:xfrm>
          <a:prstGeom prst="roundRect">
            <a:avLst>
              <a:gd name="adj" fmla="val 13333"/>
            </a:avLst>
          </a:prstGeom>
          <a:solidFill>
            <a:srgbClr val="FFF0D4"/>
          </a:solidFill>
          <a:ln w="15240">
            <a:solidFill>
              <a:srgbClr val="C18B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Offline text 222: Decision LLM">
            <a:extLst>
              <a:ext uri="{FF2B5EF4-FFF2-40B4-BE49-F238E27FC236}">
                <a16:creationId xmlns:a16="http://schemas.microsoft.com/office/drawing/2014/main" id="{D6F860CE-C9B2-45CE-9303-059339CE0FB3}"/>
              </a:ext>
            </a:extLst>
          </p:cNvPr>
          <p:cNvSpPr>
            <a:spLocks noGrp="1"/>
          </p:cNvSpPr>
          <p:nvPr/>
        </p:nvSpPr>
        <p:spPr>
          <a:xfrm>
            <a:off x="2295525" y="14169580"/>
            <a:ext cx="1152773" cy="2314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Decision LLM</a:t>
            </a:r>
          </a:p>
        </p:txBody>
      </p:sp>
      <p:sp>
        <p:nvSpPr>
          <p:cNvPr id="223" name="Offline module 223">
            <a:extLst>
              <a:ext uri="{FF2B5EF4-FFF2-40B4-BE49-F238E27FC236}">
                <a16:creationId xmlns:a16="http://schemas.microsoft.com/office/drawing/2014/main" id="{EAA35894-4AF6-41EE-8E80-22C86613C337}"/>
              </a:ext>
            </a:extLst>
          </p:cNvPr>
          <p:cNvSpPr>
            <a:spLocks noGrp="1"/>
          </p:cNvSpPr>
          <p:nvPr/>
        </p:nvSpPr>
        <p:spPr>
          <a:xfrm>
            <a:off x="3905250" y="14192250"/>
            <a:ext cx="190500" cy="142875"/>
          </a:xfrm>
          <a:prstGeom prst="roundRect">
            <a:avLst>
              <a:gd name="adj" fmla="val 13333"/>
            </a:avLst>
          </a:prstGeom>
          <a:solidFill>
            <a:srgbClr val="F0E8F9"/>
          </a:solidFill>
          <a:ln w="15240">
            <a:solidFill>
              <a:srgbClr val="92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Offline text 224: Verifier LLM">
            <a:extLst>
              <a:ext uri="{FF2B5EF4-FFF2-40B4-BE49-F238E27FC236}">
                <a16:creationId xmlns:a16="http://schemas.microsoft.com/office/drawing/2014/main" id="{19111031-8B65-43AF-9514-6D297135F206}"/>
              </a:ext>
            </a:extLst>
          </p:cNvPr>
          <p:cNvSpPr>
            <a:spLocks noGrp="1"/>
          </p:cNvSpPr>
          <p:nvPr/>
        </p:nvSpPr>
        <p:spPr>
          <a:xfrm>
            <a:off x="4200525" y="14169580"/>
            <a:ext cx="1027271" cy="2314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Verifier LLM</a:t>
            </a:r>
          </a:p>
        </p:txBody>
      </p:sp>
      <p:sp>
        <p:nvSpPr>
          <p:cNvPr id="225" name="Offline text 225: [1] LLM-Modulo, ICML 2024.   [2] CRITIC, ICLR 2024.   Adapted verification mechanisms.">
            <a:extLst>
              <a:ext uri="{FF2B5EF4-FFF2-40B4-BE49-F238E27FC236}">
                <a16:creationId xmlns:a16="http://schemas.microsoft.com/office/drawing/2014/main" id="{A37641AD-9E8B-42D2-9716-8500F32285C2}"/>
              </a:ext>
            </a:extLst>
          </p:cNvPr>
          <p:cNvSpPr>
            <a:spLocks noGrp="1"/>
          </p:cNvSpPr>
          <p:nvPr/>
        </p:nvSpPr>
        <p:spPr>
          <a:xfrm>
            <a:off x="15321763" y="14169580"/>
            <a:ext cx="6871487" cy="2314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35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[1] LLM-Modulo, ICML 2024.   [2] CRITIC, ICLR 2024.   Adapted verification mechanisms.</a:t>
            </a:r>
          </a:p>
        </p:txBody>
      </p:sp>
      <p:cxnSp>
        <p:nvCxnSpPr>
          <p:cNvPr id="229" name="Elbow Connector 228">
            <a:extLst>
              <a:ext uri="{FF2B5EF4-FFF2-40B4-BE49-F238E27FC236}">
                <a16:creationId xmlns:a16="http://schemas.microsoft.com/office/drawing/2014/main" id="{15E5D199-6B53-E258-4CDA-C74913CFBEBE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846840" y="2810280"/>
            <a:ext cx="12700" cy="3524250"/>
          </a:xfrm>
          <a:prstGeom prst="bentConnector3">
            <a:avLst>
              <a:gd name="adj1" fmla="val 1800000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49FF21D8-879C-00AF-248F-1D782DC13FF2}"/>
              </a:ext>
            </a:extLst>
          </p:cNvPr>
          <p:cNvSpPr txBox="1"/>
          <p:nvPr/>
        </p:nvSpPr>
        <p:spPr>
          <a:xfrm>
            <a:off x="9867112" y="4016082"/>
            <a:ext cx="184285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9697A"/>
                </a:solidFill>
                <a:latin typeface="Arial"/>
                <a:cs typeface="Arial"/>
              </a:rPr>
              <a:t>Error information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23A2FB1D-F892-734D-2AA7-857C7E13CAAD}"/>
              </a:ext>
            </a:extLst>
          </p:cNvPr>
          <p:cNvSpPr txBox="1"/>
          <p:nvPr/>
        </p:nvSpPr>
        <p:spPr>
          <a:xfrm>
            <a:off x="11120107" y="5707679"/>
            <a:ext cx="26457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9697A"/>
                </a:solidFill>
                <a:latin typeface="Arial"/>
                <a:cs typeface="Arial"/>
              </a:rPr>
              <a:t>Check the Purpose &amp; gap</a:t>
            </a:r>
          </a:p>
        </p:txBody>
      </p: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FA60AED5-E7A9-8BC2-61E6-B2F5FF0FF6F5}"/>
              </a:ext>
            </a:extLst>
          </p:cNvPr>
          <p:cNvCxnSpPr>
            <a:stCxn id="72" idx="2"/>
          </p:cNvCxnSpPr>
          <p:nvPr/>
        </p:nvCxnSpPr>
        <p:spPr>
          <a:xfrm>
            <a:off x="12487275" y="6147054"/>
            <a:ext cx="11632" cy="761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7930BDDC-052B-20C1-F862-2DBEF8309CC3}"/>
              </a:ext>
            </a:extLst>
          </p:cNvPr>
          <p:cNvSpPr txBox="1"/>
          <p:nvPr/>
        </p:nvSpPr>
        <p:spPr>
          <a:xfrm>
            <a:off x="11261165" y="7923842"/>
            <a:ext cx="2645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9697A"/>
                </a:solidFill>
                <a:latin typeface="Arial"/>
                <a:cs typeface="Arial"/>
              </a:rPr>
              <a:t>Check if the action </a:t>
            </a:r>
          </a:p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9697A"/>
                </a:solidFill>
                <a:latin typeface="Arial"/>
                <a:cs typeface="Arial"/>
              </a:rPr>
              <a:t>match the purpose</a:t>
            </a:r>
          </a:p>
        </p:txBody>
      </p:sp>
    </p:spTree>
    <p:extLst>
      <p:ext uri="{BB962C8B-B14F-4D97-AF65-F5344CB8AC3E}">
        <p14:creationId xmlns:p14="http://schemas.microsoft.com/office/powerpoint/2010/main" val="1448633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line text 2: Online mode">
            <a:extLst>
              <a:ext uri="{FF2B5EF4-FFF2-40B4-BE49-F238E27FC236}">
                <a16:creationId xmlns:a16="http://schemas.microsoft.com/office/drawing/2014/main" id="{3ADEEC2E-8966-4F83-B9C0-D80BCC667B3C}"/>
              </a:ext>
            </a:extLst>
          </p:cNvPr>
          <p:cNvSpPr>
            <a:spLocks noGrp="1"/>
          </p:cNvSpPr>
          <p:nvPr/>
        </p:nvSpPr>
        <p:spPr>
          <a:xfrm>
            <a:off x="523875" y="239554"/>
            <a:ext cx="2133552" cy="45005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6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Online mode</a:t>
            </a:r>
          </a:p>
        </p:txBody>
      </p:sp>
      <p:sp>
        <p:nvSpPr>
          <p:cNvPr id="3" name="Online module 3">
            <a:extLst>
              <a:ext uri="{FF2B5EF4-FFF2-40B4-BE49-F238E27FC236}">
                <a16:creationId xmlns:a16="http://schemas.microsoft.com/office/drawing/2014/main" id="{85E0B8A6-CAB2-45D6-870F-6B9E0B3BA791}"/>
              </a:ext>
            </a:extLst>
          </p:cNvPr>
          <p:cNvSpPr>
            <a:spLocks noGrp="1"/>
          </p:cNvSpPr>
          <p:nvPr/>
        </p:nvSpPr>
        <p:spPr>
          <a:xfrm>
            <a:off x="3941445" y="1433512"/>
            <a:ext cx="14382750" cy="8620125"/>
          </a:xfrm>
          <a:prstGeom prst="roundRect">
            <a:avLst>
              <a:gd name="adj" fmla="val 1105"/>
            </a:avLst>
          </a:prstGeom>
          <a:solidFill>
            <a:srgbClr val="F9FBFD"/>
          </a:solidFill>
          <a:ln w="20955">
            <a:solidFill>
              <a:srgbClr val="C7D3D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Online text 4: AI orchestration">
            <a:extLst>
              <a:ext uri="{FF2B5EF4-FFF2-40B4-BE49-F238E27FC236}">
                <a16:creationId xmlns:a16="http://schemas.microsoft.com/office/drawing/2014/main" id="{ACDE4A72-78D6-4FA0-B84D-035D56103E35}"/>
              </a:ext>
            </a:extLst>
          </p:cNvPr>
          <p:cNvSpPr>
            <a:spLocks noGrp="1"/>
          </p:cNvSpPr>
          <p:nvPr/>
        </p:nvSpPr>
        <p:spPr>
          <a:xfrm>
            <a:off x="4238625" y="1819847"/>
            <a:ext cx="2587866" cy="4371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5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AI orchestration</a:t>
            </a:r>
          </a:p>
        </p:txBody>
      </p:sp>
      <p:sp>
        <p:nvSpPr>
          <p:cNvPr id="5" name="Online text 5: QUERY">
            <a:extLst>
              <a:ext uri="{FF2B5EF4-FFF2-40B4-BE49-F238E27FC236}">
                <a16:creationId xmlns:a16="http://schemas.microsoft.com/office/drawing/2014/main" id="{A2DFFC04-8AA8-4B92-937C-12CD1176DF70}"/>
              </a:ext>
            </a:extLst>
          </p:cNvPr>
          <p:cNvSpPr>
            <a:spLocks noGrp="1"/>
          </p:cNvSpPr>
          <p:nvPr/>
        </p:nvSpPr>
        <p:spPr>
          <a:xfrm>
            <a:off x="1357655" y="1577531"/>
            <a:ext cx="713689" cy="2314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1">
                <a:solidFill>
                  <a:srgbClr val="2E5F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5F8B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6" name="Online module 6">
            <a:extLst>
              <a:ext uri="{FF2B5EF4-FFF2-40B4-BE49-F238E27FC236}">
                <a16:creationId xmlns:a16="http://schemas.microsoft.com/office/drawing/2014/main" id="{E8AF1864-199F-4EA7-A7BD-ECF58090A3E2}"/>
              </a:ext>
            </a:extLst>
          </p:cNvPr>
          <p:cNvSpPr>
            <a:spLocks noGrp="1"/>
          </p:cNvSpPr>
          <p:nvPr/>
        </p:nvSpPr>
        <p:spPr>
          <a:xfrm>
            <a:off x="523875" y="1905000"/>
            <a:ext cx="2381250" cy="9525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20955">
            <a:solidFill>
              <a:srgbClr val="C7D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nline text 7: Cell ID + time">
            <a:extLst>
              <a:ext uri="{FF2B5EF4-FFF2-40B4-BE49-F238E27FC236}">
                <a16:creationId xmlns:a16="http://schemas.microsoft.com/office/drawing/2014/main" id="{84E37815-D8D1-4430-9BAF-EC1BB329E8EC}"/>
              </a:ext>
            </a:extLst>
          </p:cNvPr>
          <p:cNvSpPr>
            <a:spLocks noGrp="1"/>
          </p:cNvSpPr>
          <p:nvPr/>
        </p:nvSpPr>
        <p:spPr>
          <a:xfrm>
            <a:off x="816178" y="2233803"/>
            <a:ext cx="1796644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Cell ID + time</a:t>
            </a:r>
          </a:p>
        </p:txBody>
      </p:sp>
      <p:sp>
        <p:nvSpPr>
          <p:cNvPr id="8" name="Online line 8">
            <a:extLst>
              <a:ext uri="{FF2B5EF4-FFF2-40B4-BE49-F238E27FC236}">
                <a16:creationId xmlns:a16="http://schemas.microsoft.com/office/drawing/2014/main" id="{09DC7B7A-4EA0-4C41-9AF9-E0CBD56E0F32}"/>
              </a:ext>
            </a:extLst>
          </p:cNvPr>
          <p:cNvSpPr>
            <a:spLocks noGrp="1"/>
          </p:cNvSpPr>
          <p:nvPr/>
        </p:nvSpPr>
        <p:spPr>
          <a:xfrm>
            <a:off x="1714500" y="2857500"/>
            <a:ext cx="9525" cy="571500"/>
          </a:xfrm>
          <a:custGeom>
            <a:avLst/>
            <a:gdLst/>
            <a:ahLst/>
            <a:cxnLst/>
            <a:rect l="0" t="0" r="0" b="0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26670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nline polygon 9">
            <a:extLst>
              <a:ext uri="{FF2B5EF4-FFF2-40B4-BE49-F238E27FC236}">
                <a16:creationId xmlns:a16="http://schemas.microsoft.com/office/drawing/2014/main" id="{0324943D-6610-431E-9C63-741FCC293414}"/>
              </a:ext>
            </a:extLst>
          </p:cNvPr>
          <p:cNvSpPr>
            <a:spLocks noGrp="1"/>
          </p:cNvSpPr>
          <p:nvPr/>
        </p:nvSpPr>
        <p:spPr>
          <a:xfrm>
            <a:off x="1666875" y="3324225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nline module 10">
            <a:extLst>
              <a:ext uri="{FF2B5EF4-FFF2-40B4-BE49-F238E27FC236}">
                <a16:creationId xmlns:a16="http://schemas.microsoft.com/office/drawing/2014/main" id="{5ADAB3FF-80B3-4C4A-987D-A0459D801E54}"/>
              </a:ext>
            </a:extLst>
          </p:cNvPr>
          <p:cNvSpPr>
            <a:spLocks noGrp="1"/>
          </p:cNvSpPr>
          <p:nvPr/>
        </p:nvSpPr>
        <p:spPr>
          <a:xfrm>
            <a:off x="523875" y="3429000"/>
            <a:ext cx="2381250" cy="11430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20955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nline line 11">
            <a:extLst>
              <a:ext uri="{FF2B5EF4-FFF2-40B4-BE49-F238E27FC236}">
                <a16:creationId xmlns:a16="http://schemas.microsoft.com/office/drawing/2014/main" id="{02E37E05-347B-48EC-AF07-2B75B0FC7100}"/>
              </a:ext>
            </a:extLst>
          </p:cNvPr>
          <p:cNvSpPr>
            <a:spLocks noGrp="1"/>
          </p:cNvSpPr>
          <p:nvPr/>
        </p:nvSpPr>
        <p:spPr>
          <a:xfrm>
            <a:off x="1621631" y="3633788"/>
            <a:ext cx="185738" cy="242888"/>
          </a:xfrm>
          <a:custGeom>
            <a:avLst/>
            <a:gdLst/>
            <a:ahLst/>
            <a:cxnLst/>
            <a:rect l="0" t="0" r="0" b="0"/>
            <a:pathLst>
              <a:path w="185738" h="242888">
                <a:moveTo>
                  <a:pt x="92869" y="0"/>
                </a:moveTo>
                <a:lnTo>
                  <a:pt x="0" y="242888"/>
                </a:lnTo>
                <a:lnTo>
                  <a:pt x="185738" y="242888"/>
                </a:lnTo>
                <a:lnTo>
                  <a:pt x="92869" y="0"/>
                </a:lnTo>
              </a:path>
            </a:pathLst>
          </a:custGeom>
          <a:noFill/>
          <a:ln w="17859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nline line 12">
            <a:extLst>
              <a:ext uri="{FF2B5EF4-FFF2-40B4-BE49-F238E27FC236}">
                <a16:creationId xmlns:a16="http://schemas.microsoft.com/office/drawing/2014/main" id="{07526604-D0A7-4AA3-B253-39B9364F17B6}"/>
              </a:ext>
            </a:extLst>
          </p:cNvPr>
          <p:cNvSpPr>
            <a:spLocks noGrp="1"/>
          </p:cNvSpPr>
          <p:nvPr/>
        </p:nvSpPr>
        <p:spPr>
          <a:xfrm>
            <a:off x="1657350" y="3790950"/>
            <a:ext cx="114300" cy="9525"/>
          </a:xfrm>
          <a:custGeom>
            <a:avLst/>
            <a:gdLst/>
            <a:ahLst/>
            <a:cxnLst/>
            <a:rect l="0" t="0" r="0" b="0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7859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nline line 13">
            <a:extLst>
              <a:ext uri="{FF2B5EF4-FFF2-40B4-BE49-F238E27FC236}">
                <a16:creationId xmlns:a16="http://schemas.microsoft.com/office/drawing/2014/main" id="{55B5E1F9-3A39-4A75-AD97-813D20724D4B}"/>
              </a:ext>
            </a:extLst>
          </p:cNvPr>
          <p:cNvSpPr>
            <a:spLocks noGrp="1"/>
          </p:cNvSpPr>
          <p:nvPr/>
        </p:nvSpPr>
        <p:spPr>
          <a:xfrm>
            <a:off x="1685925" y="3719513"/>
            <a:ext cx="57150" cy="9525"/>
          </a:xfrm>
          <a:custGeom>
            <a:avLst/>
            <a:gdLst/>
            <a:ahLst/>
            <a:cxnLst/>
            <a:rect l="0" t="0" r="0" b="0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7859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nline polygon 14">
            <a:extLst>
              <a:ext uri="{FF2B5EF4-FFF2-40B4-BE49-F238E27FC236}">
                <a16:creationId xmlns:a16="http://schemas.microsoft.com/office/drawing/2014/main" id="{6A258852-6DCA-477B-9089-9848BDC8F5B0}"/>
              </a:ext>
            </a:extLst>
          </p:cNvPr>
          <p:cNvSpPr>
            <a:spLocks noGrp="1"/>
          </p:cNvSpPr>
          <p:nvPr/>
        </p:nvSpPr>
        <p:spPr>
          <a:xfrm>
            <a:off x="1696641" y="3594497"/>
            <a:ext cx="35719" cy="35719"/>
          </a:xfrm>
          <a:custGeom>
            <a:avLst/>
            <a:gdLst/>
            <a:ahLst/>
            <a:cxnLst/>
            <a:rect l="0" t="0" r="0" b="0"/>
            <a:pathLst>
              <a:path w="35719" h="35719">
                <a:moveTo>
                  <a:pt x="35719" y="17859"/>
                </a:moveTo>
                <a:lnTo>
                  <a:pt x="35566" y="20190"/>
                </a:lnTo>
                <a:lnTo>
                  <a:pt x="35110" y="22482"/>
                </a:lnTo>
                <a:lnTo>
                  <a:pt x="34359" y="24694"/>
                </a:lnTo>
                <a:lnTo>
                  <a:pt x="33326" y="26789"/>
                </a:lnTo>
                <a:lnTo>
                  <a:pt x="32028" y="28731"/>
                </a:lnTo>
                <a:lnTo>
                  <a:pt x="30488" y="30488"/>
                </a:lnTo>
                <a:lnTo>
                  <a:pt x="28731" y="32028"/>
                </a:lnTo>
                <a:lnTo>
                  <a:pt x="26789" y="33326"/>
                </a:lnTo>
                <a:lnTo>
                  <a:pt x="24694" y="34359"/>
                </a:lnTo>
                <a:lnTo>
                  <a:pt x="22482" y="35110"/>
                </a:lnTo>
                <a:lnTo>
                  <a:pt x="20190" y="35566"/>
                </a:lnTo>
                <a:lnTo>
                  <a:pt x="17859" y="35719"/>
                </a:lnTo>
                <a:lnTo>
                  <a:pt x="15528" y="35566"/>
                </a:lnTo>
                <a:lnTo>
                  <a:pt x="13237" y="35110"/>
                </a:lnTo>
                <a:lnTo>
                  <a:pt x="11025" y="34359"/>
                </a:lnTo>
                <a:lnTo>
                  <a:pt x="8930" y="33326"/>
                </a:lnTo>
                <a:lnTo>
                  <a:pt x="6987" y="32028"/>
                </a:lnTo>
                <a:lnTo>
                  <a:pt x="5231" y="30488"/>
                </a:lnTo>
                <a:lnTo>
                  <a:pt x="3691" y="28731"/>
                </a:lnTo>
                <a:lnTo>
                  <a:pt x="2393" y="26789"/>
                </a:lnTo>
                <a:lnTo>
                  <a:pt x="1359" y="24694"/>
                </a:lnTo>
                <a:lnTo>
                  <a:pt x="609" y="22482"/>
                </a:lnTo>
                <a:lnTo>
                  <a:pt x="153" y="20190"/>
                </a:lnTo>
                <a:lnTo>
                  <a:pt x="0" y="17859"/>
                </a:lnTo>
                <a:lnTo>
                  <a:pt x="153" y="15528"/>
                </a:lnTo>
                <a:lnTo>
                  <a:pt x="609" y="13237"/>
                </a:lnTo>
                <a:lnTo>
                  <a:pt x="1359" y="11025"/>
                </a:lnTo>
                <a:lnTo>
                  <a:pt x="2393" y="8930"/>
                </a:lnTo>
                <a:lnTo>
                  <a:pt x="3691" y="6987"/>
                </a:lnTo>
                <a:lnTo>
                  <a:pt x="5231" y="5231"/>
                </a:lnTo>
                <a:lnTo>
                  <a:pt x="6987" y="3691"/>
                </a:lnTo>
                <a:lnTo>
                  <a:pt x="8930" y="2393"/>
                </a:lnTo>
                <a:lnTo>
                  <a:pt x="11025" y="1359"/>
                </a:lnTo>
                <a:lnTo>
                  <a:pt x="13237" y="609"/>
                </a:lnTo>
                <a:lnTo>
                  <a:pt x="15528" y="153"/>
                </a:lnTo>
                <a:lnTo>
                  <a:pt x="17859" y="0"/>
                </a:lnTo>
                <a:lnTo>
                  <a:pt x="20190" y="153"/>
                </a:lnTo>
                <a:lnTo>
                  <a:pt x="22482" y="609"/>
                </a:lnTo>
                <a:lnTo>
                  <a:pt x="24694" y="1359"/>
                </a:lnTo>
                <a:lnTo>
                  <a:pt x="26789" y="2393"/>
                </a:lnTo>
                <a:lnTo>
                  <a:pt x="28731" y="3691"/>
                </a:lnTo>
                <a:lnTo>
                  <a:pt x="30488" y="5231"/>
                </a:lnTo>
                <a:lnTo>
                  <a:pt x="32028" y="6987"/>
                </a:lnTo>
                <a:lnTo>
                  <a:pt x="33326" y="8930"/>
                </a:lnTo>
                <a:lnTo>
                  <a:pt x="34359" y="11025"/>
                </a:lnTo>
                <a:lnTo>
                  <a:pt x="35110" y="13237"/>
                </a:lnTo>
                <a:lnTo>
                  <a:pt x="35566" y="15528"/>
                </a:lnTo>
                <a:lnTo>
                  <a:pt x="35719" y="17859"/>
                </a:lnTo>
                <a:close/>
              </a:path>
            </a:pathLst>
          </a:custGeom>
          <a:solidFill>
            <a:srgbClr val="2E5F8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Online line 15">
            <a:extLst>
              <a:ext uri="{FF2B5EF4-FFF2-40B4-BE49-F238E27FC236}">
                <a16:creationId xmlns:a16="http://schemas.microsoft.com/office/drawing/2014/main" id="{8511E3D1-863A-4F85-AE43-03F6BAFC1913}"/>
              </a:ext>
            </a:extLst>
          </p:cNvPr>
          <p:cNvSpPr>
            <a:spLocks noGrp="1"/>
          </p:cNvSpPr>
          <p:nvPr/>
        </p:nvSpPr>
        <p:spPr>
          <a:xfrm>
            <a:off x="1696641" y="3594497"/>
            <a:ext cx="35719" cy="35719"/>
          </a:xfrm>
          <a:custGeom>
            <a:avLst/>
            <a:gdLst/>
            <a:ahLst/>
            <a:cxnLst/>
            <a:rect l="0" t="0" r="0" b="0"/>
            <a:pathLst>
              <a:path w="35719" h="35719">
                <a:moveTo>
                  <a:pt x="35719" y="17859"/>
                </a:moveTo>
                <a:lnTo>
                  <a:pt x="35566" y="20190"/>
                </a:lnTo>
                <a:lnTo>
                  <a:pt x="35110" y="22482"/>
                </a:lnTo>
                <a:lnTo>
                  <a:pt x="34359" y="24694"/>
                </a:lnTo>
                <a:lnTo>
                  <a:pt x="33326" y="26789"/>
                </a:lnTo>
                <a:lnTo>
                  <a:pt x="32028" y="28731"/>
                </a:lnTo>
                <a:lnTo>
                  <a:pt x="30488" y="30488"/>
                </a:lnTo>
                <a:lnTo>
                  <a:pt x="28731" y="32028"/>
                </a:lnTo>
                <a:lnTo>
                  <a:pt x="26789" y="33326"/>
                </a:lnTo>
                <a:lnTo>
                  <a:pt x="24694" y="34359"/>
                </a:lnTo>
                <a:lnTo>
                  <a:pt x="22482" y="35110"/>
                </a:lnTo>
                <a:lnTo>
                  <a:pt x="20190" y="35566"/>
                </a:lnTo>
                <a:lnTo>
                  <a:pt x="17859" y="35719"/>
                </a:lnTo>
                <a:lnTo>
                  <a:pt x="15528" y="35566"/>
                </a:lnTo>
                <a:lnTo>
                  <a:pt x="13237" y="35110"/>
                </a:lnTo>
                <a:lnTo>
                  <a:pt x="11025" y="34359"/>
                </a:lnTo>
                <a:lnTo>
                  <a:pt x="8930" y="33326"/>
                </a:lnTo>
                <a:lnTo>
                  <a:pt x="6987" y="32028"/>
                </a:lnTo>
                <a:lnTo>
                  <a:pt x="5231" y="30488"/>
                </a:lnTo>
                <a:lnTo>
                  <a:pt x="3691" y="28731"/>
                </a:lnTo>
                <a:lnTo>
                  <a:pt x="2393" y="26789"/>
                </a:lnTo>
                <a:lnTo>
                  <a:pt x="1359" y="24694"/>
                </a:lnTo>
                <a:lnTo>
                  <a:pt x="609" y="22482"/>
                </a:lnTo>
                <a:lnTo>
                  <a:pt x="153" y="20190"/>
                </a:lnTo>
                <a:lnTo>
                  <a:pt x="0" y="17859"/>
                </a:lnTo>
                <a:lnTo>
                  <a:pt x="153" y="15528"/>
                </a:lnTo>
                <a:lnTo>
                  <a:pt x="609" y="13237"/>
                </a:lnTo>
                <a:lnTo>
                  <a:pt x="1359" y="11025"/>
                </a:lnTo>
                <a:lnTo>
                  <a:pt x="2393" y="8930"/>
                </a:lnTo>
                <a:lnTo>
                  <a:pt x="3691" y="6987"/>
                </a:lnTo>
                <a:lnTo>
                  <a:pt x="5231" y="5231"/>
                </a:lnTo>
                <a:lnTo>
                  <a:pt x="6987" y="3691"/>
                </a:lnTo>
                <a:lnTo>
                  <a:pt x="8930" y="2393"/>
                </a:lnTo>
                <a:lnTo>
                  <a:pt x="11025" y="1359"/>
                </a:lnTo>
                <a:lnTo>
                  <a:pt x="13237" y="609"/>
                </a:lnTo>
                <a:lnTo>
                  <a:pt x="15528" y="153"/>
                </a:lnTo>
                <a:lnTo>
                  <a:pt x="17859" y="0"/>
                </a:lnTo>
                <a:lnTo>
                  <a:pt x="20190" y="153"/>
                </a:lnTo>
                <a:lnTo>
                  <a:pt x="22482" y="609"/>
                </a:lnTo>
                <a:lnTo>
                  <a:pt x="24694" y="1359"/>
                </a:lnTo>
                <a:lnTo>
                  <a:pt x="26789" y="2393"/>
                </a:lnTo>
                <a:lnTo>
                  <a:pt x="28731" y="3691"/>
                </a:lnTo>
                <a:lnTo>
                  <a:pt x="30488" y="5231"/>
                </a:lnTo>
                <a:lnTo>
                  <a:pt x="32028" y="6987"/>
                </a:lnTo>
                <a:lnTo>
                  <a:pt x="33326" y="8930"/>
                </a:lnTo>
                <a:lnTo>
                  <a:pt x="34359" y="11025"/>
                </a:lnTo>
                <a:lnTo>
                  <a:pt x="35110" y="13237"/>
                </a:lnTo>
                <a:lnTo>
                  <a:pt x="35566" y="15528"/>
                </a:lnTo>
                <a:lnTo>
                  <a:pt x="35719" y="17859"/>
                </a:lnTo>
              </a:path>
            </a:pathLst>
          </a:custGeom>
          <a:noFill/>
          <a:ln w="9525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nline line 16">
            <a:extLst>
              <a:ext uri="{FF2B5EF4-FFF2-40B4-BE49-F238E27FC236}">
                <a16:creationId xmlns:a16="http://schemas.microsoft.com/office/drawing/2014/main" id="{6E15726B-6D79-49E9-8760-5785E6EA2A0B}"/>
              </a:ext>
            </a:extLst>
          </p:cNvPr>
          <p:cNvSpPr>
            <a:spLocks noGrp="1"/>
          </p:cNvSpPr>
          <p:nvPr/>
        </p:nvSpPr>
        <p:spPr>
          <a:xfrm>
            <a:off x="1589484" y="3562350"/>
            <a:ext cx="53578" cy="114300"/>
          </a:xfrm>
          <a:custGeom>
            <a:avLst/>
            <a:gdLst/>
            <a:ahLst/>
            <a:cxnLst/>
            <a:rect l="0" t="0" r="0" b="0"/>
            <a:pathLst>
              <a:path w="53578" h="114300">
                <a:moveTo>
                  <a:pt x="53578" y="0"/>
                </a:moveTo>
                <a:lnTo>
                  <a:pt x="34290" y="7830"/>
                </a:lnTo>
                <a:lnTo>
                  <a:pt x="19288" y="18059"/>
                </a:lnTo>
                <a:lnTo>
                  <a:pt x="8573" y="30089"/>
                </a:lnTo>
                <a:lnTo>
                  <a:pt x="2143" y="43320"/>
                </a:lnTo>
                <a:lnTo>
                  <a:pt x="0" y="57150"/>
                </a:lnTo>
                <a:lnTo>
                  <a:pt x="2143" y="70980"/>
                </a:lnTo>
                <a:lnTo>
                  <a:pt x="8573" y="84211"/>
                </a:lnTo>
                <a:lnTo>
                  <a:pt x="19288" y="96241"/>
                </a:lnTo>
                <a:lnTo>
                  <a:pt x="34290" y="106470"/>
                </a:lnTo>
                <a:lnTo>
                  <a:pt x="53578" y="114300"/>
                </a:lnTo>
              </a:path>
            </a:pathLst>
          </a:custGeom>
          <a:noFill/>
          <a:ln w="17859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nline line 17">
            <a:extLst>
              <a:ext uri="{FF2B5EF4-FFF2-40B4-BE49-F238E27FC236}">
                <a16:creationId xmlns:a16="http://schemas.microsoft.com/office/drawing/2014/main" id="{79C14975-58B4-4BEC-B8A7-6B1FEA996335}"/>
              </a:ext>
            </a:extLst>
          </p:cNvPr>
          <p:cNvSpPr>
            <a:spLocks noGrp="1"/>
          </p:cNvSpPr>
          <p:nvPr/>
        </p:nvSpPr>
        <p:spPr>
          <a:xfrm>
            <a:off x="1785938" y="3562350"/>
            <a:ext cx="53578" cy="114300"/>
          </a:xfrm>
          <a:custGeom>
            <a:avLst/>
            <a:gdLst/>
            <a:ahLst/>
            <a:cxnLst/>
            <a:rect l="0" t="0" r="0" b="0"/>
            <a:pathLst>
              <a:path w="53578" h="114300">
                <a:moveTo>
                  <a:pt x="0" y="0"/>
                </a:moveTo>
                <a:lnTo>
                  <a:pt x="19288" y="7830"/>
                </a:lnTo>
                <a:lnTo>
                  <a:pt x="34290" y="18059"/>
                </a:lnTo>
                <a:lnTo>
                  <a:pt x="45006" y="30089"/>
                </a:lnTo>
                <a:lnTo>
                  <a:pt x="51435" y="43320"/>
                </a:lnTo>
                <a:lnTo>
                  <a:pt x="53578" y="57150"/>
                </a:lnTo>
                <a:lnTo>
                  <a:pt x="51435" y="70980"/>
                </a:lnTo>
                <a:lnTo>
                  <a:pt x="45006" y="84211"/>
                </a:lnTo>
                <a:lnTo>
                  <a:pt x="34290" y="96241"/>
                </a:lnTo>
                <a:lnTo>
                  <a:pt x="19288" y="106470"/>
                </a:lnTo>
                <a:lnTo>
                  <a:pt x="0" y="114300"/>
                </a:lnTo>
              </a:path>
            </a:pathLst>
          </a:custGeom>
          <a:noFill/>
          <a:ln w="17859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nline text 18: Cell information">
            <a:extLst>
              <a:ext uri="{FF2B5EF4-FFF2-40B4-BE49-F238E27FC236}">
                <a16:creationId xmlns:a16="http://schemas.microsoft.com/office/drawing/2014/main" id="{1A3A0C04-EB71-4B0A-97B6-47A6C856A8F2}"/>
              </a:ext>
            </a:extLst>
          </p:cNvPr>
          <p:cNvSpPr>
            <a:spLocks noGrp="1"/>
          </p:cNvSpPr>
          <p:nvPr/>
        </p:nvSpPr>
        <p:spPr>
          <a:xfrm>
            <a:off x="753428" y="3964781"/>
            <a:ext cx="1922145" cy="3214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7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Cell information</a:t>
            </a:r>
          </a:p>
        </p:txBody>
      </p:sp>
      <p:sp>
        <p:nvSpPr>
          <p:cNvPr id="19" name="Online text 19: lookup">
            <a:extLst>
              <a:ext uri="{FF2B5EF4-FFF2-40B4-BE49-F238E27FC236}">
                <a16:creationId xmlns:a16="http://schemas.microsoft.com/office/drawing/2014/main" id="{9BD5A8A8-C03E-462D-9863-6A8D9AC3B70A}"/>
              </a:ext>
            </a:extLst>
          </p:cNvPr>
          <p:cNvSpPr>
            <a:spLocks noGrp="1"/>
          </p:cNvSpPr>
          <p:nvPr/>
        </p:nvSpPr>
        <p:spPr>
          <a:xfrm>
            <a:off x="1267063" y="4241006"/>
            <a:ext cx="894874" cy="3214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7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lookup</a:t>
            </a:r>
          </a:p>
        </p:txBody>
      </p:sp>
      <p:sp>
        <p:nvSpPr>
          <p:cNvPr id="20" name="Online line 20">
            <a:extLst>
              <a:ext uri="{FF2B5EF4-FFF2-40B4-BE49-F238E27FC236}">
                <a16:creationId xmlns:a16="http://schemas.microsoft.com/office/drawing/2014/main" id="{B799F4C2-3031-4385-B3BA-7BF0C7F71DE5}"/>
              </a:ext>
            </a:extLst>
          </p:cNvPr>
          <p:cNvSpPr>
            <a:spLocks noGrp="1"/>
          </p:cNvSpPr>
          <p:nvPr/>
        </p:nvSpPr>
        <p:spPr>
          <a:xfrm>
            <a:off x="1714500" y="4572000"/>
            <a:ext cx="9525" cy="952500"/>
          </a:xfrm>
          <a:custGeom>
            <a:avLst/>
            <a:gdLst/>
            <a:ahLst/>
            <a:cxnLst/>
            <a:rect l="0" t="0" r="0" b="0"/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6670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nline polygon 21">
            <a:extLst>
              <a:ext uri="{FF2B5EF4-FFF2-40B4-BE49-F238E27FC236}">
                <a16:creationId xmlns:a16="http://schemas.microsoft.com/office/drawing/2014/main" id="{920BDD01-1893-48D6-B72B-45E2C4E7A654}"/>
              </a:ext>
            </a:extLst>
          </p:cNvPr>
          <p:cNvSpPr>
            <a:spLocks noGrp="1"/>
          </p:cNvSpPr>
          <p:nvPr/>
        </p:nvSpPr>
        <p:spPr>
          <a:xfrm>
            <a:off x="1666875" y="5419725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Online text 22: Cell metadata">
            <a:extLst>
              <a:ext uri="{FF2B5EF4-FFF2-40B4-BE49-F238E27FC236}">
                <a16:creationId xmlns:a16="http://schemas.microsoft.com/office/drawing/2014/main" id="{DF063122-4D5B-4339-B36C-269A941A74F3}"/>
              </a:ext>
            </a:extLst>
          </p:cNvPr>
          <p:cNvSpPr>
            <a:spLocks noGrp="1"/>
          </p:cNvSpPr>
          <p:nvPr/>
        </p:nvSpPr>
        <p:spPr>
          <a:xfrm>
            <a:off x="1885950" y="4922520"/>
            <a:ext cx="128949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Cell metadata</a:t>
            </a:r>
          </a:p>
        </p:txBody>
      </p:sp>
      <p:sp>
        <p:nvSpPr>
          <p:cNvPr id="23" name="Online module 23">
            <a:extLst>
              <a:ext uri="{FF2B5EF4-FFF2-40B4-BE49-F238E27FC236}">
                <a16:creationId xmlns:a16="http://schemas.microsoft.com/office/drawing/2014/main" id="{73D15F1E-847D-42F9-963D-526F8451EAC7}"/>
              </a:ext>
            </a:extLst>
          </p:cNvPr>
          <p:cNvSpPr>
            <a:spLocks noGrp="1"/>
          </p:cNvSpPr>
          <p:nvPr/>
        </p:nvSpPr>
        <p:spPr>
          <a:xfrm>
            <a:off x="523875" y="5524500"/>
            <a:ext cx="2381250" cy="1714500"/>
          </a:xfrm>
          <a:prstGeom prst="roundRect">
            <a:avLst>
              <a:gd name="adj" fmla="val 3889"/>
            </a:avLst>
          </a:prstGeom>
          <a:solidFill>
            <a:srgbClr val="E8F1FB"/>
          </a:solidFill>
          <a:ln w="26670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nline module 24">
            <a:extLst>
              <a:ext uri="{FF2B5EF4-FFF2-40B4-BE49-F238E27FC236}">
                <a16:creationId xmlns:a16="http://schemas.microsoft.com/office/drawing/2014/main" id="{9FDBF6E7-DD33-47F4-8A56-79DFCEDB40FF}"/>
              </a:ext>
            </a:extLst>
          </p:cNvPr>
          <p:cNvSpPr>
            <a:spLocks noGrp="1"/>
          </p:cNvSpPr>
          <p:nvPr/>
        </p:nvSpPr>
        <p:spPr>
          <a:xfrm>
            <a:off x="1615440" y="5697855"/>
            <a:ext cx="182880" cy="236220"/>
          </a:xfrm>
          <a:prstGeom prst="roundRect">
            <a:avLst>
              <a:gd name="adj" fmla="val 8333"/>
            </a:avLst>
          </a:prstGeom>
          <a:noFill/>
          <a:ln w="1828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nline line 25">
            <a:extLst>
              <a:ext uri="{FF2B5EF4-FFF2-40B4-BE49-F238E27FC236}">
                <a16:creationId xmlns:a16="http://schemas.microsoft.com/office/drawing/2014/main" id="{140E15AE-9D99-40B1-BC45-E92D21D0187A}"/>
              </a:ext>
            </a:extLst>
          </p:cNvPr>
          <p:cNvSpPr>
            <a:spLocks noGrp="1"/>
          </p:cNvSpPr>
          <p:nvPr/>
        </p:nvSpPr>
        <p:spPr>
          <a:xfrm>
            <a:off x="1562100" y="5743575"/>
            <a:ext cx="190500" cy="228600"/>
          </a:xfrm>
          <a:custGeom>
            <a:avLst/>
            <a:gdLst/>
            <a:ahLst/>
            <a:cxnLst/>
            <a:rect l="0" t="0" r="0" b="0"/>
            <a:pathLst>
              <a:path w="190500" h="228600">
                <a:moveTo>
                  <a:pt x="22860" y="0"/>
                </a:moveTo>
                <a:lnTo>
                  <a:pt x="0" y="0"/>
                </a:lnTo>
                <a:lnTo>
                  <a:pt x="0" y="228600"/>
                </a:lnTo>
                <a:lnTo>
                  <a:pt x="190500" y="228600"/>
                </a:lnTo>
              </a:path>
            </a:pathLst>
          </a:custGeom>
          <a:noFill/>
          <a:ln w="19050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nline line 26">
            <a:extLst>
              <a:ext uri="{FF2B5EF4-FFF2-40B4-BE49-F238E27FC236}">
                <a16:creationId xmlns:a16="http://schemas.microsoft.com/office/drawing/2014/main" id="{B73ACC71-F55A-41DA-8CF7-A72A7F071485}"/>
              </a:ext>
            </a:extLst>
          </p:cNvPr>
          <p:cNvSpPr>
            <a:spLocks noGrp="1"/>
          </p:cNvSpPr>
          <p:nvPr/>
        </p:nvSpPr>
        <p:spPr>
          <a:xfrm>
            <a:off x="1661160" y="5766435"/>
            <a:ext cx="91440" cy="9525"/>
          </a:xfrm>
          <a:custGeom>
            <a:avLst/>
            <a:gdLst/>
            <a:ahLst/>
            <a:cxnLst/>
            <a:rect l="0" t="0" r="0" b="0"/>
            <a:pathLst>
              <a:path w="91440" h="9525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9050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nline line 27">
            <a:extLst>
              <a:ext uri="{FF2B5EF4-FFF2-40B4-BE49-F238E27FC236}">
                <a16:creationId xmlns:a16="http://schemas.microsoft.com/office/drawing/2014/main" id="{C74B28F6-F279-423F-A5D7-54363C3AB56F}"/>
              </a:ext>
            </a:extLst>
          </p:cNvPr>
          <p:cNvSpPr>
            <a:spLocks noGrp="1"/>
          </p:cNvSpPr>
          <p:nvPr/>
        </p:nvSpPr>
        <p:spPr>
          <a:xfrm>
            <a:off x="1661160" y="5819775"/>
            <a:ext cx="91440" cy="9525"/>
          </a:xfrm>
          <a:custGeom>
            <a:avLst/>
            <a:gdLst/>
            <a:ahLst/>
            <a:cxnLst/>
            <a:rect l="0" t="0" r="0" b="0"/>
            <a:pathLst>
              <a:path w="91440" h="9525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9050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nline line 28">
            <a:extLst>
              <a:ext uri="{FF2B5EF4-FFF2-40B4-BE49-F238E27FC236}">
                <a16:creationId xmlns:a16="http://schemas.microsoft.com/office/drawing/2014/main" id="{1B197433-4D87-4C1A-B9F7-3DEA8EF4887D}"/>
              </a:ext>
            </a:extLst>
          </p:cNvPr>
          <p:cNvSpPr>
            <a:spLocks noGrp="1"/>
          </p:cNvSpPr>
          <p:nvPr/>
        </p:nvSpPr>
        <p:spPr>
          <a:xfrm>
            <a:off x="1661160" y="5873115"/>
            <a:ext cx="60960" cy="9525"/>
          </a:xfrm>
          <a:custGeom>
            <a:avLst/>
            <a:gdLst/>
            <a:ahLst/>
            <a:cxnLst/>
            <a:rect l="0" t="0" r="0" b="0"/>
            <a:pathLst>
              <a:path w="60960" h="9525">
                <a:moveTo>
                  <a:pt x="0" y="0"/>
                </a:moveTo>
                <a:lnTo>
                  <a:pt x="60960" y="0"/>
                </a:lnTo>
              </a:path>
            </a:pathLst>
          </a:custGeom>
          <a:noFill/>
          <a:ln w="19050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nline text 29: Initialized">
            <a:extLst>
              <a:ext uri="{FF2B5EF4-FFF2-40B4-BE49-F238E27FC236}">
                <a16:creationId xmlns:a16="http://schemas.microsoft.com/office/drawing/2014/main" id="{ED812BC1-CF8B-4B50-A9BE-133FA4FA106B}"/>
              </a:ext>
            </a:extLst>
          </p:cNvPr>
          <p:cNvSpPr>
            <a:spLocks noGrp="1"/>
          </p:cNvSpPr>
          <p:nvPr/>
        </p:nvSpPr>
        <p:spPr>
          <a:xfrm>
            <a:off x="1004840" y="6074093"/>
            <a:ext cx="1419320" cy="3857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Initialized</a:t>
            </a:r>
          </a:p>
        </p:txBody>
      </p:sp>
      <p:sp>
        <p:nvSpPr>
          <p:cNvPr id="30" name="Online text 30: task state">
            <a:extLst>
              <a:ext uri="{FF2B5EF4-FFF2-40B4-BE49-F238E27FC236}">
                <a16:creationId xmlns:a16="http://schemas.microsoft.com/office/drawing/2014/main" id="{FDD884E6-2CD3-40E9-A941-EDDDAA996869}"/>
              </a:ext>
            </a:extLst>
          </p:cNvPr>
          <p:cNvSpPr>
            <a:spLocks noGrp="1"/>
          </p:cNvSpPr>
          <p:nvPr/>
        </p:nvSpPr>
        <p:spPr>
          <a:xfrm>
            <a:off x="998268" y="6426518"/>
            <a:ext cx="1432465" cy="3857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task state</a:t>
            </a:r>
          </a:p>
        </p:txBody>
      </p:sp>
      <p:sp>
        <p:nvSpPr>
          <p:cNvPr id="31" name="Online text 31: Task + cell metadata">
            <a:extLst>
              <a:ext uri="{FF2B5EF4-FFF2-40B4-BE49-F238E27FC236}">
                <a16:creationId xmlns:a16="http://schemas.microsoft.com/office/drawing/2014/main" id="{84290644-343E-43A4-A0C5-F66D47E246D8}"/>
              </a:ext>
            </a:extLst>
          </p:cNvPr>
          <p:cNvSpPr>
            <a:spLocks noGrp="1"/>
          </p:cNvSpPr>
          <p:nvPr/>
        </p:nvSpPr>
        <p:spPr>
          <a:xfrm>
            <a:off x="830837" y="6855238"/>
            <a:ext cx="1767326" cy="2443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25" b="0">
                <a:solidFill>
                  <a:srgbClr val="2E5F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E5F8B"/>
                </a:solidFill>
                <a:latin typeface="Arial"/>
                <a:ea typeface="Arial"/>
                <a:cs typeface="Arial"/>
              </a:rPr>
              <a:t>Task + cell metadata</a:t>
            </a:r>
          </a:p>
        </p:txBody>
      </p:sp>
      <p:sp>
        <p:nvSpPr>
          <p:cNvPr id="32" name="Online text 32: OUTPUT">
            <a:extLst>
              <a:ext uri="{FF2B5EF4-FFF2-40B4-BE49-F238E27FC236}">
                <a16:creationId xmlns:a16="http://schemas.microsoft.com/office/drawing/2014/main" id="{51B878B1-803E-42D6-BBC6-BF526F2ED2B4}"/>
              </a:ext>
            </a:extLst>
          </p:cNvPr>
          <p:cNvSpPr>
            <a:spLocks noGrp="1"/>
          </p:cNvSpPr>
          <p:nvPr/>
        </p:nvSpPr>
        <p:spPr>
          <a:xfrm>
            <a:off x="20212060" y="4673156"/>
            <a:ext cx="819131" cy="2314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1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64F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3" name="Online polygon 33">
            <a:extLst>
              <a:ext uri="{FF2B5EF4-FFF2-40B4-BE49-F238E27FC236}">
                <a16:creationId xmlns:a16="http://schemas.microsoft.com/office/drawing/2014/main" id="{2E775408-7058-4D52-A586-7A388D465CD7}"/>
              </a:ext>
            </a:extLst>
          </p:cNvPr>
          <p:cNvSpPr>
            <a:spLocks noGrp="1"/>
          </p:cNvSpPr>
          <p:nvPr/>
        </p:nvSpPr>
        <p:spPr>
          <a:xfrm>
            <a:off x="19240500" y="5143500"/>
            <a:ext cx="2762250" cy="2905125"/>
          </a:xfrm>
          <a:custGeom>
            <a:avLst/>
            <a:gdLst/>
            <a:ahLst/>
            <a:cxnLst/>
            <a:rect l="0" t="0" r="0" b="0"/>
            <a:pathLst>
              <a:path w="2762250" h="2905125">
                <a:moveTo>
                  <a:pt x="0" y="0"/>
                </a:moveTo>
                <a:lnTo>
                  <a:pt x="2428875" y="0"/>
                </a:lnTo>
                <a:lnTo>
                  <a:pt x="2762250" y="333375"/>
                </a:lnTo>
                <a:lnTo>
                  <a:pt x="2762250" y="2905125"/>
                </a:lnTo>
                <a:lnTo>
                  <a:pt x="0" y="2905125"/>
                </a:lnTo>
                <a:close/>
              </a:path>
            </a:pathLst>
          </a:custGeom>
          <a:solidFill>
            <a:srgbClr val="E6F4EE"/>
          </a:solidFill>
          <a:ln w="26670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nline line 34">
            <a:extLst>
              <a:ext uri="{FF2B5EF4-FFF2-40B4-BE49-F238E27FC236}">
                <a16:creationId xmlns:a16="http://schemas.microsoft.com/office/drawing/2014/main" id="{CFF4695F-C014-400E-8D0A-56A6B47C5C7C}"/>
              </a:ext>
            </a:extLst>
          </p:cNvPr>
          <p:cNvSpPr>
            <a:spLocks noGrp="1"/>
          </p:cNvSpPr>
          <p:nvPr/>
        </p:nvSpPr>
        <p:spPr>
          <a:xfrm>
            <a:off x="21669375" y="5143500"/>
            <a:ext cx="333375" cy="333375"/>
          </a:xfrm>
          <a:custGeom>
            <a:avLst/>
            <a:gdLst/>
            <a:ahLst/>
            <a:cxnLst/>
            <a:rect l="0" t="0" r="0" b="0"/>
            <a:pathLst>
              <a:path w="333375" h="333375">
                <a:moveTo>
                  <a:pt x="0" y="0"/>
                </a:moveTo>
                <a:lnTo>
                  <a:pt x="0" y="333375"/>
                </a:lnTo>
                <a:lnTo>
                  <a:pt x="333375" y="333375"/>
                </a:lnTo>
              </a:path>
            </a:pathLst>
          </a:custGeom>
          <a:noFill/>
          <a:ln w="26670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nline text 42: Outage impact">
            <a:extLst>
              <a:ext uri="{FF2B5EF4-FFF2-40B4-BE49-F238E27FC236}">
                <a16:creationId xmlns:a16="http://schemas.microsoft.com/office/drawing/2014/main" id="{CC86C89C-7B3F-4E65-92E0-9109339E4EE2}"/>
              </a:ext>
            </a:extLst>
          </p:cNvPr>
          <p:cNvSpPr>
            <a:spLocks noGrp="1"/>
          </p:cNvSpPr>
          <p:nvPr/>
        </p:nvSpPr>
        <p:spPr>
          <a:xfrm>
            <a:off x="19487430" y="5746242"/>
            <a:ext cx="2231441" cy="411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400" b="1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664F"/>
                </a:solidFill>
                <a:latin typeface="Arial"/>
                <a:ea typeface="Arial"/>
                <a:cs typeface="Arial"/>
              </a:rPr>
              <a:t>Outage impact</a:t>
            </a:r>
          </a:p>
        </p:txBody>
      </p:sp>
      <p:sp>
        <p:nvSpPr>
          <p:cNvPr id="43" name="Online text 43: report">
            <a:extLst>
              <a:ext uri="{FF2B5EF4-FFF2-40B4-BE49-F238E27FC236}">
                <a16:creationId xmlns:a16="http://schemas.microsoft.com/office/drawing/2014/main" id="{9D799808-2E3A-44D7-B5F4-2A8532DA159B}"/>
              </a:ext>
            </a:extLst>
          </p:cNvPr>
          <p:cNvSpPr>
            <a:spLocks noGrp="1"/>
          </p:cNvSpPr>
          <p:nvPr/>
        </p:nvSpPr>
        <p:spPr>
          <a:xfrm>
            <a:off x="20033398" y="6093428"/>
            <a:ext cx="1139504" cy="4757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775" b="1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2775" b="1" dirty="0">
                <a:solidFill>
                  <a:srgbClr val="28664F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4" name="Online text 44: Coverage, backup, load">
            <a:extLst>
              <a:ext uri="{FF2B5EF4-FFF2-40B4-BE49-F238E27FC236}">
                <a16:creationId xmlns:a16="http://schemas.microsoft.com/office/drawing/2014/main" id="{B55E9641-51F8-45A7-A322-5282371522F9}"/>
              </a:ext>
            </a:extLst>
          </p:cNvPr>
          <p:cNvSpPr>
            <a:spLocks noGrp="1"/>
          </p:cNvSpPr>
          <p:nvPr/>
        </p:nvSpPr>
        <p:spPr>
          <a:xfrm>
            <a:off x="19569969" y="6808088"/>
            <a:ext cx="210331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8664F"/>
                </a:solidFill>
                <a:latin typeface="Arial"/>
                <a:ea typeface="Arial"/>
                <a:cs typeface="Arial"/>
              </a:rPr>
              <a:t>Coverage, backup, load</a:t>
            </a:r>
          </a:p>
        </p:txBody>
      </p:sp>
      <p:sp>
        <p:nvSpPr>
          <p:cNvPr id="45" name="Online module 45">
            <a:extLst>
              <a:ext uri="{FF2B5EF4-FFF2-40B4-BE49-F238E27FC236}">
                <a16:creationId xmlns:a16="http://schemas.microsoft.com/office/drawing/2014/main" id="{F3030D8D-C2B6-419E-BE80-8E618D316818}"/>
              </a:ext>
            </a:extLst>
          </p:cNvPr>
          <p:cNvSpPr>
            <a:spLocks noGrp="1"/>
          </p:cNvSpPr>
          <p:nvPr/>
        </p:nvSpPr>
        <p:spPr>
          <a:xfrm>
            <a:off x="4286250" y="3524250"/>
            <a:ext cx="2095500" cy="952500"/>
          </a:xfrm>
          <a:prstGeom prst="roundRect">
            <a:avLst>
              <a:gd name="adj" fmla="val 6000"/>
            </a:avLst>
          </a:prstGeom>
          <a:solidFill>
            <a:srgbClr val="FAF1E4"/>
          </a:solidFill>
          <a:ln w="20955">
            <a:solidFill>
              <a:srgbClr val="B99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nline line 46">
            <a:extLst>
              <a:ext uri="{FF2B5EF4-FFF2-40B4-BE49-F238E27FC236}">
                <a16:creationId xmlns:a16="http://schemas.microsoft.com/office/drawing/2014/main" id="{B29EC20F-D4C8-4B42-BA2F-40436CC06BD3}"/>
              </a:ext>
            </a:extLst>
          </p:cNvPr>
          <p:cNvSpPr>
            <a:spLocks noGrp="1"/>
          </p:cNvSpPr>
          <p:nvPr/>
        </p:nvSpPr>
        <p:spPr>
          <a:xfrm>
            <a:off x="5187315" y="3712845"/>
            <a:ext cx="293370" cy="253365"/>
          </a:xfrm>
          <a:custGeom>
            <a:avLst/>
            <a:gdLst/>
            <a:ahLst/>
            <a:cxnLst/>
            <a:rect l="0" t="0" r="0" b="0"/>
            <a:pathLst>
              <a:path w="293370" h="253365">
                <a:moveTo>
                  <a:pt x="0" y="0"/>
                </a:moveTo>
                <a:lnTo>
                  <a:pt x="100013" y="0"/>
                </a:lnTo>
                <a:lnTo>
                  <a:pt x="146685" y="33338"/>
                </a:lnTo>
                <a:lnTo>
                  <a:pt x="193357" y="0"/>
                </a:lnTo>
                <a:lnTo>
                  <a:pt x="293370" y="0"/>
                </a:lnTo>
                <a:lnTo>
                  <a:pt x="293370" y="220027"/>
                </a:lnTo>
                <a:lnTo>
                  <a:pt x="193357" y="220027"/>
                </a:lnTo>
                <a:lnTo>
                  <a:pt x="146685" y="253365"/>
                </a:lnTo>
                <a:lnTo>
                  <a:pt x="100013" y="220027"/>
                </a:lnTo>
                <a:lnTo>
                  <a:pt x="0" y="220027"/>
                </a:lnTo>
                <a:lnTo>
                  <a:pt x="0" y="0"/>
                </a:lnTo>
              </a:path>
            </a:pathLst>
          </a:custGeom>
          <a:noFill/>
          <a:ln w="16669">
            <a:solidFill>
              <a:srgbClr val="B99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nline line 47">
            <a:extLst>
              <a:ext uri="{FF2B5EF4-FFF2-40B4-BE49-F238E27FC236}">
                <a16:creationId xmlns:a16="http://schemas.microsoft.com/office/drawing/2014/main" id="{3C73F502-8628-41FF-8DA1-7E10D753D21B}"/>
              </a:ext>
            </a:extLst>
          </p:cNvPr>
          <p:cNvSpPr>
            <a:spLocks noGrp="1"/>
          </p:cNvSpPr>
          <p:nvPr/>
        </p:nvSpPr>
        <p:spPr>
          <a:xfrm>
            <a:off x="5334000" y="3746183"/>
            <a:ext cx="9525" cy="220027"/>
          </a:xfrm>
          <a:custGeom>
            <a:avLst/>
            <a:gdLst/>
            <a:ahLst/>
            <a:cxnLst/>
            <a:rect l="0" t="0" r="0" b="0"/>
            <a:pathLst>
              <a:path w="9525" h="220027">
                <a:moveTo>
                  <a:pt x="0" y="0"/>
                </a:moveTo>
                <a:lnTo>
                  <a:pt x="0" y="220027"/>
                </a:lnTo>
              </a:path>
            </a:pathLst>
          </a:custGeom>
          <a:noFill/>
          <a:ln w="16669">
            <a:solidFill>
              <a:srgbClr val="B99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nline line 48">
            <a:extLst>
              <a:ext uri="{FF2B5EF4-FFF2-40B4-BE49-F238E27FC236}">
                <a16:creationId xmlns:a16="http://schemas.microsoft.com/office/drawing/2014/main" id="{555C5BF8-8258-4859-B708-6962979EB78A}"/>
              </a:ext>
            </a:extLst>
          </p:cNvPr>
          <p:cNvSpPr>
            <a:spLocks noGrp="1"/>
          </p:cNvSpPr>
          <p:nvPr/>
        </p:nvSpPr>
        <p:spPr>
          <a:xfrm>
            <a:off x="5233988" y="3786188"/>
            <a:ext cx="53340" cy="9525"/>
          </a:xfrm>
          <a:custGeom>
            <a:avLst/>
            <a:gdLst/>
            <a:ahLst/>
            <a:cxnLst/>
            <a:rect l="0" t="0" r="0" b="0"/>
            <a:pathLst>
              <a:path w="53340" h="9525">
                <a:moveTo>
                  <a:pt x="0" y="0"/>
                </a:moveTo>
                <a:lnTo>
                  <a:pt x="53340" y="0"/>
                </a:lnTo>
              </a:path>
            </a:pathLst>
          </a:custGeom>
          <a:noFill/>
          <a:ln w="16669">
            <a:solidFill>
              <a:srgbClr val="B99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nline line 49">
            <a:extLst>
              <a:ext uri="{FF2B5EF4-FFF2-40B4-BE49-F238E27FC236}">
                <a16:creationId xmlns:a16="http://schemas.microsoft.com/office/drawing/2014/main" id="{FA06BB7A-4F5F-4957-AAC8-51542ED8F266}"/>
              </a:ext>
            </a:extLst>
          </p:cNvPr>
          <p:cNvSpPr>
            <a:spLocks noGrp="1"/>
          </p:cNvSpPr>
          <p:nvPr/>
        </p:nvSpPr>
        <p:spPr>
          <a:xfrm>
            <a:off x="5380673" y="3786188"/>
            <a:ext cx="53340" cy="9525"/>
          </a:xfrm>
          <a:custGeom>
            <a:avLst/>
            <a:gdLst/>
            <a:ahLst/>
            <a:cxnLst/>
            <a:rect l="0" t="0" r="0" b="0"/>
            <a:pathLst>
              <a:path w="53340" h="9525">
                <a:moveTo>
                  <a:pt x="0" y="0"/>
                </a:moveTo>
                <a:lnTo>
                  <a:pt x="53340" y="0"/>
                </a:lnTo>
              </a:path>
            </a:pathLst>
          </a:custGeom>
          <a:noFill/>
          <a:ln w="16669">
            <a:solidFill>
              <a:srgbClr val="B99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nline text 50: Fixed skill">
            <a:extLst>
              <a:ext uri="{FF2B5EF4-FFF2-40B4-BE49-F238E27FC236}">
                <a16:creationId xmlns:a16="http://schemas.microsoft.com/office/drawing/2014/main" id="{B99F4961-B76D-4A7B-B672-BF32910AF578}"/>
              </a:ext>
            </a:extLst>
          </p:cNvPr>
          <p:cNvSpPr>
            <a:spLocks noGrp="1"/>
          </p:cNvSpPr>
          <p:nvPr/>
        </p:nvSpPr>
        <p:spPr>
          <a:xfrm>
            <a:off x="4656287" y="4033171"/>
            <a:ext cx="1355427" cy="3471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0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Fixed skill</a:t>
            </a:r>
          </a:p>
        </p:txBody>
      </p:sp>
      <p:sp>
        <p:nvSpPr>
          <p:cNvPr id="51" name="Online line 51">
            <a:extLst>
              <a:ext uri="{FF2B5EF4-FFF2-40B4-BE49-F238E27FC236}">
                <a16:creationId xmlns:a16="http://schemas.microsoft.com/office/drawing/2014/main" id="{210E0B20-D331-444A-B9AB-9E134A45488C}"/>
              </a:ext>
            </a:extLst>
          </p:cNvPr>
          <p:cNvSpPr>
            <a:spLocks noGrp="1"/>
          </p:cNvSpPr>
          <p:nvPr/>
        </p:nvSpPr>
        <p:spPr>
          <a:xfrm>
            <a:off x="5334000" y="4476750"/>
            <a:ext cx="9525" cy="1047750"/>
          </a:xfrm>
          <a:custGeom>
            <a:avLst/>
            <a:gdLst/>
            <a:ahLst/>
            <a:cxnLst/>
            <a:rect l="0" t="0" r="0" b="0"/>
            <a:pathLst>
              <a:path w="9525" h="1047750">
                <a:moveTo>
                  <a:pt x="0" y="0"/>
                </a:moveTo>
                <a:lnTo>
                  <a:pt x="0" y="1047750"/>
                </a:lnTo>
              </a:path>
            </a:pathLst>
          </a:custGeom>
          <a:noFill/>
          <a:ln w="24765">
            <a:solidFill>
              <a:srgbClr val="B99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nline polygon 52">
            <a:extLst>
              <a:ext uri="{FF2B5EF4-FFF2-40B4-BE49-F238E27FC236}">
                <a16:creationId xmlns:a16="http://schemas.microsoft.com/office/drawing/2014/main" id="{979A8577-55FE-4902-9C02-0782C7DEFDFA}"/>
              </a:ext>
            </a:extLst>
          </p:cNvPr>
          <p:cNvSpPr>
            <a:spLocks noGrp="1"/>
          </p:cNvSpPr>
          <p:nvPr/>
        </p:nvSpPr>
        <p:spPr>
          <a:xfrm>
            <a:off x="5286375" y="5419725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B9956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Online text 53: Instructions">
            <a:extLst>
              <a:ext uri="{FF2B5EF4-FFF2-40B4-BE49-F238E27FC236}">
                <a16:creationId xmlns:a16="http://schemas.microsoft.com/office/drawing/2014/main" id="{4D56EAD7-94F0-4426-A4AD-844FE4CFEE6C}"/>
              </a:ext>
            </a:extLst>
          </p:cNvPr>
          <p:cNvSpPr>
            <a:spLocks noGrp="1"/>
          </p:cNvSpPr>
          <p:nvPr/>
        </p:nvSpPr>
        <p:spPr>
          <a:xfrm>
            <a:off x="5514975" y="4855845"/>
            <a:ext cx="1091184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Instructions</a:t>
            </a:r>
          </a:p>
        </p:txBody>
      </p:sp>
      <p:sp>
        <p:nvSpPr>
          <p:cNvPr id="54" name="Online module 54">
            <a:extLst>
              <a:ext uri="{FF2B5EF4-FFF2-40B4-BE49-F238E27FC236}">
                <a16:creationId xmlns:a16="http://schemas.microsoft.com/office/drawing/2014/main" id="{C0D0D450-964E-40DC-95A6-6BB1220CFBC0}"/>
              </a:ext>
            </a:extLst>
          </p:cNvPr>
          <p:cNvSpPr>
            <a:spLocks noGrp="1"/>
          </p:cNvSpPr>
          <p:nvPr/>
        </p:nvSpPr>
        <p:spPr>
          <a:xfrm>
            <a:off x="4286250" y="552450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20955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Online module 55">
            <a:extLst>
              <a:ext uri="{FF2B5EF4-FFF2-40B4-BE49-F238E27FC236}">
                <a16:creationId xmlns:a16="http://schemas.microsoft.com/office/drawing/2014/main" id="{198DBED5-88D8-4855-962E-F6942FF22646}"/>
              </a:ext>
            </a:extLst>
          </p:cNvPr>
          <p:cNvSpPr>
            <a:spLocks noGrp="1"/>
          </p:cNvSpPr>
          <p:nvPr/>
        </p:nvSpPr>
        <p:spPr>
          <a:xfrm>
            <a:off x="5220081" y="5736717"/>
            <a:ext cx="210312" cy="271653"/>
          </a:xfrm>
          <a:prstGeom prst="roundRect">
            <a:avLst>
              <a:gd name="adj" fmla="val 8333"/>
            </a:avLst>
          </a:prstGeom>
          <a:noFill/>
          <a:ln w="21031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Online line 56">
            <a:extLst>
              <a:ext uri="{FF2B5EF4-FFF2-40B4-BE49-F238E27FC236}">
                <a16:creationId xmlns:a16="http://schemas.microsoft.com/office/drawing/2014/main" id="{10CA0B0F-F116-4595-B4D4-34E9C8B80D55}"/>
              </a:ext>
            </a:extLst>
          </p:cNvPr>
          <p:cNvSpPr>
            <a:spLocks noGrp="1"/>
          </p:cNvSpPr>
          <p:nvPr/>
        </p:nvSpPr>
        <p:spPr>
          <a:xfrm>
            <a:off x="5158740" y="5789295"/>
            <a:ext cx="219075" cy="262890"/>
          </a:xfrm>
          <a:custGeom>
            <a:avLst/>
            <a:gdLst/>
            <a:ahLst/>
            <a:cxnLst/>
            <a:rect l="0" t="0" r="0" b="0"/>
            <a:pathLst>
              <a:path w="219075" h="262890">
                <a:moveTo>
                  <a:pt x="26289" y="0"/>
                </a:moveTo>
                <a:lnTo>
                  <a:pt x="0" y="0"/>
                </a:lnTo>
                <a:lnTo>
                  <a:pt x="0" y="262890"/>
                </a:lnTo>
                <a:lnTo>
                  <a:pt x="219075" y="26289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Online line 57">
            <a:extLst>
              <a:ext uri="{FF2B5EF4-FFF2-40B4-BE49-F238E27FC236}">
                <a16:creationId xmlns:a16="http://schemas.microsoft.com/office/drawing/2014/main" id="{DBD4E882-80B1-43CB-AD0A-4A770354D7A6}"/>
              </a:ext>
            </a:extLst>
          </p:cNvPr>
          <p:cNvSpPr>
            <a:spLocks noGrp="1"/>
          </p:cNvSpPr>
          <p:nvPr/>
        </p:nvSpPr>
        <p:spPr>
          <a:xfrm>
            <a:off x="5272659" y="5815584"/>
            <a:ext cx="105156" cy="9525"/>
          </a:xfrm>
          <a:custGeom>
            <a:avLst/>
            <a:gdLst/>
            <a:ahLst/>
            <a:cxnLst/>
            <a:rect l="0" t="0" r="0" b="0"/>
            <a:pathLst>
              <a:path w="105156" h="9525">
                <a:moveTo>
                  <a:pt x="0" y="0"/>
                </a:moveTo>
                <a:lnTo>
                  <a:pt x="105156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Online line 58">
            <a:extLst>
              <a:ext uri="{FF2B5EF4-FFF2-40B4-BE49-F238E27FC236}">
                <a16:creationId xmlns:a16="http://schemas.microsoft.com/office/drawing/2014/main" id="{A813646B-1544-4B9C-9DB5-99F7CEC1D821}"/>
              </a:ext>
            </a:extLst>
          </p:cNvPr>
          <p:cNvSpPr>
            <a:spLocks noGrp="1"/>
          </p:cNvSpPr>
          <p:nvPr/>
        </p:nvSpPr>
        <p:spPr>
          <a:xfrm>
            <a:off x="5272659" y="5876925"/>
            <a:ext cx="105156" cy="9525"/>
          </a:xfrm>
          <a:custGeom>
            <a:avLst/>
            <a:gdLst/>
            <a:ahLst/>
            <a:cxnLst/>
            <a:rect l="0" t="0" r="0" b="0"/>
            <a:pathLst>
              <a:path w="105156" h="9525">
                <a:moveTo>
                  <a:pt x="0" y="0"/>
                </a:moveTo>
                <a:lnTo>
                  <a:pt x="105156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Online line 59">
            <a:extLst>
              <a:ext uri="{FF2B5EF4-FFF2-40B4-BE49-F238E27FC236}">
                <a16:creationId xmlns:a16="http://schemas.microsoft.com/office/drawing/2014/main" id="{738B8065-3529-4647-BAB7-BD1159325549}"/>
              </a:ext>
            </a:extLst>
          </p:cNvPr>
          <p:cNvSpPr>
            <a:spLocks noGrp="1"/>
          </p:cNvSpPr>
          <p:nvPr/>
        </p:nvSpPr>
        <p:spPr>
          <a:xfrm>
            <a:off x="5272659" y="5938266"/>
            <a:ext cx="70104" cy="9525"/>
          </a:xfrm>
          <a:custGeom>
            <a:avLst/>
            <a:gdLst/>
            <a:ahLst/>
            <a:cxnLst/>
            <a:rect l="0" t="0" r="0" b="0"/>
            <a:pathLst>
              <a:path w="70104" h="9525">
                <a:moveTo>
                  <a:pt x="0" y="0"/>
                </a:moveTo>
                <a:lnTo>
                  <a:pt x="70104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Online text 60: Context builder">
            <a:extLst>
              <a:ext uri="{FF2B5EF4-FFF2-40B4-BE49-F238E27FC236}">
                <a16:creationId xmlns:a16="http://schemas.microsoft.com/office/drawing/2014/main" id="{DA6F1DEE-2BE3-4B6C-84EA-D9C63FAA185F}"/>
              </a:ext>
            </a:extLst>
          </p:cNvPr>
          <p:cNvSpPr>
            <a:spLocks noGrp="1"/>
          </p:cNvSpPr>
          <p:nvPr/>
        </p:nvSpPr>
        <p:spPr>
          <a:xfrm>
            <a:off x="4373051" y="6223064"/>
            <a:ext cx="1921897" cy="334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Context builder</a:t>
            </a:r>
          </a:p>
        </p:txBody>
      </p:sp>
      <p:sp>
        <p:nvSpPr>
          <p:cNvPr id="61" name="Online module 61">
            <a:extLst>
              <a:ext uri="{FF2B5EF4-FFF2-40B4-BE49-F238E27FC236}">
                <a16:creationId xmlns:a16="http://schemas.microsoft.com/office/drawing/2014/main" id="{34BDBCDE-691E-4D81-B05B-8F315B37F176}"/>
              </a:ext>
            </a:extLst>
          </p:cNvPr>
          <p:cNvSpPr>
            <a:spLocks noGrp="1"/>
          </p:cNvSpPr>
          <p:nvPr/>
        </p:nvSpPr>
        <p:spPr>
          <a:xfrm>
            <a:off x="7810500" y="552450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FFF0D4"/>
          </a:solidFill>
          <a:ln w="20955">
            <a:solidFill>
              <a:srgbClr val="C18B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Online line 62">
            <a:extLst>
              <a:ext uri="{FF2B5EF4-FFF2-40B4-BE49-F238E27FC236}">
                <a16:creationId xmlns:a16="http://schemas.microsoft.com/office/drawing/2014/main" id="{8AED1C41-2FA4-4BF7-B317-5BDA90B236B7}"/>
              </a:ext>
            </a:extLst>
          </p:cNvPr>
          <p:cNvSpPr>
            <a:spLocks noGrp="1"/>
          </p:cNvSpPr>
          <p:nvPr/>
        </p:nvSpPr>
        <p:spPr>
          <a:xfrm>
            <a:off x="8625435" y="5680853"/>
            <a:ext cx="232815" cy="402003"/>
          </a:xfrm>
          <a:custGeom>
            <a:avLst/>
            <a:gdLst/>
            <a:ahLst/>
            <a:cxnLst/>
            <a:rect l="0" t="0" r="0" b="0"/>
            <a:pathLst>
              <a:path w="232815" h="402003">
                <a:moveTo>
                  <a:pt x="232815" y="47101"/>
                </a:moveTo>
                <a:lnTo>
                  <a:pt x="220609" y="28427"/>
                </a:lnTo>
                <a:lnTo>
                  <a:pt x="205615" y="14433"/>
                </a:lnTo>
                <a:lnTo>
                  <a:pt x="188729" y="5065"/>
                </a:lnTo>
                <a:lnTo>
                  <a:pt x="170843" y="272"/>
                </a:lnTo>
                <a:lnTo>
                  <a:pt x="152853" y="0"/>
                </a:lnTo>
                <a:lnTo>
                  <a:pt x="135651" y="4197"/>
                </a:lnTo>
                <a:lnTo>
                  <a:pt x="120132" y="12812"/>
                </a:lnTo>
                <a:lnTo>
                  <a:pt x="107189" y="25790"/>
                </a:lnTo>
                <a:lnTo>
                  <a:pt x="97716" y="43079"/>
                </a:lnTo>
                <a:lnTo>
                  <a:pt x="92607" y="64627"/>
                </a:lnTo>
                <a:lnTo>
                  <a:pt x="72435" y="66643"/>
                </a:lnTo>
                <a:lnTo>
                  <a:pt x="54260" y="72339"/>
                </a:lnTo>
                <a:lnTo>
                  <a:pt x="38505" y="81189"/>
                </a:lnTo>
                <a:lnTo>
                  <a:pt x="25588" y="92669"/>
                </a:lnTo>
                <a:lnTo>
                  <a:pt x="15931" y="106251"/>
                </a:lnTo>
                <a:lnTo>
                  <a:pt x="9955" y="121411"/>
                </a:lnTo>
                <a:lnTo>
                  <a:pt x="8079" y="137623"/>
                </a:lnTo>
                <a:lnTo>
                  <a:pt x="10726" y="154360"/>
                </a:lnTo>
                <a:lnTo>
                  <a:pt x="18315" y="171098"/>
                </a:lnTo>
                <a:lnTo>
                  <a:pt x="31266" y="187309"/>
                </a:lnTo>
                <a:lnTo>
                  <a:pt x="15695" y="204011"/>
                </a:lnTo>
                <a:lnTo>
                  <a:pt x="5538" y="222081"/>
                </a:lnTo>
                <a:lnTo>
                  <a:pt x="429" y="240781"/>
                </a:lnTo>
                <a:lnTo>
                  <a:pt x="0" y="259376"/>
                </a:lnTo>
                <a:lnTo>
                  <a:pt x="3882" y="277130"/>
                </a:lnTo>
                <a:lnTo>
                  <a:pt x="11707" y="293306"/>
                </a:lnTo>
                <a:lnTo>
                  <a:pt x="23108" y="307169"/>
                </a:lnTo>
                <a:lnTo>
                  <a:pt x="37716" y="317983"/>
                </a:lnTo>
                <a:lnTo>
                  <a:pt x="55163" y="325011"/>
                </a:lnTo>
                <a:lnTo>
                  <a:pt x="75081" y="327517"/>
                </a:lnTo>
                <a:lnTo>
                  <a:pt x="80681" y="351668"/>
                </a:lnTo>
                <a:lnTo>
                  <a:pt x="91486" y="371402"/>
                </a:lnTo>
                <a:lnTo>
                  <a:pt x="106392" y="386510"/>
                </a:lnTo>
                <a:lnTo>
                  <a:pt x="124294" y="396780"/>
                </a:lnTo>
                <a:lnTo>
                  <a:pt x="144090" y="402003"/>
                </a:lnTo>
                <a:lnTo>
                  <a:pt x="164674" y="401968"/>
                </a:lnTo>
                <a:lnTo>
                  <a:pt x="184943" y="396464"/>
                </a:lnTo>
                <a:lnTo>
                  <a:pt x="203792" y="385283"/>
                </a:lnTo>
                <a:lnTo>
                  <a:pt x="220118" y="368212"/>
                </a:lnTo>
                <a:lnTo>
                  <a:pt x="232815" y="345043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Online line 63">
            <a:extLst>
              <a:ext uri="{FF2B5EF4-FFF2-40B4-BE49-F238E27FC236}">
                <a16:creationId xmlns:a16="http://schemas.microsoft.com/office/drawing/2014/main" id="{E419322C-B7FB-4FAB-860D-673BE3857CD6}"/>
              </a:ext>
            </a:extLst>
          </p:cNvPr>
          <p:cNvSpPr>
            <a:spLocks noGrp="1"/>
          </p:cNvSpPr>
          <p:nvPr/>
        </p:nvSpPr>
        <p:spPr>
          <a:xfrm>
            <a:off x="8858250" y="5680853"/>
            <a:ext cx="232815" cy="402003"/>
          </a:xfrm>
          <a:custGeom>
            <a:avLst/>
            <a:gdLst/>
            <a:ahLst/>
            <a:cxnLst/>
            <a:rect l="0" t="0" r="0" b="0"/>
            <a:pathLst>
              <a:path w="232815" h="402003">
                <a:moveTo>
                  <a:pt x="0" y="47101"/>
                </a:moveTo>
                <a:lnTo>
                  <a:pt x="12207" y="28427"/>
                </a:lnTo>
                <a:lnTo>
                  <a:pt x="27200" y="14433"/>
                </a:lnTo>
                <a:lnTo>
                  <a:pt x="44087" y="5065"/>
                </a:lnTo>
                <a:lnTo>
                  <a:pt x="61972" y="272"/>
                </a:lnTo>
                <a:lnTo>
                  <a:pt x="79962" y="0"/>
                </a:lnTo>
                <a:lnTo>
                  <a:pt x="97164" y="4197"/>
                </a:lnTo>
                <a:lnTo>
                  <a:pt x="112683" y="12812"/>
                </a:lnTo>
                <a:lnTo>
                  <a:pt x="125626" y="25790"/>
                </a:lnTo>
                <a:lnTo>
                  <a:pt x="135099" y="43079"/>
                </a:lnTo>
                <a:lnTo>
                  <a:pt x="140208" y="64627"/>
                </a:lnTo>
                <a:lnTo>
                  <a:pt x="160380" y="66643"/>
                </a:lnTo>
                <a:lnTo>
                  <a:pt x="178555" y="72339"/>
                </a:lnTo>
                <a:lnTo>
                  <a:pt x="194311" y="81189"/>
                </a:lnTo>
                <a:lnTo>
                  <a:pt x="207227" y="92669"/>
                </a:lnTo>
                <a:lnTo>
                  <a:pt x="216884" y="106251"/>
                </a:lnTo>
                <a:lnTo>
                  <a:pt x="222861" y="121411"/>
                </a:lnTo>
                <a:lnTo>
                  <a:pt x="224736" y="137623"/>
                </a:lnTo>
                <a:lnTo>
                  <a:pt x="222089" y="154360"/>
                </a:lnTo>
                <a:lnTo>
                  <a:pt x="214501" y="171098"/>
                </a:lnTo>
                <a:lnTo>
                  <a:pt x="201549" y="187309"/>
                </a:lnTo>
                <a:lnTo>
                  <a:pt x="217121" y="204011"/>
                </a:lnTo>
                <a:lnTo>
                  <a:pt x="227277" y="222081"/>
                </a:lnTo>
                <a:lnTo>
                  <a:pt x="232386" y="240781"/>
                </a:lnTo>
                <a:lnTo>
                  <a:pt x="232815" y="259376"/>
                </a:lnTo>
                <a:lnTo>
                  <a:pt x="228933" y="277130"/>
                </a:lnTo>
                <a:lnTo>
                  <a:pt x="221108" y="293306"/>
                </a:lnTo>
                <a:lnTo>
                  <a:pt x="209707" y="307169"/>
                </a:lnTo>
                <a:lnTo>
                  <a:pt x="195099" y="317983"/>
                </a:lnTo>
                <a:lnTo>
                  <a:pt x="177652" y="325011"/>
                </a:lnTo>
                <a:lnTo>
                  <a:pt x="157734" y="327517"/>
                </a:lnTo>
                <a:lnTo>
                  <a:pt x="152134" y="351668"/>
                </a:lnTo>
                <a:lnTo>
                  <a:pt x="141330" y="371402"/>
                </a:lnTo>
                <a:lnTo>
                  <a:pt x="126424" y="386510"/>
                </a:lnTo>
                <a:lnTo>
                  <a:pt x="108521" y="396780"/>
                </a:lnTo>
                <a:lnTo>
                  <a:pt x="88725" y="402003"/>
                </a:lnTo>
                <a:lnTo>
                  <a:pt x="68141" y="401968"/>
                </a:lnTo>
                <a:lnTo>
                  <a:pt x="47872" y="396464"/>
                </a:lnTo>
                <a:lnTo>
                  <a:pt x="29023" y="385283"/>
                </a:lnTo>
                <a:lnTo>
                  <a:pt x="12698" y="368212"/>
                </a:lnTo>
                <a:lnTo>
                  <a:pt x="0" y="345043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Online line 64">
            <a:extLst>
              <a:ext uri="{FF2B5EF4-FFF2-40B4-BE49-F238E27FC236}">
                <a16:creationId xmlns:a16="http://schemas.microsoft.com/office/drawing/2014/main" id="{BEF2EAF8-C4C4-4D05-A699-35D3850311E2}"/>
              </a:ext>
            </a:extLst>
          </p:cNvPr>
          <p:cNvSpPr>
            <a:spLocks noGrp="1"/>
          </p:cNvSpPr>
          <p:nvPr/>
        </p:nvSpPr>
        <p:spPr>
          <a:xfrm>
            <a:off x="8858250" y="5727954"/>
            <a:ext cx="9525" cy="297942"/>
          </a:xfrm>
          <a:custGeom>
            <a:avLst/>
            <a:gdLst/>
            <a:ahLst/>
            <a:cxnLst/>
            <a:rect l="0" t="0" r="0" b="0"/>
            <a:pathLst>
              <a:path w="9525" h="297942">
                <a:moveTo>
                  <a:pt x="0" y="0"/>
                </a:moveTo>
                <a:lnTo>
                  <a:pt x="0" y="297942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Online line 65">
            <a:extLst>
              <a:ext uri="{FF2B5EF4-FFF2-40B4-BE49-F238E27FC236}">
                <a16:creationId xmlns:a16="http://schemas.microsoft.com/office/drawing/2014/main" id="{0887E701-0A1A-407F-9238-EACFC4809E4D}"/>
              </a:ext>
            </a:extLst>
          </p:cNvPr>
          <p:cNvSpPr>
            <a:spLocks noGrp="1"/>
          </p:cNvSpPr>
          <p:nvPr/>
        </p:nvSpPr>
        <p:spPr>
          <a:xfrm>
            <a:off x="8718042" y="5745480"/>
            <a:ext cx="96393" cy="72067"/>
          </a:xfrm>
          <a:custGeom>
            <a:avLst/>
            <a:gdLst/>
            <a:ahLst/>
            <a:cxnLst/>
            <a:rect l="0" t="0" r="0" b="0"/>
            <a:pathLst>
              <a:path w="96393" h="72067">
                <a:moveTo>
                  <a:pt x="0" y="0"/>
                </a:moveTo>
                <a:lnTo>
                  <a:pt x="3645" y="17105"/>
                </a:lnTo>
                <a:lnTo>
                  <a:pt x="9184" y="31687"/>
                </a:lnTo>
                <a:lnTo>
                  <a:pt x="16404" y="43850"/>
                </a:lnTo>
                <a:lnTo>
                  <a:pt x="25097" y="53700"/>
                </a:lnTo>
                <a:lnTo>
                  <a:pt x="35052" y="61341"/>
                </a:lnTo>
                <a:lnTo>
                  <a:pt x="46058" y="66879"/>
                </a:lnTo>
                <a:lnTo>
                  <a:pt x="57906" y="70419"/>
                </a:lnTo>
                <a:lnTo>
                  <a:pt x="70384" y="72067"/>
                </a:lnTo>
                <a:lnTo>
                  <a:pt x="83284" y="71927"/>
                </a:lnTo>
                <a:lnTo>
                  <a:pt x="96393" y="70104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Online line 66">
            <a:extLst>
              <a:ext uri="{FF2B5EF4-FFF2-40B4-BE49-F238E27FC236}">
                <a16:creationId xmlns:a16="http://schemas.microsoft.com/office/drawing/2014/main" id="{23E2B225-45F9-4BFA-B11A-6EA6ABD14030}"/>
              </a:ext>
            </a:extLst>
          </p:cNvPr>
          <p:cNvSpPr>
            <a:spLocks noGrp="1"/>
          </p:cNvSpPr>
          <p:nvPr/>
        </p:nvSpPr>
        <p:spPr>
          <a:xfrm>
            <a:off x="8656701" y="5859469"/>
            <a:ext cx="105997" cy="78797"/>
          </a:xfrm>
          <a:custGeom>
            <a:avLst/>
            <a:gdLst/>
            <a:ahLst/>
            <a:cxnLst/>
            <a:rect l="0" t="0" r="0" b="0"/>
            <a:pathLst>
              <a:path w="105997" h="78797">
                <a:moveTo>
                  <a:pt x="0" y="8693"/>
                </a:moveTo>
                <a:lnTo>
                  <a:pt x="18087" y="2611"/>
                </a:lnTo>
                <a:lnTo>
                  <a:pt x="35332" y="0"/>
                </a:lnTo>
                <a:lnTo>
                  <a:pt x="51421" y="648"/>
                </a:lnTo>
                <a:lnTo>
                  <a:pt x="66038" y="4346"/>
                </a:lnTo>
                <a:lnTo>
                  <a:pt x="78867" y="10884"/>
                </a:lnTo>
                <a:lnTo>
                  <a:pt x="89593" y="20050"/>
                </a:lnTo>
                <a:lnTo>
                  <a:pt x="97900" y="31634"/>
                </a:lnTo>
                <a:lnTo>
                  <a:pt x="103474" y="45427"/>
                </a:lnTo>
                <a:lnTo>
                  <a:pt x="105997" y="61218"/>
                </a:lnTo>
                <a:lnTo>
                  <a:pt x="105156" y="78797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Online line 67">
            <a:extLst>
              <a:ext uri="{FF2B5EF4-FFF2-40B4-BE49-F238E27FC236}">
                <a16:creationId xmlns:a16="http://schemas.microsoft.com/office/drawing/2014/main" id="{BA15720C-C86A-4583-9307-0B805657204F}"/>
              </a:ext>
            </a:extLst>
          </p:cNvPr>
          <p:cNvSpPr>
            <a:spLocks noGrp="1"/>
          </p:cNvSpPr>
          <p:nvPr/>
        </p:nvSpPr>
        <p:spPr>
          <a:xfrm>
            <a:off x="8700516" y="5947029"/>
            <a:ext cx="97243" cy="65898"/>
          </a:xfrm>
          <a:custGeom>
            <a:avLst/>
            <a:gdLst/>
            <a:ahLst/>
            <a:cxnLst/>
            <a:rect l="0" t="0" r="0" b="0"/>
            <a:pathLst>
              <a:path w="97243" h="65898">
                <a:moveTo>
                  <a:pt x="0" y="61341"/>
                </a:moveTo>
                <a:lnTo>
                  <a:pt x="15712" y="65065"/>
                </a:lnTo>
                <a:lnTo>
                  <a:pt x="31056" y="65898"/>
                </a:lnTo>
                <a:lnTo>
                  <a:pt x="45664" y="64101"/>
                </a:lnTo>
                <a:lnTo>
                  <a:pt x="59168" y="59939"/>
                </a:lnTo>
                <a:lnTo>
                  <a:pt x="71199" y="53673"/>
                </a:lnTo>
                <a:lnTo>
                  <a:pt x="81391" y="45568"/>
                </a:lnTo>
                <a:lnTo>
                  <a:pt x="89374" y="35884"/>
                </a:lnTo>
                <a:lnTo>
                  <a:pt x="94781" y="24887"/>
                </a:lnTo>
                <a:lnTo>
                  <a:pt x="97243" y="12838"/>
                </a:lnTo>
                <a:lnTo>
                  <a:pt x="96393" y="0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Online line 68">
            <a:extLst>
              <a:ext uri="{FF2B5EF4-FFF2-40B4-BE49-F238E27FC236}">
                <a16:creationId xmlns:a16="http://schemas.microsoft.com/office/drawing/2014/main" id="{7EA8956A-859F-4688-8FEF-73F6F19F1834}"/>
              </a:ext>
            </a:extLst>
          </p:cNvPr>
          <p:cNvSpPr>
            <a:spLocks noGrp="1"/>
          </p:cNvSpPr>
          <p:nvPr/>
        </p:nvSpPr>
        <p:spPr>
          <a:xfrm>
            <a:off x="8902065" y="5745480"/>
            <a:ext cx="96393" cy="72067"/>
          </a:xfrm>
          <a:custGeom>
            <a:avLst/>
            <a:gdLst/>
            <a:ahLst/>
            <a:cxnLst/>
            <a:rect l="0" t="0" r="0" b="0"/>
            <a:pathLst>
              <a:path w="96393" h="72067">
                <a:moveTo>
                  <a:pt x="96393" y="0"/>
                </a:moveTo>
                <a:lnTo>
                  <a:pt x="92748" y="17105"/>
                </a:lnTo>
                <a:lnTo>
                  <a:pt x="87209" y="31687"/>
                </a:lnTo>
                <a:lnTo>
                  <a:pt x="79989" y="43850"/>
                </a:lnTo>
                <a:lnTo>
                  <a:pt x="71296" y="53700"/>
                </a:lnTo>
                <a:lnTo>
                  <a:pt x="61341" y="61341"/>
                </a:lnTo>
                <a:lnTo>
                  <a:pt x="50335" y="66879"/>
                </a:lnTo>
                <a:lnTo>
                  <a:pt x="38487" y="70419"/>
                </a:lnTo>
                <a:lnTo>
                  <a:pt x="26009" y="72067"/>
                </a:lnTo>
                <a:lnTo>
                  <a:pt x="13109" y="71927"/>
                </a:lnTo>
                <a:lnTo>
                  <a:pt x="0" y="70104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Online line 69">
            <a:extLst>
              <a:ext uri="{FF2B5EF4-FFF2-40B4-BE49-F238E27FC236}">
                <a16:creationId xmlns:a16="http://schemas.microsoft.com/office/drawing/2014/main" id="{3D101ADF-E5A8-49BB-8598-6CE0CFF274A1}"/>
              </a:ext>
            </a:extLst>
          </p:cNvPr>
          <p:cNvSpPr>
            <a:spLocks noGrp="1"/>
          </p:cNvSpPr>
          <p:nvPr/>
        </p:nvSpPr>
        <p:spPr>
          <a:xfrm>
            <a:off x="8953802" y="5859469"/>
            <a:ext cx="105997" cy="78797"/>
          </a:xfrm>
          <a:custGeom>
            <a:avLst/>
            <a:gdLst/>
            <a:ahLst/>
            <a:cxnLst/>
            <a:rect l="0" t="0" r="0" b="0"/>
            <a:pathLst>
              <a:path w="105997" h="78797">
                <a:moveTo>
                  <a:pt x="105997" y="8693"/>
                </a:moveTo>
                <a:lnTo>
                  <a:pt x="87910" y="2611"/>
                </a:lnTo>
                <a:lnTo>
                  <a:pt x="70665" y="0"/>
                </a:lnTo>
                <a:lnTo>
                  <a:pt x="54576" y="648"/>
                </a:lnTo>
                <a:lnTo>
                  <a:pt x="39959" y="4346"/>
                </a:lnTo>
                <a:lnTo>
                  <a:pt x="27130" y="10884"/>
                </a:lnTo>
                <a:lnTo>
                  <a:pt x="16404" y="20050"/>
                </a:lnTo>
                <a:lnTo>
                  <a:pt x="8097" y="31634"/>
                </a:lnTo>
                <a:lnTo>
                  <a:pt x="2524" y="45427"/>
                </a:lnTo>
                <a:lnTo>
                  <a:pt x="0" y="61218"/>
                </a:lnTo>
                <a:lnTo>
                  <a:pt x="841" y="78797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Online line 70">
            <a:extLst>
              <a:ext uri="{FF2B5EF4-FFF2-40B4-BE49-F238E27FC236}">
                <a16:creationId xmlns:a16="http://schemas.microsoft.com/office/drawing/2014/main" id="{A19FABCA-891F-470C-B194-252EADC61F76}"/>
              </a:ext>
            </a:extLst>
          </p:cNvPr>
          <p:cNvSpPr>
            <a:spLocks noGrp="1"/>
          </p:cNvSpPr>
          <p:nvPr/>
        </p:nvSpPr>
        <p:spPr>
          <a:xfrm>
            <a:off x="8918741" y="5947029"/>
            <a:ext cx="97243" cy="65898"/>
          </a:xfrm>
          <a:custGeom>
            <a:avLst/>
            <a:gdLst/>
            <a:ahLst/>
            <a:cxnLst/>
            <a:rect l="0" t="0" r="0" b="0"/>
            <a:pathLst>
              <a:path w="97243" h="65898">
                <a:moveTo>
                  <a:pt x="97243" y="61341"/>
                </a:moveTo>
                <a:lnTo>
                  <a:pt x="81531" y="65065"/>
                </a:lnTo>
                <a:lnTo>
                  <a:pt x="66187" y="65898"/>
                </a:lnTo>
                <a:lnTo>
                  <a:pt x="51579" y="64101"/>
                </a:lnTo>
                <a:lnTo>
                  <a:pt x="38075" y="59939"/>
                </a:lnTo>
                <a:lnTo>
                  <a:pt x="26044" y="53673"/>
                </a:lnTo>
                <a:lnTo>
                  <a:pt x="15852" y="45568"/>
                </a:lnTo>
                <a:lnTo>
                  <a:pt x="7869" y="35884"/>
                </a:lnTo>
                <a:lnTo>
                  <a:pt x="2462" y="24887"/>
                </a:lnTo>
                <a:lnTo>
                  <a:pt x="0" y="12838"/>
                </a:lnTo>
                <a:lnTo>
                  <a:pt x="850" y="0"/>
                </a:lnTo>
              </a:path>
            </a:pathLst>
          </a:custGeom>
          <a:noFill/>
          <a:ln w="21908">
            <a:solidFill>
              <a:srgbClr val="986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Online text 71: Execution LLM">
            <a:extLst>
              <a:ext uri="{FF2B5EF4-FFF2-40B4-BE49-F238E27FC236}">
                <a16:creationId xmlns:a16="http://schemas.microsoft.com/office/drawing/2014/main" id="{E3D2D1EC-CB51-4C4E-9DD8-00AB762F89F9}"/>
              </a:ext>
            </a:extLst>
          </p:cNvPr>
          <p:cNvSpPr>
            <a:spLocks noGrp="1"/>
          </p:cNvSpPr>
          <p:nvPr/>
        </p:nvSpPr>
        <p:spPr>
          <a:xfrm>
            <a:off x="7921695" y="6223064"/>
            <a:ext cx="1873110" cy="334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Execution LLM</a:t>
            </a:r>
          </a:p>
        </p:txBody>
      </p:sp>
      <p:sp>
        <p:nvSpPr>
          <p:cNvPr id="72" name="Online module 72">
            <a:extLst>
              <a:ext uri="{FF2B5EF4-FFF2-40B4-BE49-F238E27FC236}">
                <a16:creationId xmlns:a16="http://schemas.microsoft.com/office/drawing/2014/main" id="{6FA14F3D-331E-4BB5-A30F-1E33D9DF22E4}"/>
              </a:ext>
            </a:extLst>
          </p:cNvPr>
          <p:cNvSpPr>
            <a:spLocks noGrp="1"/>
          </p:cNvSpPr>
          <p:nvPr/>
        </p:nvSpPr>
        <p:spPr>
          <a:xfrm>
            <a:off x="11334750" y="552450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F0E8F9"/>
          </a:solidFill>
          <a:ln w="20955">
            <a:solidFill>
              <a:srgbClr val="92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Online line 73">
            <a:extLst>
              <a:ext uri="{FF2B5EF4-FFF2-40B4-BE49-F238E27FC236}">
                <a16:creationId xmlns:a16="http://schemas.microsoft.com/office/drawing/2014/main" id="{72D5FB5D-FCFF-44E6-B552-F1CE30625063}"/>
              </a:ext>
            </a:extLst>
          </p:cNvPr>
          <p:cNvSpPr>
            <a:spLocks noGrp="1"/>
          </p:cNvSpPr>
          <p:nvPr/>
        </p:nvSpPr>
        <p:spPr>
          <a:xfrm>
            <a:off x="12149685" y="5680853"/>
            <a:ext cx="232815" cy="402003"/>
          </a:xfrm>
          <a:custGeom>
            <a:avLst/>
            <a:gdLst/>
            <a:ahLst/>
            <a:cxnLst/>
            <a:rect l="0" t="0" r="0" b="0"/>
            <a:pathLst>
              <a:path w="232815" h="402003">
                <a:moveTo>
                  <a:pt x="232815" y="47101"/>
                </a:moveTo>
                <a:lnTo>
                  <a:pt x="220609" y="28427"/>
                </a:lnTo>
                <a:lnTo>
                  <a:pt x="205615" y="14433"/>
                </a:lnTo>
                <a:lnTo>
                  <a:pt x="188729" y="5065"/>
                </a:lnTo>
                <a:lnTo>
                  <a:pt x="170843" y="272"/>
                </a:lnTo>
                <a:lnTo>
                  <a:pt x="152853" y="0"/>
                </a:lnTo>
                <a:lnTo>
                  <a:pt x="135651" y="4197"/>
                </a:lnTo>
                <a:lnTo>
                  <a:pt x="120132" y="12812"/>
                </a:lnTo>
                <a:lnTo>
                  <a:pt x="107189" y="25790"/>
                </a:lnTo>
                <a:lnTo>
                  <a:pt x="97716" y="43079"/>
                </a:lnTo>
                <a:lnTo>
                  <a:pt x="92607" y="64627"/>
                </a:lnTo>
                <a:lnTo>
                  <a:pt x="72435" y="66643"/>
                </a:lnTo>
                <a:lnTo>
                  <a:pt x="54260" y="72339"/>
                </a:lnTo>
                <a:lnTo>
                  <a:pt x="38505" y="81189"/>
                </a:lnTo>
                <a:lnTo>
                  <a:pt x="25588" y="92669"/>
                </a:lnTo>
                <a:lnTo>
                  <a:pt x="15931" y="106251"/>
                </a:lnTo>
                <a:lnTo>
                  <a:pt x="9955" y="121411"/>
                </a:lnTo>
                <a:lnTo>
                  <a:pt x="8079" y="137623"/>
                </a:lnTo>
                <a:lnTo>
                  <a:pt x="10726" y="154360"/>
                </a:lnTo>
                <a:lnTo>
                  <a:pt x="18315" y="171098"/>
                </a:lnTo>
                <a:lnTo>
                  <a:pt x="31266" y="187309"/>
                </a:lnTo>
                <a:lnTo>
                  <a:pt x="15695" y="204011"/>
                </a:lnTo>
                <a:lnTo>
                  <a:pt x="5538" y="222081"/>
                </a:lnTo>
                <a:lnTo>
                  <a:pt x="429" y="240781"/>
                </a:lnTo>
                <a:lnTo>
                  <a:pt x="0" y="259376"/>
                </a:lnTo>
                <a:lnTo>
                  <a:pt x="3882" y="277130"/>
                </a:lnTo>
                <a:lnTo>
                  <a:pt x="11707" y="293306"/>
                </a:lnTo>
                <a:lnTo>
                  <a:pt x="23108" y="307169"/>
                </a:lnTo>
                <a:lnTo>
                  <a:pt x="37716" y="317983"/>
                </a:lnTo>
                <a:lnTo>
                  <a:pt x="55163" y="325011"/>
                </a:lnTo>
                <a:lnTo>
                  <a:pt x="75081" y="327517"/>
                </a:lnTo>
                <a:lnTo>
                  <a:pt x="80681" y="351668"/>
                </a:lnTo>
                <a:lnTo>
                  <a:pt x="91486" y="371402"/>
                </a:lnTo>
                <a:lnTo>
                  <a:pt x="106392" y="386510"/>
                </a:lnTo>
                <a:lnTo>
                  <a:pt x="124294" y="396780"/>
                </a:lnTo>
                <a:lnTo>
                  <a:pt x="144090" y="402003"/>
                </a:lnTo>
                <a:lnTo>
                  <a:pt x="164674" y="401968"/>
                </a:lnTo>
                <a:lnTo>
                  <a:pt x="184943" y="396464"/>
                </a:lnTo>
                <a:lnTo>
                  <a:pt x="203792" y="385283"/>
                </a:lnTo>
                <a:lnTo>
                  <a:pt x="220118" y="368212"/>
                </a:lnTo>
                <a:lnTo>
                  <a:pt x="232815" y="345043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Online line 74">
            <a:extLst>
              <a:ext uri="{FF2B5EF4-FFF2-40B4-BE49-F238E27FC236}">
                <a16:creationId xmlns:a16="http://schemas.microsoft.com/office/drawing/2014/main" id="{9A14DC46-9947-4345-A18B-39F484DA87D2}"/>
              </a:ext>
            </a:extLst>
          </p:cNvPr>
          <p:cNvSpPr>
            <a:spLocks noGrp="1"/>
          </p:cNvSpPr>
          <p:nvPr/>
        </p:nvSpPr>
        <p:spPr>
          <a:xfrm>
            <a:off x="12382500" y="5680853"/>
            <a:ext cx="232815" cy="402003"/>
          </a:xfrm>
          <a:custGeom>
            <a:avLst/>
            <a:gdLst/>
            <a:ahLst/>
            <a:cxnLst/>
            <a:rect l="0" t="0" r="0" b="0"/>
            <a:pathLst>
              <a:path w="232815" h="402003">
                <a:moveTo>
                  <a:pt x="0" y="47101"/>
                </a:moveTo>
                <a:lnTo>
                  <a:pt x="12207" y="28427"/>
                </a:lnTo>
                <a:lnTo>
                  <a:pt x="27200" y="14433"/>
                </a:lnTo>
                <a:lnTo>
                  <a:pt x="44087" y="5065"/>
                </a:lnTo>
                <a:lnTo>
                  <a:pt x="61972" y="272"/>
                </a:lnTo>
                <a:lnTo>
                  <a:pt x="79962" y="0"/>
                </a:lnTo>
                <a:lnTo>
                  <a:pt x="97164" y="4197"/>
                </a:lnTo>
                <a:lnTo>
                  <a:pt x="112683" y="12812"/>
                </a:lnTo>
                <a:lnTo>
                  <a:pt x="125626" y="25790"/>
                </a:lnTo>
                <a:lnTo>
                  <a:pt x="135099" y="43079"/>
                </a:lnTo>
                <a:lnTo>
                  <a:pt x="140208" y="64627"/>
                </a:lnTo>
                <a:lnTo>
                  <a:pt x="160380" y="66643"/>
                </a:lnTo>
                <a:lnTo>
                  <a:pt x="178555" y="72339"/>
                </a:lnTo>
                <a:lnTo>
                  <a:pt x="194311" y="81189"/>
                </a:lnTo>
                <a:lnTo>
                  <a:pt x="207227" y="92669"/>
                </a:lnTo>
                <a:lnTo>
                  <a:pt x="216884" y="106251"/>
                </a:lnTo>
                <a:lnTo>
                  <a:pt x="222861" y="121411"/>
                </a:lnTo>
                <a:lnTo>
                  <a:pt x="224736" y="137623"/>
                </a:lnTo>
                <a:lnTo>
                  <a:pt x="222089" y="154360"/>
                </a:lnTo>
                <a:lnTo>
                  <a:pt x="214501" y="171098"/>
                </a:lnTo>
                <a:lnTo>
                  <a:pt x="201549" y="187309"/>
                </a:lnTo>
                <a:lnTo>
                  <a:pt x="217121" y="204011"/>
                </a:lnTo>
                <a:lnTo>
                  <a:pt x="227277" y="222081"/>
                </a:lnTo>
                <a:lnTo>
                  <a:pt x="232386" y="240781"/>
                </a:lnTo>
                <a:lnTo>
                  <a:pt x="232815" y="259376"/>
                </a:lnTo>
                <a:lnTo>
                  <a:pt x="228933" y="277130"/>
                </a:lnTo>
                <a:lnTo>
                  <a:pt x="221108" y="293306"/>
                </a:lnTo>
                <a:lnTo>
                  <a:pt x="209707" y="307169"/>
                </a:lnTo>
                <a:lnTo>
                  <a:pt x="195099" y="317983"/>
                </a:lnTo>
                <a:lnTo>
                  <a:pt x="177652" y="325011"/>
                </a:lnTo>
                <a:lnTo>
                  <a:pt x="157734" y="327517"/>
                </a:lnTo>
                <a:lnTo>
                  <a:pt x="152134" y="351668"/>
                </a:lnTo>
                <a:lnTo>
                  <a:pt x="141330" y="371402"/>
                </a:lnTo>
                <a:lnTo>
                  <a:pt x="126424" y="386510"/>
                </a:lnTo>
                <a:lnTo>
                  <a:pt x="108521" y="396780"/>
                </a:lnTo>
                <a:lnTo>
                  <a:pt x="88725" y="402003"/>
                </a:lnTo>
                <a:lnTo>
                  <a:pt x="68141" y="401968"/>
                </a:lnTo>
                <a:lnTo>
                  <a:pt x="47872" y="396464"/>
                </a:lnTo>
                <a:lnTo>
                  <a:pt x="29023" y="385283"/>
                </a:lnTo>
                <a:lnTo>
                  <a:pt x="12698" y="368212"/>
                </a:lnTo>
                <a:lnTo>
                  <a:pt x="0" y="345043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Online line 75">
            <a:extLst>
              <a:ext uri="{FF2B5EF4-FFF2-40B4-BE49-F238E27FC236}">
                <a16:creationId xmlns:a16="http://schemas.microsoft.com/office/drawing/2014/main" id="{561C1B07-B56F-4EF0-83A5-2C1D0B0C70ED}"/>
              </a:ext>
            </a:extLst>
          </p:cNvPr>
          <p:cNvSpPr>
            <a:spLocks noGrp="1"/>
          </p:cNvSpPr>
          <p:nvPr/>
        </p:nvSpPr>
        <p:spPr>
          <a:xfrm>
            <a:off x="12382500" y="5727954"/>
            <a:ext cx="9525" cy="297942"/>
          </a:xfrm>
          <a:custGeom>
            <a:avLst/>
            <a:gdLst/>
            <a:ahLst/>
            <a:cxnLst/>
            <a:rect l="0" t="0" r="0" b="0"/>
            <a:pathLst>
              <a:path w="9525" h="297942">
                <a:moveTo>
                  <a:pt x="0" y="0"/>
                </a:moveTo>
                <a:lnTo>
                  <a:pt x="0" y="297942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Online line 76">
            <a:extLst>
              <a:ext uri="{FF2B5EF4-FFF2-40B4-BE49-F238E27FC236}">
                <a16:creationId xmlns:a16="http://schemas.microsoft.com/office/drawing/2014/main" id="{40D599A5-9733-470D-BC04-F5AE1A20827C}"/>
              </a:ext>
            </a:extLst>
          </p:cNvPr>
          <p:cNvSpPr>
            <a:spLocks noGrp="1"/>
          </p:cNvSpPr>
          <p:nvPr/>
        </p:nvSpPr>
        <p:spPr>
          <a:xfrm>
            <a:off x="12242292" y="5745480"/>
            <a:ext cx="96393" cy="72067"/>
          </a:xfrm>
          <a:custGeom>
            <a:avLst/>
            <a:gdLst/>
            <a:ahLst/>
            <a:cxnLst/>
            <a:rect l="0" t="0" r="0" b="0"/>
            <a:pathLst>
              <a:path w="96393" h="72067">
                <a:moveTo>
                  <a:pt x="0" y="0"/>
                </a:moveTo>
                <a:lnTo>
                  <a:pt x="3645" y="17105"/>
                </a:lnTo>
                <a:lnTo>
                  <a:pt x="9184" y="31687"/>
                </a:lnTo>
                <a:lnTo>
                  <a:pt x="16404" y="43850"/>
                </a:lnTo>
                <a:lnTo>
                  <a:pt x="25097" y="53700"/>
                </a:lnTo>
                <a:lnTo>
                  <a:pt x="35052" y="61341"/>
                </a:lnTo>
                <a:lnTo>
                  <a:pt x="46058" y="66879"/>
                </a:lnTo>
                <a:lnTo>
                  <a:pt x="57906" y="70419"/>
                </a:lnTo>
                <a:lnTo>
                  <a:pt x="70384" y="72067"/>
                </a:lnTo>
                <a:lnTo>
                  <a:pt x="83284" y="71927"/>
                </a:lnTo>
                <a:lnTo>
                  <a:pt x="96393" y="70104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Online line 77">
            <a:extLst>
              <a:ext uri="{FF2B5EF4-FFF2-40B4-BE49-F238E27FC236}">
                <a16:creationId xmlns:a16="http://schemas.microsoft.com/office/drawing/2014/main" id="{2C22F8CE-5DFA-4830-9886-4E4762FFE4B2}"/>
              </a:ext>
            </a:extLst>
          </p:cNvPr>
          <p:cNvSpPr>
            <a:spLocks noGrp="1"/>
          </p:cNvSpPr>
          <p:nvPr/>
        </p:nvSpPr>
        <p:spPr>
          <a:xfrm>
            <a:off x="12180951" y="5859469"/>
            <a:ext cx="105997" cy="78797"/>
          </a:xfrm>
          <a:custGeom>
            <a:avLst/>
            <a:gdLst/>
            <a:ahLst/>
            <a:cxnLst/>
            <a:rect l="0" t="0" r="0" b="0"/>
            <a:pathLst>
              <a:path w="105997" h="78797">
                <a:moveTo>
                  <a:pt x="0" y="8693"/>
                </a:moveTo>
                <a:lnTo>
                  <a:pt x="18087" y="2611"/>
                </a:lnTo>
                <a:lnTo>
                  <a:pt x="35332" y="0"/>
                </a:lnTo>
                <a:lnTo>
                  <a:pt x="51421" y="648"/>
                </a:lnTo>
                <a:lnTo>
                  <a:pt x="66038" y="4346"/>
                </a:lnTo>
                <a:lnTo>
                  <a:pt x="78867" y="10884"/>
                </a:lnTo>
                <a:lnTo>
                  <a:pt x="89593" y="20050"/>
                </a:lnTo>
                <a:lnTo>
                  <a:pt x="97900" y="31634"/>
                </a:lnTo>
                <a:lnTo>
                  <a:pt x="103474" y="45427"/>
                </a:lnTo>
                <a:lnTo>
                  <a:pt x="105997" y="61218"/>
                </a:lnTo>
                <a:lnTo>
                  <a:pt x="105156" y="78797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Online line 78">
            <a:extLst>
              <a:ext uri="{FF2B5EF4-FFF2-40B4-BE49-F238E27FC236}">
                <a16:creationId xmlns:a16="http://schemas.microsoft.com/office/drawing/2014/main" id="{C606E342-FC46-47D8-99F0-BF62738D498B}"/>
              </a:ext>
            </a:extLst>
          </p:cNvPr>
          <p:cNvSpPr>
            <a:spLocks noGrp="1"/>
          </p:cNvSpPr>
          <p:nvPr/>
        </p:nvSpPr>
        <p:spPr>
          <a:xfrm>
            <a:off x="12224766" y="5947029"/>
            <a:ext cx="97243" cy="65898"/>
          </a:xfrm>
          <a:custGeom>
            <a:avLst/>
            <a:gdLst/>
            <a:ahLst/>
            <a:cxnLst/>
            <a:rect l="0" t="0" r="0" b="0"/>
            <a:pathLst>
              <a:path w="97243" h="65898">
                <a:moveTo>
                  <a:pt x="0" y="61341"/>
                </a:moveTo>
                <a:lnTo>
                  <a:pt x="15712" y="65065"/>
                </a:lnTo>
                <a:lnTo>
                  <a:pt x="31056" y="65898"/>
                </a:lnTo>
                <a:lnTo>
                  <a:pt x="45664" y="64101"/>
                </a:lnTo>
                <a:lnTo>
                  <a:pt x="59168" y="59939"/>
                </a:lnTo>
                <a:lnTo>
                  <a:pt x="71199" y="53673"/>
                </a:lnTo>
                <a:lnTo>
                  <a:pt x="81391" y="45568"/>
                </a:lnTo>
                <a:lnTo>
                  <a:pt x="89374" y="35884"/>
                </a:lnTo>
                <a:lnTo>
                  <a:pt x="94781" y="24887"/>
                </a:lnTo>
                <a:lnTo>
                  <a:pt x="97243" y="12838"/>
                </a:lnTo>
                <a:lnTo>
                  <a:pt x="96393" y="0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Online line 79">
            <a:extLst>
              <a:ext uri="{FF2B5EF4-FFF2-40B4-BE49-F238E27FC236}">
                <a16:creationId xmlns:a16="http://schemas.microsoft.com/office/drawing/2014/main" id="{AF49CEC8-41E1-4BC4-9E86-1EEF480876BB}"/>
              </a:ext>
            </a:extLst>
          </p:cNvPr>
          <p:cNvSpPr>
            <a:spLocks noGrp="1"/>
          </p:cNvSpPr>
          <p:nvPr/>
        </p:nvSpPr>
        <p:spPr>
          <a:xfrm>
            <a:off x="12426315" y="5745480"/>
            <a:ext cx="96393" cy="72067"/>
          </a:xfrm>
          <a:custGeom>
            <a:avLst/>
            <a:gdLst/>
            <a:ahLst/>
            <a:cxnLst/>
            <a:rect l="0" t="0" r="0" b="0"/>
            <a:pathLst>
              <a:path w="96393" h="72067">
                <a:moveTo>
                  <a:pt x="96393" y="0"/>
                </a:moveTo>
                <a:lnTo>
                  <a:pt x="92748" y="17105"/>
                </a:lnTo>
                <a:lnTo>
                  <a:pt x="87209" y="31687"/>
                </a:lnTo>
                <a:lnTo>
                  <a:pt x="79989" y="43850"/>
                </a:lnTo>
                <a:lnTo>
                  <a:pt x="71296" y="53700"/>
                </a:lnTo>
                <a:lnTo>
                  <a:pt x="61341" y="61341"/>
                </a:lnTo>
                <a:lnTo>
                  <a:pt x="50335" y="66879"/>
                </a:lnTo>
                <a:lnTo>
                  <a:pt x="38487" y="70419"/>
                </a:lnTo>
                <a:lnTo>
                  <a:pt x="26009" y="72067"/>
                </a:lnTo>
                <a:lnTo>
                  <a:pt x="13109" y="71927"/>
                </a:lnTo>
                <a:lnTo>
                  <a:pt x="0" y="70104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Online line 80">
            <a:extLst>
              <a:ext uri="{FF2B5EF4-FFF2-40B4-BE49-F238E27FC236}">
                <a16:creationId xmlns:a16="http://schemas.microsoft.com/office/drawing/2014/main" id="{397325BA-216D-400B-8541-C6721993D466}"/>
              </a:ext>
            </a:extLst>
          </p:cNvPr>
          <p:cNvSpPr>
            <a:spLocks noGrp="1"/>
          </p:cNvSpPr>
          <p:nvPr/>
        </p:nvSpPr>
        <p:spPr>
          <a:xfrm>
            <a:off x="12478052" y="5859469"/>
            <a:ext cx="105997" cy="78797"/>
          </a:xfrm>
          <a:custGeom>
            <a:avLst/>
            <a:gdLst/>
            <a:ahLst/>
            <a:cxnLst/>
            <a:rect l="0" t="0" r="0" b="0"/>
            <a:pathLst>
              <a:path w="105997" h="78797">
                <a:moveTo>
                  <a:pt x="105997" y="8693"/>
                </a:moveTo>
                <a:lnTo>
                  <a:pt x="87910" y="2611"/>
                </a:lnTo>
                <a:lnTo>
                  <a:pt x="70665" y="0"/>
                </a:lnTo>
                <a:lnTo>
                  <a:pt x="54576" y="648"/>
                </a:lnTo>
                <a:lnTo>
                  <a:pt x="39959" y="4346"/>
                </a:lnTo>
                <a:lnTo>
                  <a:pt x="27130" y="10884"/>
                </a:lnTo>
                <a:lnTo>
                  <a:pt x="16404" y="20050"/>
                </a:lnTo>
                <a:lnTo>
                  <a:pt x="8097" y="31634"/>
                </a:lnTo>
                <a:lnTo>
                  <a:pt x="2524" y="45427"/>
                </a:lnTo>
                <a:lnTo>
                  <a:pt x="0" y="61218"/>
                </a:lnTo>
                <a:lnTo>
                  <a:pt x="841" y="78797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Online line 81">
            <a:extLst>
              <a:ext uri="{FF2B5EF4-FFF2-40B4-BE49-F238E27FC236}">
                <a16:creationId xmlns:a16="http://schemas.microsoft.com/office/drawing/2014/main" id="{9ABB3421-1CF2-4950-80E3-55F0D9AF8DDC}"/>
              </a:ext>
            </a:extLst>
          </p:cNvPr>
          <p:cNvSpPr>
            <a:spLocks noGrp="1"/>
          </p:cNvSpPr>
          <p:nvPr/>
        </p:nvSpPr>
        <p:spPr>
          <a:xfrm>
            <a:off x="12442991" y="5947029"/>
            <a:ext cx="97243" cy="65898"/>
          </a:xfrm>
          <a:custGeom>
            <a:avLst/>
            <a:gdLst/>
            <a:ahLst/>
            <a:cxnLst/>
            <a:rect l="0" t="0" r="0" b="0"/>
            <a:pathLst>
              <a:path w="97243" h="65898">
                <a:moveTo>
                  <a:pt x="97243" y="61341"/>
                </a:moveTo>
                <a:lnTo>
                  <a:pt x="81531" y="65065"/>
                </a:lnTo>
                <a:lnTo>
                  <a:pt x="66187" y="65898"/>
                </a:lnTo>
                <a:lnTo>
                  <a:pt x="51579" y="64101"/>
                </a:lnTo>
                <a:lnTo>
                  <a:pt x="38075" y="59939"/>
                </a:lnTo>
                <a:lnTo>
                  <a:pt x="26044" y="53673"/>
                </a:lnTo>
                <a:lnTo>
                  <a:pt x="15852" y="45568"/>
                </a:lnTo>
                <a:lnTo>
                  <a:pt x="7869" y="35884"/>
                </a:lnTo>
                <a:lnTo>
                  <a:pt x="2462" y="24887"/>
                </a:lnTo>
                <a:lnTo>
                  <a:pt x="0" y="12838"/>
                </a:lnTo>
                <a:lnTo>
                  <a:pt x="850" y="0"/>
                </a:lnTo>
              </a:path>
            </a:pathLst>
          </a:custGeom>
          <a:noFill/>
          <a:ln w="21908">
            <a:solidFill>
              <a:srgbClr val="765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Online text 82: Verifier LLM">
            <a:extLst>
              <a:ext uri="{FF2B5EF4-FFF2-40B4-BE49-F238E27FC236}">
                <a16:creationId xmlns:a16="http://schemas.microsoft.com/office/drawing/2014/main" id="{53B5ADFC-E535-4DB0-9595-12A5159F1133}"/>
              </a:ext>
            </a:extLst>
          </p:cNvPr>
          <p:cNvSpPr>
            <a:spLocks noGrp="1"/>
          </p:cNvSpPr>
          <p:nvPr/>
        </p:nvSpPr>
        <p:spPr>
          <a:xfrm>
            <a:off x="11615957" y="6223064"/>
            <a:ext cx="1533087" cy="334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Verifier LLM</a:t>
            </a:r>
          </a:p>
        </p:txBody>
      </p:sp>
      <p:sp>
        <p:nvSpPr>
          <p:cNvPr id="83" name="Online text 83: [2]">
            <a:extLst>
              <a:ext uri="{FF2B5EF4-FFF2-40B4-BE49-F238E27FC236}">
                <a16:creationId xmlns:a16="http://schemas.microsoft.com/office/drawing/2014/main" id="{17F588D5-EE64-46EF-9DCE-6EBF4D518A19}"/>
              </a:ext>
            </a:extLst>
          </p:cNvPr>
          <p:cNvSpPr>
            <a:spLocks noGrp="1"/>
          </p:cNvSpPr>
          <p:nvPr/>
        </p:nvSpPr>
        <p:spPr>
          <a:xfrm>
            <a:off x="12983489" y="5615273"/>
            <a:ext cx="294361" cy="2185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75" b="0">
                <a:solidFill>
                  <a:srgbClr val="76539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6539C"/>
                </a:solidFill>
                <a:latin typeface="Arial"/>
                <a:ea typeface="Arial"/>
                <a:cs typeface="Arial"/>
              </a:rPr>
              <a:t>[2]</a:t>
            </a:r>
          </a:p>
        </p:txBody>
      </p:sp>
      <p:sp>
        <p:nvSpPr>
          <p:cNvPr id="84" name="Online module 84">
            <a:extLst>
              <a:ext uri="{FF2B5EF4-FFF2-40B4-BE49-F238E27FC236}">
                <a16:creationId xmlns:a16="http://schemas.microsoft.com/office/drawing/2014/main" id="{5EDBEC6F-B336-4CED-AE86-4EFC6714F6C1}"/>
              </a:ext>
            </a:extLst>
          </p:cNvPr>
          <p:cNvSpPr>
            <a:spLocks noGrp="1"/>
          </p:cNvSpPr>
          <p:nvPr/>
        </p:nvSpPr>
        <p:spPr>
          <a:xfrm>
            <a:off x="11334750" y="819150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20955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Online line 85">
            <a:extLst>
              <a:ext uri="{FF2B5EF4-FFF2-40B4-BE49-F238E27FC236}">
                <a16:creationId xmlns:a16="http://schemas.microsoft.com/office/drawing/2014/main" id="{BC01F89A-D6E5-4F27-80DE-EEA680E5DF91}"/>
              </a:ext>
            </a:extLst>
          </p:cNvPr>
          <p:cNvSpPr>
            <a:spLocks noGrp="1"/>
          </p:cNvSpPr>
          <p:nvPr/>
        </p:nvSpPr>
        <p:spPr>
          <a:xfrm>
            <a:off x="12233529" y="8377428"/>
            <a:ext cx="297942" cy="341757"/>
          </a:xfrm>
          <a:custGeom>
            <a:avLst/>
            <a:gdLst/>
            <a:ahLst/>
            <a:cxnLst/>
            <a:rect l="0" t="0" r="0" b="0"/>
            <a:pathLst>
              <a:path w="297942" h="341757">
                <a:moveTo>
                  <a:pt x="148971" y="0"/>
                </a:moveTo>
                <a:lnTo>
                  <a:pt x="297942" y="61341"/>
                </a:lnTo>
                <a:lnTo>
                  <a:pt x="271653" y="210312"/>
                </a:lnTo>
                <a:lnTo>
                  <a:pt x="219075" y="289179"/>
                </a:lnTo>
                <a:lnTo>
                  <a:pt x="148971" y="341757"/>
                </a:lnTo>
                <a:lnTo>
                  <a:pt x="78867" y="289179"/>
                </a:lnTo>
                <a:lnTo>
                  <a:pt x="26289" y="210312"/>
                </a:lnTo>
                <a:lnTo>
                  <a:pt x="0" y="61341"/>
                </a:lnTo>
                <a:lnTo>
                  <a:pt x="148971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Online line 86">
            <a:extLst>
              <a:ext uri="{FF2B5EF4-FFF2-40B4-BE49-F238E27FC236}">
                <a16:creationId xmlns:a16="http://schemas.microsoft.com/office/drawing/2014/main" id="{8EF95775-B7E5-4AC9-972E-16667FAF8EA0}"/>
              </a:ext>
            </a:extLst>
          </p:cNvPr>
          <p:cNvSpPr>
            <a:spLocks noGrp="1"/>
          </p:cNvSpPr>
          <p:nvPr/>
        </p:nvSpPr>
        <p:spPr>
          <a:xfrm>
            <a:off x="12312396" y="8482584"/>
            <a:ext cx="148971" cy="113919"/>
          </a:xfrm>
          <a:custGeom>
            <a:avLst/>
            <a:gdLst/>
            <a:ahLst/>
            <a:cxnLst/>
            <a:rect l="0" t="0" r="0" b="0"/>
            <a:pathLst>
              <a:path w="148971" h="113919">
                <a:moveTo>
                  <a:pt x="0" y="52578"/>
                </a:moveTo>
                <a:lnTo>
                  <a:pt x="52578" y="113919"/>
                </a:lnTo>
                <a:lnTo>
                  <a:pt x="148971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Online text 87: Action verifier">
            <a:extLst>
              <a:ext uri="{FF2B5EF4-FFF2-40B4-BE49-F238E27FC236}">
                <a16:creationId xmlns:a16="http://schemas.microsoft.com/office/drawing/2014/main" id="{E91F9FE4-8E28-4DFF-8CDE-814055BCCE4D}"/>
              </a:ext>
            </a:extLst>
          </p:cNvPr>
          <p:cNvSpPr>
            <a:spLocks noGrp="1"/>
          </p:cNvSpPr>
          <p:nvPr/>
        </p:nvSpPr>
        <p:spPr>
          <a:xfrm>
            <a:off x="11492751" y="8890064"/>
            <a:ext cx="1779499" cy="334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Action verifier</a:t>
            </a:r>
          </a:p>
        </p:txBody>
      </p:sp>
      <p:sp>
        <p:nvSpPr>
          <p:cNvPr id="88" name="Online text 88: [1]">
            <a:extLst>
              <a:ext uri="{FF2B5EF4-FFF2-40B4-BE49-F238E27FC236}">
                <a16:creationId xmlns:a16="http://schemas.microsoft.com/office/drawing/2014/main" id="{25081642-6285-4343-A039-429306753E90}"/>
              </a:ext>
            </a:extLst>
          </p:cNvPr>
          <p:cNvSpPr>
            <a:spLocks noGrp="1"/>
          </p:cNvSpPr>
          <p:nvPr/>
        </p:nvSpPr>
        <p:spPr>
          <a:xfrm>
            <a:off x="12983489" y="8282273"/>
            <a:ext cx="294361" cy="2185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275" b="0">
                <a:solidFill>
                  <a:srgbClr val="2E5F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E5F8B"/>
                </a:solidFill>
                <a:latin typeface="Arial"/>
                <a:ea typeface="Arial"/>
                <a:cs typeface="Arial"/>
              </a:rPr>
              <a:t>[1]</a:t>
            </a:r>
          </a:p>
        </p:txBody>
      </p:sp>
      <p:sp>
        <p:nvSpPr>
          <p:cNvPr id="89" name="Online module 89">
            <a:extLst>
              <a:ext uri="{FF2B5EF4-FFF2-40B4-BE49-F238E27FC236}">
                <a16:creationId xmlns:a16="http://schemas.microsoft.com/office/drawing/2014/main" id="{7A05B0AE-36FA-48F8-B354-0205B03C3F67}"/>
              </a:ext>
            </a:extLst>
          </p:cNvPr>
          <p:cNvSpPr>
            <a:spLocks noGrp="1"/>
          </p:cNvSpPr>
          <p:nvPr/>
        </p:nvSpPr>
        <p:spPr>
          <a:xfrm>
            <a:off x="7810500" y="819150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20955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Online line 90">
            <a:extLst>
              <a:ext uri="{FF2B5EF4-FFF2-40B4-BE49-F238E27FC236}">
                <a16:creationId xmlns:a16="http://schemas.microsoft.com/office/drawing/2014/main" id="{06A67908-839F-4238-A4DB-44DEAA61E4EC}"/>
              </a:ext>
            </a:extLst>
          </p:cNvPr>
          <p:cNvSpPr>
            <a:spLocks noGrp="1"/>
          </p:cNvSpPr>
          <p:nvPr/>
        </p:nvSpPr>
        <p:spPr>
          <a:xfrm>
            <a:off x="8709279" y="8377428"/>
            <a:ext cx="306705" cy="359283"/>
          </a:xfrm>
          <a:custGeom>
            <a:avLst/>
            <a:gdLst/>
            <a:ahLst/>
            <a:cxnLst/>
            <a:rect l="0" t="0" r="0" b="0"/>
            <a:pathLst>
              <a:path w="306705" h="359283">
                <a:moveTo>
                  <a:pt x="0" y="315468"/>
                </a:moveTo>
                <a:lnTo>
                  <a:pt x="113919" y="201549"/>
                </a:lnTo>
                <a:lnTo>
                  <a:pt x="78867" y="122682"/>
                </a:lnTo>
                <a:lnTo>
                  <a:pt x="105156" y="35052"/>
                </a:lnTo>
                <a:lnTo>
                  <a:pt x="184023" y="0"/>
                </a:lnTo>
                <a:lnTo>
                  <a:pt x="166497" y="96393"/>
                </a:lnTo>
                <a:lnTo>
                  <a:pt x="227838" y="140208"/>
                </a:lnTo>
                <a:lnTo>
                  <a:pt x="306705" y="87630"/>
                </a:lnTo>
                <a:lnTo>
                  <a:pt x="306705" y="184023"/>
                </a:lnTo>
                <a:lnTo>
                  <a:pt x="245364" y="245364"/>
                </a:lnTo>
                <a:lnTo>
                  <a:pt x="175260" y="236601"/>
                </a:lnTo>
                <a:lnTo>
                  <a:pt x="52578" y="359283"/>
                </a:lnTo>
                <a:lnTo>
                  <a:pt x="0" y="315468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Online polygon 91">
            <a:extLst>
              <a:ext uri="{FF2B5EF4-FFF2-40B4-BE49-F238E27FC236}">
                <a16:creationId xmlns:a16="http://schemas.microsoft.com/office/drawing/2014/main" id="{74E85546-CB36-47DE-9EDC-ECDC02576EE7}"/>
              </a:ext>
            </a:extLst>
          </p:cNvPr>
          <p:cNvSpPr>
            <a:spLocks noGrp="1"/>
          </p:cNvSpPr>
          <p:nvPr/>
        </p:nvSpPr>
        <p:spPr>
          <a:xfrm>
            <a:off x="8747836" y="8670112"/>
            <a:ext cx="28042" cy="28042"/>
          </a:xfrm>
          <a:custGeom>
            <a:avLst/>
            <a:gdLst/>
            <a:ahLst/>
            <a:cxnLst/>
            <a:rect l="0" t="0" r="0" b="0"/>
            <a:pathLst>
              <a:path w="28042" h="28042">
                <a:moveTo>
                  <a:pt x="28042" y="14021"/>
                </a:moveTo>
                <a:lnTo>
                  <a:pt x="27922" y="15851"/>
                </a:lnTo>
                <a:lnTo>
                  <a:pt x="27564" y="17650"/>
                </a:lnTo>
                <a:lnTo>
                  <a:pt x="26974" y="19386"/>
                </a:lnTo>
                <a:lnTo>
                  <a:pt x="26163" y="21031"/>
                </a:lnTo>
                <a:lnTo>
                  <a:pt x="25144" y="22556"/>
                </a:lnTo>
                <a:lnTo>
                  <a:pt x="23935" y="23935"/>
                </a:lnTo>
                <a:lnTo>
                  <a:pt x="22556" y="25144"/>
                </a:lnTo>
                <a:lnTo>
                  <a:pt x="21031" y="26163"/>
                </a:lnTo>
                <a:lnTo>
                  <a:pt x="19386" y="26974"/>
                </a:lnTo>
                <a:lnTo>
                  <a:pt x="17650" y="27564"/>
                </a:lnTo>
                <a:lnTo>
                  <a:pt x="15851" y="27922"/>
                </a:lnTo>
                <a:lnTo>
                  <a:pt x="14021" y="28042"/>
                </a:lnTo>
                <a:lnTo>
                  <a:pt x="12191" y="27922"/>
                </a:lnTo>
                <a:lnTo>
                  <a:pt x="10392" y="27564"/>
                </a:lnTo>
                <a:lnTo>
                  <a:pt x="8655" y="26974"/>
                </a:lnTo>
                <a:lnTo>
                  <a:pt x="7010" y="26163"/>
                </a:lnTo>
                <a:lnTo>
                  <a:pt x="5485" y="25144"/>
                </a:lnTo>
                <a:lnTo>
                  <a:pt x="4107" y="23935"/>
                </a:lnTo>
                <a:lnTo>
                  <a:pt x="2897" y="22556"/>
                </a:lnTo>
                <a:lnTo>
                  <a:pt x="1878" y="21031"/>
                </a:lnTo>
                <a:lnTo>
                  <a:pt x="1067" y="19386"/>
                </a:lnTo>
                <a:lnTo>
                  <a:pt x="478" y="17650"/>
                </a:lnTo>
                <a:lnTo>
                  <a:pt x="120" y="15851"/>
                </a:lnTo>
                <a:lnTo>
                  <a:pt x="0" y="14021"/>
                </a:lnTo>
                <a:lnTo>
                  <a:pt x="120" y="12191"/>
                </a:lnTo>
                <a:lnTo>
                  <a:pt x="478" y="10392"/>
                </a:lnTo>
                <a:lnTo>
                  <a:pt x="1067" y="8655"/>
                </a:lnTo>
                <a:lnTo>
                  <a:pt x="1878" y="7010"/>
                </a:lnTo>
                <a:lnTo>
                  <a:pt x="2897" y="5485"/>
                </a:lnTo>
                <a:lnTo>
                  <a:pt x="4107" y="4107"/>
                </a:lnTo>
                <a:lnTo>
                  <a:pt x="5485" y="2897"/>
                </a:lnTo>
                <a:lnTo>
                  <a:pt x="7010" y="1878"/>
                </a:lnTo>
                <a:lnTo>
                  <a:pt x="8655" y="1067"/>
                </a:lnTo>
                <a:lnTo>
                  <a:pt x="10392" y="478"/>
                </a:lnTo>
                <a:lnTo>
                  <a:pt x="12191" y="120"/>
                </a:lnTo>
                <a:lnTo>
                  <a:pt x="14021" y="0"/>
                </a:lnTo>
                <a:lnTo>
                  <a:pt x="15851" y="120"/>
                </a:lnTo>
                <a:lnTo>
                  <a:pt x="17650" y="478"/>
                </a:lnTo>
                <a:lnTo>
                  <a:pt x="19386" y="1067"/>
                </a:lnTo>
                <a:lnTo>
                  <a:pt x="21031" y="1878"/>
                </a:lnTo>
                <a:lnTo>
                  <a:pt x="22556" y="2897"/>
                </a:lnTo>
                <a:lnTo>
                  <a:pt x="23935" y="4107"/>
                </a:lnTo>
                <a:lnTo>
                  <a:pt x="25144" y="5485"/>
                </a:lnTo>
                <a:lnTo>
                  <a:pt x="26163" y="7010"/>
                </a:lnTo>
                <a:lnTo>
                  <a:pt x="26974" y="8655"/>
                </a:lnTo>
                <a:lnTo>
                  <a:pt x="27564" y="10392"/>
                </a:lnTo>
                <a:lnTo>
                  <a:pt x="27922" y="12191"/>
                </a:lnTo>
                <a:lnTo>
                  <a:pt x="28042" y="14021"/>
                </a:lnTo>
                <a:close/>
              </a:path>
            </a:pathLst>
          </a:custGeom>
          <a:solidFill>
            <a:srgbClr val="2E5F8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Online line 92">
            <a:extLst>
              <a:ext uri="{FF2B5EF4-FFF2-40B4-BE49-F238E27FC236}">
                <a16:creationId xmlns:a16="http://schemas.microsoft.com/office/drawing/2014/main" id="{E1D61B55-C4DD-4CFF-B75F-BA30EBA6EAB5}"/>
              </a:ext>
            </a:extLst>
          </p:cNvPr>
          <p:cNvSpPr>
            <a:spLocks noGrp="1"/>
          </p:cNvSpPr>
          <p:nvPr/>
        </p:nvSpPr>
        <p:spPr>
          <a:xfrm>
            <a:off x="8747836" y="8670112"/>
            <a:ext cx="28042" cy="28042"/>
          </a:xfrm>
          <a:custGeom>
            <a:avLst/>
            <a:gdLst/>
            <a:ahLst/>
            <a:cxnLst/>
            <a:rect l="0" t="0" r="0" b="0"/>
            <a:pathLst>
              <a:path w="28042" h="28042">
                <a:moveTo>
                  <a:pt x="28042" y="14021"/>
                </a:moveTo>
                <a:lnTo>
                  <a:pt x="27922" y="15851"/>
                </a:lnTo>
                <a:lnTo>
                  <a:pt x="27564" y="17650"/>
                </a:lnTo>
                <a:lnTo>
                  <a:pt x="26974" y="19386"/>
                </a:lnTo>
                <a:lnTo>
                  <a:pt x="26163" y="21031"/>
                </a:lnTo>
                <a:lnTo>
                  <a:pt x="25144" y="22556"/>
                </a:lnTo>
                <a:lnTo>
                  <a:pt x="23935" y="23935"/>
                </a:lnTo>
                <a:lnTo>
                  <a:pt x="22556" y="25144"/>
                </a:lnTo>
                <a:lnTo>
                  <a:pt x="21031" y="26163"/>
                </a:lnTo>
                <a:lnTo>
                  <a:pt x="19386" y="26974"/>
                </a:lnTo>
                <a:lnTo>
                  <a:pt x="17650" y="27564"/>
                </a:lnTo>
                <a:lnTo>
                  <a:pt x="15851" y="27922"/>
                </a:lnTo>
                <a:lnTo>
                  <a:pt x="14021" y="28042"/>
                </a:lnTo>
                <a:lnTo>
                  <a:pt x="12191" y="27922"/>
                </a:lnTo>
                <a:lnTo>
                  <a:pt x="10392" y="27564"/>
                </a:lnTo>
                <a:lnTo>
                  <a:pt x="8655" y="26974"/>
                </a:lnTo>
                <a:lnTo>
                  <a:pt x="7010" y="26163"/>
                </a:lnTo>
                <a:lnTo>
                  <a:pt x="5485" y="25144"/>
                </a:lnTo>
                <a:lnTo>
                  <a:pt x="4107" y="23935"/>
                </a:lnTo>
                <a:lnTo>
                  <a:pt x="2897" y="22556"/>
                </a:lnTo>
                <a:lnTo>
                  <a:pt x="1878" y="21031"/>
                </a:lnTo>
                <a:lnTo>
                  <a:pt x="1067" y="19386"/>
                </a:lnTo>
                <a:lnTo>
                  <a:pt x="478" y="17650"/>
                </a:lnTo>
                <a:lnTo>
                  <a:pt x="120" y="15851"/>
                </a:lnTo>
                <a:lnTo>
                  <a:pt x="0" y="14021"/>
                </a:lnTo>
                <a:lnTo>
                  <a:pt x="120" y="12191"/>
                </a:lnTo>
                <a:lnTo>
                  <a:pt x="478" y="10392"/>
                </a:lnTo>
                <a:lnTo>
                  <a:pt x="1067" y="8655"/>
                </a:lnTo>
                <a:lnTo>
                  <a:pt x="1878" y="7010"/>
                </a:lnTo>
                <a:lnTo>
                  <a:pt x="2897" y="5485"/>
                </a:lnTo>
                <a:lnTo>
                  <a:pt x="4107" y="4107"/>
                </a:lnTo>
                <a:lnTo>
                  <a:pt x="5485" y="2897"/>
                </a:lnTo>
                <a:lnTo>
                  <a:pt x="7010" y="1878"/>
                </a:lnTo>
                <a:lnTo>
                  <a:pt x="8655" y="1067"/>
                </a:lnTo>
                <a:lnTo>
                  <a:pt x="10392" y="478"/>
                </a:lnTo>
                <a:lnTo>
                  <a:pt x="12191" y="120"/>
                </a:lnTo>
                <a:lnTo>
                  <a:pt x="14021" y="0"/>
                </a:lnTo>
                <a:lnTo>
                  <a:pt x="15851" y="120"/>
                </a:lnTo>
                <a:lnTo>
                  <a:pt x="17650" y="478"/>
                </a:lnTo>
                <a:lnTo>
                  <a:pt x="19386" y="1067"/>
                </a:lnTo>
                <a:lnTo>
                  <a:pt x="21031" y="1878"/>
                </a:lnTo>
                <a:lnTo>
                  <a:pt x="22556" y="2897"/>
                </a:lnTo>
                <a:lnTo>
                  <a:pt x="23935" y="4107"/>
                </a:lnTo>
                <a:lnTo>
                  <a:pt x="25144" y="5485"/>
                </a:lnTo>
                <a:lnTo>
                  <a:pt x="26163" y="7010"/>
                </a:lnTo>
                <a:lnTo>
                  <a:pt x="26974" y="8655"/>
                </a:lnTo>
                <a:lnTo>
                  <a:pt x="27564" y="10392"/>
                </a:lnTo>
                <a:lnTo>
                  <a:pt x="27922" y="12191"/>
                </a:lnTo>
                <a:lnTo>
                  <a:pt x="28042" y="14021"/>
                </a:lnTo>
              </a:path>
            </a:pathLst>
          </a:custGeom>
          <a:noFill/>
          <a:ln w="9525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Online text 93: Tool node">
            <a:extLst>
              <a:ext uri="{FF2B5EF4-FFF2-40B4-BE49-F238E27FC236}">
                <a16:creationId xmlns:a16="http://schemas.microsoft.com/office/drawing/2014/main" id="{548B9126-2E5F-4826-B1CF-02964153A770}"/>
              </a:ext>
            </a:extLst>
          </p:cNvPr>
          <p:cNvSpPr>
            <a:spLocks noGrp="1"/>
          </p:cNvSpPr>
          <p:nvPr/>
        </p:nvSpPr>
        <p:spPr>
          <a:xfrm>
            <a:off x="8219370" y="8890064"/>
            <a:ext cx="1277760" cy="334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Tool node</a:t>
            </a:r>
          </a:p>
        </p:txBody>
      </p:sp>
      <p:sp>
        <p:nvSpPr>
          <p:cNvPr id="94" name="Online module 94">
            <a:extLst>
              <a:ext uri="{FF2B5EF4-FFF2-40B4-BE49-F238E27FC236}">
                <a16:creationId xmlns:a16="http://schemas.microsoft.com/office/drawing/2014/main" id="{BAF55994-4CA0-441A-827B-1DE0C3A3D5D6}"/>
              </a:ext>
            </a:extLst>
          </p:cNvPr>
          <p:cNvSpPr>
            <a:spLocks noGrp="1"/>
          </p:cNvSpPr>
          <p:nvPr/>
        </p:nvSpPr>
        <p:spPr>
          <a:xfrm>
            <a:off x="4286250" y="819150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20955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Online module 95">
            <a:extLst>
              <a:ext uri="{FF2B5EF4-FFF2-40B4-BE49-F238E27FC236}">
                <a16:creationId xmlns:a16="http://schemas.microsoft.com/office/drawing/2014/main" id="{81EF28B6-3DD9-404A-A15B-F2446C36D82C}"/>
              </a:ext>
            </a:extLst>
          </p:cNvPr>
          <p:cNvSpPr>
            <a:spLocks noGrp="1"/>
          </p:cNvSpPr>
          <p:nvPr/>
        </p:nvSpPr>
        <p:spPr>
          <a:xfrm>
            <a:off x="5185029" y="8403717"/>
            <a:ext cx="227838" cy="262890"/>
          </a:xfrm>
          <a:prstGeom prst="roundRect">
            <a:avLst>
              <a:gd name="adj" fmla="val 7692"/>
            </a:avLst>
          </a:prstGeom>
          <a:noFill/>
          <a:ln w="21031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Online line 96">
            <a:extLst>
              <a:ext uri="{FF2B5EF4-FFF2-40B4-BE49-F238E27FC236}">
                <a16:creationId xmlns:a16="http://schemas.microsoft.com/office/drawing/2014/main" id="{F0130C19-5B15-4D70-84CE-2FE6EA7921FB}"/>
              </a:ext>
            </a:extLst>
          </p:cNvPr>
          <p:cNvSpPr>
            <a:spLocks noGrp="1"/>
          </p:cNvSpPr>
          <p:nvPr/>
        </p:nvSpPr>
        <p:spPr>
          <a:xfrm>
            <a:off x="5237607" y="8482584"/>
            <a:ext cx="122682" cy="9525"/>
          </a:xfrm>
          <a:custGeom>
            <a:avLst/>
            <a:gdLst/>
            <a:ahLst/>
            <a:cxnLst/>
            <a:rect l="0" t="0" r="0" b="0"/>
            <a:pathLst>
              <a:path w="122682" h="9525">
                <a:moveTo>
                  <a:pt x="0" y="0"/>
                </a:moveTo>
                <a:lnTo>
                  <a:pt x="122682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Online line 97">
            <a:extLst>
              <a:ext uri="{FF2B5EF4-FFF2-40B4-BE49-F238E27FC236}">
                <a16:creationId xmlns:a16="http://schemas.microsoft.com/office/drawing/2014/main" id="{C85B5A26-49CC-4815-AEBB-BFD7C7600FFD}"/>
              </a:ext>
            </a:extLst>
          </p:cNvPr>
          <p:cNvSpPr>
            <a:spLocks noGrp="1"/>
          </p:cNvSpPr>
          <p:nvPr/>
        </p:nvSpPr>
        <p:spPr>
          <a:xfrm>
            <a:off x="5237607" y="8543925"/>
            <a:ext cx="96393" cy="9525"/>
          </a:xfrm>
          <a:custGeom>
            <a:avLst/>
            <a:gdLst/>
            <a:ahLst/>
            <a:cxnLst/>
            <a:rect l="0" t="0" r="0" b="0"/>
            <a:pathLst>
              <a:path w="96393" h="9525">
                <a:moveTo>
                  <a:pt x="0" y="0"/>
                </a:moveTo>
                <a:lnTo>
                  <a:pt x="96393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Online line 98">
            <a:extLst>
              <a:ext uri="{FF2B5EF4-FFF2-40B4-BE49-F238E27FC236}">
                <a16:creationId xmlns:a16="http://schemas.microsoft.com/office/drawing/2014/main" id="{5B9C4C1D-9F59-40FD-96E0-D2730FB6B278}"/>
              </a:ext>
            </a:extLst>
          </p:cNvPr>
          <p:cNvSpPr>
            <a:spLocks noGrp="1"/>
          </p:cNvSpPr>
          <p:nvPr/>
        </p:nvSpPr>
        <p:spPr>
          <a:xfrm>
            <a:off x="5439156" y="8526399"/>
            <a:ext cx="61341" cy="122682"/>
          </a:xfrm>
          <a:custGeom>
            <a:avLst/>
            <a:gdLst/>
            <a:ahLst/>
            <a:cxnLst/>
            <a:rect l="0" t="0" r="0" b="0"/>
            <a:pathLst>
              <a:path w="61341" h="122682">
                <a:moveTo>
                  <a:pt x="0" y="0"/>
                </a:moveTo>
                <a:lnTo>
                  <a:pt x="61341" y="61341"/>
                </a:lnTo>
                <a:lnTo>
                  <a:pt x="0" y="122682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Online line 99">
            <a:extLst>
              <a:ext uri="{FF2B5EF4-FFF2-40B4-BE49-F238E27FC236}">
                <a16:creationId xmlns:a16="http://schemas.microsoft.com/office/drawing/2014/main" id="{9B0C8BD5-2EEA-4FF5-B3AE-2B4A7BCE734D}"/>
              </a:ext>
            </a:extLst>
          </p:cNvPr>
          <p:cNvSpPr>
            <a:spLocks noGrp="1"/>
          </p:cNvSpPr>
          <p:nvPr/>
        </p:nvSpPr>
        <p:spPr>
          <a:xfrm>
            <a:off x="5342763" y="8587740"/>
            <a:ext cx="157734" cy="9525"/>
          </a:xfrm>
          <a:custGeom>
            <a:avLst/>
            <a:gdLst/>
            <a:ahLst/>
            <a:cxnLst/>
            <a:rect l="0" t="0" r="0" b="0"/>
            <a:pathLst>
              <a:path w="157734" h="9525">
                <a:moveTo>
                  <a:pt x="157734" y="0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Online line 100">
            <a:extLst>
              <a:ext uri="{FF2B5EF4-FFF2-40B4-BE49-F238E27FC236}">
                <a16:creationId xmlns:a16="http://schemas.microsoft.com/office/drawing/2014/main" id="{9D7798F7-5BA7-430A-AD43-6C3B4D96D5BF}"/>
              </a:ext>
            </a:extLst>
          </p:cNvPr>
          <p:cNvSpPr>
            <a:spLocks noGrp="1"/>
          </p:cNvSpPr>
          <p:nvPr/>
        </p:nvSpPr>
        <p:spPr>
          <a:xfrm>
            <a:off x="5176266" y="8649081"/>
            <a:ext cx="61341" cy="122682"/>
          </a:xfrm>
          <a:custGeom>
            <a:avLst/>
            <a:gdLst/>
            <a:ahLst/>
            <a:cxnLst/>
            <a:rect l="0" t="0" r="0" b="0"/>
            <a:pathLst>
              <a:path w="61341" h="122682">
                <a:moveTo>
                  <a:pt x="61341" y="0"/>
                </a:moveTo>
                <a:lnTo>
                  <a:pt x="0" y="61341"/>
                </a:lnTo>
                <a:lnTo>
                  <a:pt x="61341" y="122682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Online line 101">
            <a:extLst>
              <a:ext uri="{FF2B5EF4-FFF2-40B4-BE49-F238E27FC236}">
                <a16:creationId xmlns:a16="http://schemas.microsoft.com/office/drawing/2014/main" id="{AC2B3B2F-6FF3-4B5C-8BC9-F7C9623EF141}"/>
              </a:ext>
            </a:extLst>
          </p:cNvPr>
          <p:cNvSpPr>
            <a:spLocks noGrp="1"/>
          </p:cNvSpPr>
          <p:nvPr/>
        </p:nvSpPr>
        <p:spPr>
          <a:xfrm>
            <a:off x="5176266" y="8710422"/>
            <a:ext cx="227838" cy="9525"/>
          </a:xfrm>
          <a:custGeom>
            <a:avLst/>
            <a:gdLst/>
            <a:ahLst/>
            <a:cxnLst/>
            <a:rect l="0" t="0" r="0" b="0"/>
            <a:pathLst>
              <a:path w="227838" h="9525">
                <a:moveTo>
                  <a:pt x="0" y="0"/>
                </a:moveTo>
                <a:lnTo>
                  <a:pt x="227838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Online text 102: State update">
            <a:extLst>
              <a:ext uri="{FF2B5EF4-FFF2-40B4-BE49-F238E27FC236}">
                <a16:creationId xmlns:a16="http://schemas.microsoft.com/office/drawing/2014/main" id="{8ECA8460-D568-453D-B37C-8E599937C6FC}"/>
              </a:ext>
            </a:extLst>
          </p:cNvPr>
          <p:cNvSpPr>
            <a:spLocks noGrp="1"/>
          </p:cNvSpPr>
          <p:nvPr/>
        </p:nvSpPr>
        <p:spPr>
          <a:xfrm>
            <a:off x="4533776" y="8890064"/>
            <a:ext cx="1600448" cy="334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State update</a:t>
            </a:r>
          </a:p>
        </p:txBody>
      </p:sp>
      <p:sp>
        <p:nvSpPr>
          <p:cNvPr id="103" name="Online module 103">
            <a:extLst>
              <a:ext uri="{FF2B5EF4-FFF2-40B4-BE49-F238E27FC236}">
                <a16:creationId xmlns:a16="http://schemas.microsoft.com/office/drawing/2014/main" id="{A24AFE19-8A01-49AD-8457-9E60790F5308}"/>
              </a:ext>
            </a:extLst>
          </p:cNvPr>
          <p:cNvSpPr>
            <a:spLocks noGrp="1"/>
          </p:cNvSpPr>
          <p:nvPr/>
        </p:nvSpPr>
        <p:spPr>
          <a:xfrm>
            <a:off x="15621000" y="5524500"/>
            <a:ext cx="2095500" cy="11430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20955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Online line 104">
            <a:extLst>
              <a:ext uri="{FF2B5EF4-FFF2-40B4-BE49-F238E27FC236}">
                <a16:creationId xmlns:a16="http://schemas.microsoft.com/office/drawing/2014/main" id="{8A971060-C9E8-4160-8707-3BB1F45BAC81}"/>
              </a:ext>
            </a:extLst>
          </p:cNvPr>
          <p:cNvSpPr>
            <a:spLocks noGrp="1"/>
          </p:cNvSpPr>
          <p:nvPr/>
        </p:nvSpPr>
        <p:spPr>
          <a:xfrm>
            <a:off x="16493490" y="5701665"/>
            <a:ext cx="350520" cy="350520"/>
          </a:xfrm>
          <a:custGeom>
            <a:avLst/>
            <a:gdLst/>
            <a:ahLst/>
            <a:cxnLst/>
            <a:rect l="0" t="0" r="0" b="0"/>
            <a:pathLst>
              <a:path w="350520" h="350520">
                <a:moveTo>
                  <a:pt x="350520" y="175260"/>
                </a:moveTo>
                <a:lnTo>
                  <a:pt x="349021" y="198136"/>
                </a:lnTo>
                <a:lnTo>
                  <a:pt x="344548" y="220621"/>
                </a:lnTo>
                <a:lnTo>
                  <a:pt x="337179" y="242329"/>
                </a:lnTo>
                <a:lnTo>
                  <a:pt x="327040" y="262890"/>
                </a:lnTo>
                <a:lnTo>
                  <a:pt x="314303" y="281952"/>
                </a:lnTo>
                <a:lnTo>
                  <a:pt x="299188" y="299188"/>
                </a:lnTo>
                <a:lnTo>
                  <a:pt x="281952" y="314303"/>
                </a:lnTo>
                <a:lnTo>
                  <a:pt x="262890" y="327040"/>
                </a:lnTo>
                <a:lnTo>
                  <a:pt x="242329" y="337179"/>
                </a:lnTo>
                <a:lnTo>
                  <a:pt x="220621" y="344548"/>
                </a:lnTo>
                <a:lnTo>
                  <a:pt x="198136" y="349021"/>
                </a:lnTo>
                <a:lnTo>
                  <a:pt x="175260" y="350520"/>
                </a:lnTo>
                <a:lnTo>
                  <a:pt x="152384" y="349021"/>
                </a:lnTo>
                <a:lnTo>
                  <a:pt x="129899" y="344548"/>
                </a:lnTo>
                <a:lnTo>
                  <a:pt x="108191" y="337179"/>
                </a:lnTo>
                <a:lnTo>
                  <a:pt x="87630" y="327040"/>
                </a:lnTo>
                <a:lnTo>
                  <a:pt x="68568" y="314303"/>
                </a:lnTo>
                <a:lnTo>
                  <a:pt x="51332" y="299188"/>
                </a:lnTo>
                <a:lnTo>
                  <a:pt x="36217" y="281952"/>
                </a:lnTo>
                <a:lnTo>
                  <a:pt x="23480" y="262890"/>
                </a:lnTo>
                <a:lnTo>
                  <a:pt x="13341" y="242329"/>
                </a:lnTo>
                <a:lnTo>
                  <a:pt x="5972" y="220621"/>
                </a:lnTo>
                <a:lnTo>
                  <a:pt x="1499" y="198136"/>
                </a:lnTo>
                <a:lnTo>
                  <a:pt x="0" y="175260"/>
                </a:lnTo>
                <a:lnTo>
                  <a:pt x="1499" y="152384"/>
                </a:lnTo>
                <a:lnTo>
                  <a:pt x="5972" y="129899"/>
                </a:lnTo>
                <a:lnTo>
                  <a:pt x="13341" y="108191"/>
                </a:lnTo>
                <a:lnTo>
                  <a:pt x="23480" y="87630"/>
                </a:lnTo>
                <a:lnTo>
                  <a:pt x="36217" y="68568"/>
                </a:lnTo>
                <a:lnTo>
                  <a:pt x="51332" y="51332"/>
                </a:lnTo>
                <a:lnTo>
                  <a:pt x="68568" y="36217"/>
                </a:lnTo>
                <a:lnTo>
                  <a:pt x="87630" y="23480"/>
                </a:lnTo>
                <a:lnTo>
                  <a:pt x="108191" y="13341"/>
                </a:lnTo>
                <a:lnTo>
                  <a:pt x="129899" y="5972"/>
                </a:lnTo>
                <a:lnTo>
                  <a:pt x="152384" y="1499"/>
                </a:lnTo>
                <a:lnTo>
                  <a:pt x="175260" y="0"/>
                </a:lnTo>
                <a:lnTo>
                  <a:pt x="198136" y="1499"/>
                </a:lnTo>
                <a:lnTo>
                  <a:pt x="220621" y="5972"/>
                </a:lnTo>
                <a:lnTo>
                  <a:pt x="242329" y="13341"/>
                </a:lnTo>
                <a:lnTo>
                  <a:pt x="262890" y="23480"/>
                </a:lnTo>
                <a:lnTo>
                  <a:pt x="281952" y="36217"/>
                </a:lnTo>
                <a:lnTo>
                  <a:pt x="299188" y="51332"/>
                </a:lnTo>
                <a:lnTo>
                  <a:pt x="314303" y="68568"/>
                </a:lnTo>
                <a:lnTo>
                  <a:pt x="327040" y="87630"/>
                </a:lnTo>
                <a:lnTo>
                  <a:pt x="337179" y="108191"/>
                </a:lnTo>
                <a:lnTo>
                  <a:pt x="344548" y="129899"/>
                </a:lnTo>
                <a:lnTo>
                  <a:pt x="349021" y="152384"/>
                </a:lnTo>
                <a:lnTo>
                  <a:pt x="350520" y="17526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Online line 105">
            <a:extLst>
              <a:ext uri="{FF2B5EF4-FFF2-40B4-BE49-F238E27FC236}">
                <a16:creationId xmlns:a16="http://schemas.microsoft.com/office/drawing/2014/main" id="{23F62784-719A-4CCC-A47D-FEF22B231901}"/>
              </a:ext>
            </a:extLst>
          </p:cNvPr>
          <p:cNvSpPr>
            <a:spLocks noGrp="1"/>
          </p:cNvSpPr>
          <p:nvPr/>
        </p:nvSpPr>
        <p:spPr>
          <a:xfrm>
            <a:off x="16581120" y="5806821"/>
            <a:ext cx="192786" cy="140208"/>
          </a:xfrm>
          <a:custGeom>
            <a:avLst/>
            <a:gdLst/>
            <a:ahLst/>
            <a:cxnLst/>
            <a:rect l="0" t="0" r="0" b="0"/>
            <a:pathLst>
              <a:path w="192786" h="140208">
                <a:moveTo>
                  <a:pt x="0" y="70104"/>
                </a:moveTo>
                <a:lnTo>
                  <a:pt x="61341" y="140208"/>
                </a:lnTo>
                <a:lnTo>
                  <a:pt x="192786" y="0"/>
                </a:lnTo>
              </a:path>
            </a:pathLst>
          </a:custGeom>
          <a:noFill/>
          <a:ln w="21908">
            <a:solidFill>
              <a:srgbClr val="2E5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Online text 106: Completion check">
            <a:extLst>
              <a:ext uri="{FF2B5EF4-FFF2-40B4-BE49-F238E27FC236}">
                <a16:creationId xmlns:a16="http://schemas.microsoft.com/office/drawing/2014/main" id="{8851D772-9E59-4D92-BF8A-72DF984117BD}"/>
              </a:ext>
            </a:extLst>
          </p:cNvPr>
          <p:cNvSpPr>
            <a:spLocks noGrp="1"/>
          </p:cNvSpPr>
          <p:nvPr/>
        </p:nvSpPr>
        <p:spPr>
          <a:xfrm>
            <a:off x="15671440" y="6249067"/>
            <a:ext cx="1994621" cy="2957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Completion check</a:t>
            </a:r>
          </a:p>
        </p:txBody>
      </p:sp>
      <p:sp>
        <p:nvSpPr>
          <p:cNvPr id="107" name="Online line 107">
            <a:extLst>
              <a:ext uri="{FF2B5EF4-FFF2-40B4-BE49-F238E27FC236}">
                <a16:creationId xmlns:a16="http://schemas.microsoft.com/office/drawing/2014/main" id="{BA042CCA-8B35-4B72-A367-1C85C87999B4}"/>
              </a:ext>
            </a:extLst>
          </p:cNvPr>
          <p:cNvSpPr>
            <a:spLocks noGrp="1"/>
          </p:cNvSpPr>
          <p:nvPr/>
        </p:nvSpPr>
        <p:spPr>
          <a:xfrm>
            <a:off x="2905125" y="6096000"/>
            <a:ext cx="1381125" cy="9525"/>
          </a:xfrm>
          <a:custGeom>
            <a:avLst/>
            <a:gdLst/>
            <a:ahLst/>
            <a:cxnLst/>
            <a:rect l="0" t="0" r="0" b="0"/>
            <a:pathLst>
              <a:path w="1381125" h="9525">
                <a:moveTo>
                  <a:pt x="0" y="0"/>
                </a:moveTo>
                <a:lnTo>
                  <a:pt x="1381125" y="0"/>
                </a:lnTo>
              </a:path>
            </a:pathLst>
          </a:custGeom>
          <a:noFill/>
          <a:ln w="2857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Online polygon 108">
            <a:extLst>
              <a:ext uri="{FF2B5EF4-FFF2-40B4-BE49-F238E27FC236}">
                <a16:creationId xmlns:a16="http://schemas.microsoft.com/office/drawing/2014/main" id="{8E1FEF08-5E24-4671-BE8D-39D667208402}"/>
              </a:ext>
            </a:extLst>
          </p:cNvPr>
          <p:cNvSpPr>
            <a:spLocks noGrp="1"/>
          </p:cNvSpPr>
          <p:nvPr/>
        </p:nvSpPr>
        <p:spPr>
          <a:xfrm>
            <a:off x="4181475" y="60483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Online text 109: Initial state">
            <a:extLst>
              <a:ext uri="{FF2B5EF4-FFF2-40B4-BE49-F238E27FC236}">
                <a16:creationId xmlns:a16="http://schemas.microsoft.com/office/drawing/2014/main" id="{4899468D-8727-4589-8FB0-36267D684EC0}"/>
              </a:ext>
            </a:extLst>
          </p:cNvPr>
          <p:cNvSpPr>
            <a:spLocks noGrp="1"/>
          </p:cNvSpPr>
          <p:nvPr/>
        </p:nvSpPr>
        <p:spPr>
          <a:xfrm>
            <a:off x="3078480" y="5741670"/>
            <a:ext cx="102489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Initial state</a:t>
            </a:r>
          </a:p>
        </p:txBody>
      </p:sp>
      <p:sp>
        <p:nvSpPr>
          <p:cNvPr id="110" name="Online line 110">
            <a:extLst>
              <a:ext uri="{FF2B5EF4-FFF2-40B4-BE49-F238E27FC236}">
                <a16:creationId xmlns:a16="http://schemas.microsoft.com/office/drawing/2014/main" id="{89AD091D-327E-4600-9F28-F7E7427CBF28}"/>
              </a:ext>
            </a:extLst>
          </p:cNvPr>
          <p:cNvSpPr>
            <a:spLocks noGrp="1"/>
          </p:cNvSpPr>
          <p:nvPr/>
        </p:nvSpPr>
        <p:spPr>
          <a:xfrm>
            <a:off x="6381750" y="6096000"/>
            <a:ext cx="1428750" cy="9525"/>
          </a:xfrm>
          <a:custGeom>
            <a:avLst/>
            <a:gdLst/>
            <a:ahLst/>
            <a:cxnLst/>
            <a:rect l="0" t="0" r="0" b="0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Online polygon 111">
            <a:extLst>
              <a:ext uri="{FF2B5EF4-FFF2-40B4-BE49-F238E27FC236}">
                <a16:creationId xmlns:a16="http://schemas.microsoft.com/office/drawing/2014/main" id="{5C880C21-6281-49E5-97AB-4608E037576A}"/>
              </a:ext>
            </a:extLst>
          </p:cNvPr>
          <p:cNvSpPr>
            <a:spLocks noGrp="1"/>
          </p:cNvSpPr>
          <p:nvPr/>
        </p:nvSpPr>
        <p:spPr>
          <a:xfrm>
            <a:off x="7705725" y="60483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Online text 112: Context +">
            <a:extLst>
              <a:ext uri="{FF2B5EF4-FFF2-40B4-BE49-F238E27FC236}">
                <a16:creationId xmlns:a16="http://schemas.microsoft.com/office/drawing/2014/main" id="{A710B33B-5374-4124-99A3-056510001CF1}"/>
              </a:ext>
            </a:extLst>
          </p:cNvPr>
          <p:cNvSpPr>
            <a:spLocks noGrp="1"/>
          </p:cNvSpPr>
          <p:nvPr/>
        </p:nvSpPr>
        <p:spPr>
          <a:xfrm>
            <a:off x="6631496" y="5513070"/>
            <a:ext cx="92925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Context +</a:t>
            </a:r>
          </a:p>
        </p:txBody>
      </p:sp>
      <p:sp>
        <p:nvSpPr>
          <p:cNvPr id="113" name="Online text 113: tool schemas">
            <a:extLst>
              <a:ext uri="{FF2B5EF4-FFF2-40B4-BE49-F238E27FC236}">
                <a16:creationId xmlns:a16="http://schemas.microsoft.com/office/drawing/2014/main" id="{4F085B40-DE5C-4C84-BC06-CC62B56CDF80}"/>
              </a:ext>
            </a:extLst>
          </p:cNvPr>
          <p:cNvSpPr>
            <a:spLocks noGrp="1"/>
          </p:cNvSpPr>
          <p:nvPr/>
        </p:nvSpPr>
        <p:spPr>
          <a:xfrm>
            <a:off x="6477857" y="5741670"/>
            <a:ext cx="123653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tool schemas</a:t>
            </a:r>
          </a:p>
        </p:txBody>
      </p:sp>
      <p:sp>
        <p:nvSpPr>
          <p:cNvPr id="114" name="Online line 114">
            <a:extLst>
              <a:ext uri="{FF2B5EF4-FFF2-40B4-BE49-F238E27FC236}">
                <a16:creationId xmlns:a16="http://schemas.microsoft.com/office/drawing/2014/main" id="{79D80415-F531-4BB7-B5CA-570DDBC532F9}"/>
              </a:ext>
            </a:extLst>
          </p:cNvPr>
          <p:cNvSpPr>
            <a:spLocks noGrp="1"/>
          </p:cNvSpPr>
          <p:nvPr/>
        </p:nvSpPr>
        <p:spPr>
          <a:xfrm>
            <a:off x="9906000" y="6096000"/>
            <a:ext cx="1428750" cy="9525"/>
          </a:xfrm>
          <a:custGeom>
            <a:avLst/>
            <a:gdLst/>
            <a:ahLst/>
            <a:cxnLst/>
            <a:rect l="0" t="0" r="0" b="0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Online polygon 115">
            <a:extLst>
              <a:ext uri="{FF2B5EF4-FFF2-40B4-BE49-F238E27FC236}">
                <a16:creationId xmlns:a16="http://schemas.microsoft.com/office/drawing/2014/main" id="{1D058EE0-DAA1-4F45-8C6B-A16A2952CFFA}"/>
              </a:ext>
            </a:extLst>
          </p:cNvPr>
          <p:cNvSpPr>
            <a:spLocks noGrp="1"/>
          </p:cNvSpPr>
          <p:nvPr/>
        </p:nvSpPr>
        <p:spPr>
          <a:xfrm>
            <a:off x="11229975" y="60483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Online text 116: Action + args">
            <a:extLst>
              <a:ext uri="{FF2B5EF4-FFF2-40B4-BE49-F238E27FC236}">
                <a16:creationId xmlns:a16="http://schemas.microsoft.com/office/drawing/2014/main" id="{00BF49B1-2836-4EA2-982D-1D60B7B1F2E7}"/>
              </a:ext>
            </a:extLst>
          </p:cNvPr>
          <p:cNvSpPr>
            <a:spLocks noGrp="1"/>
          </p:cNvSpPr>
          <p:nvPr/>
        </p:nvSpPr>
        <p:spPr>
          <a:xfrm>
            <a:off x="10004679" y="5513070"/>
            <a:ext cx="1231392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Action + args</a:t>
            </a:r>
          </a:p>
        </p:txBody>
      </p:sp>
      <p:sp>
        <p:nvSpPr>
          <p:cNvPr id="117" name="Online text 117: Purpose + gap">
            <a:extLst>
              <a:ext uri="{FF2B5EF4-FFF2-40B4-BE49-F238E27FC236}">
                <a16:creationId xmlns:a16="http://schemas.microsoft.com/office/drawing/2014/main" id="{D970C526-E6F4-416F-AE2F-8276D43AD538}"/>
              </a:ext>
            </a:extLst>
          </p:cNvPr>
          <p:cNvSpPr>
            <a:spLocks noGrp="1"/>
          </p:cNvSpPr>
          <p:nvPr/>
        </p:nvSpPr>
        <p:spPr>
          <a:xfrm>
            <a:off x="9938195" y="5741670"/>
            <a:ext cx="136436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Purpose + gap</a:t>
            </a:r>
          </a:p>
        </p:txBody>
      </p:sp>
      <p:sp>
        <p:nvSpPr>
          <p:cNvPr id="118" name="Online line 118">
            <a:extLst>
              <a:ext uri="{FF2B5EF4-FFF2-40B4-BE49-F238E27FC236}">
                <a16:creationId xmlns:a16="http://schemas.microsoft.com/office/drawing/2014/main" id="{7EF162CB-106B-4ACB-8986-857F7844DE78}"/>
              </a:ext>
            </a:extLst>
          </p:cNvPr>
          <p:cNvSpPr>
            <a:spLocks noGrp="1"/>
          </p:cNvSpPr>
          <p:nvPr/>
        </p:nvSpPr>
        <p:spPr>
          <a:xfrm>
            <a:off x="12382500" y="6667500"/>
            <a:ext cx="9525" cy="1524000"/>
          </a:xfrm>
          <a:custGeom>
            <a:avLst/>
            <a:gdLst/>
            <a:ahLst/>
            <a:cxnLst/>
            <a:rect l="0" t="0" r="0" b="0"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2857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Online polygon 119">
            <a:extLst>
              <a:ext uri="{FF2B5EF4-FFF2-40B4-BE49-F238E27FC236}">
                <a16:creationId xmlns:a16="http://schemas.microsoft.com/office/drawing/2014/main" id="{7D4FD837-06EA-496B-A7F1-A994B3895B1E}"/>
              </a:ext>
            </a:extLst>
          </p:cNvPr>
          <p:cNvSpPr>
            <a:spLocks noGrp="1"/>
          </p:cNvSpPr>
          <p:nvPr/>
        </p:nvSpPr>
        <p:spPr>
          <a:xfrm>
            <a:off x="12334875" y="8086725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Online text 120: Accepted">
            <a:extLst>
              <a:ext uri="{FF2B5EF4-FFF2-40B4-BE49-F238E27FC236}">
                <a16:creationId xmlns:a16="http://schemas.microsoft.com/office/drawing/2014/main" id="{9DF4BA9E-7A0D-474C-9D3F-CC2A6C982E79}"/>
              </a:ext>
            </a:extLst>
          </p:cNvPr>
          <p:cNvSpPr>
            <a:spLocks noGrp="1"/>
          </p:cNvSpPr>
          <p:nvPr/>
        </p:nvSpPr>
        <p:spPr>
          <a:xfrm>
            <a:off x="12499753" y="7189470"/>
            <a:ext cx="90849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121" name="Online line 121">
            <a:extLst>
              <a:ext uri="{FF2B5EF4-FFF2-40B4-BE49-F238E27FC236}">
                <a16:creationId xmlns:a16="http://schemas.microsoft.com/office/drawing/2014/main" id="{9EA4E5F0-2122-4011-AC9F-5F4B9C45F92D}"/>
              </a:ext>
            </a:extLst>
          </p:cNvPr>
          <p:cNvSpPr>
            <a:spLocks noGrp="1"/>
          </p:cNvSpPr>
          <p:nvPr/>
        </p:nvSpPr>
        <p:spPr>
          <a:xfrm>
            <a:off x="9906000" y="8763000"/>
            <a:ext cx="1428750" cy="9525"/>
          </a:xfrm>
          <a:custGeom>
            <a:avLst/>
            <a:gdLst/>
            <a:ahLst/>
            <a:cxnLst/>
            <a:rect l="0" t="0" r="0" b="0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Online polygon 122">
            <a:extLst>
              <a:ext uri="{FF2B5EF4-FFF2-40B4-BE49-F238E27FC236}">
                <a16:creationId xmlns:a16="http://schemas.microsoft.com/office/drawing/2014/main" id="{BD3D5D84-31B7-4D25-B774-1C4F01508218}"/>
              </a:ext>
            </a:extLst>
          </p:cNvPr>
          <p:cNvSpPr>
            <a:spLocks noGrp="1"/>
          </p:cNvSpPr>
          <p:nvPr/>
        </p:nvSpPr>
        <p:spPr>
          <a:xfrm>
            <a:off x="9906000" y="87153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0" y="47625"/>
                </a:moveTo>
                <a:lnTo>
                  <a:pt x="104775" y="95250"/>
                </a:lnTo>
                <a:lnTo>
                  <a:pt x="104775" y="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Online text 123: Valid action">
            <a:extLst>
              <a:ext uri="{FF2B5EF4-FFF2-40B4-BE49-F238E27FC236}">
                <a16:creationId xmlns:a16="http://schemas.microsoft.com/office/drawing/2014/main" id="{A4D65909-582E-45DF-8876-6E6592F70466}"/>
              </a:ext>
            </a:extLst>
          </p:cNvPr>
          <p:cNvSpPr>
            <a:spLocks noGrp="1"/>
          </p:cNvSpPr>
          <p:nvPr/>
        </p:nvSpPr>
        <p:spPr>
          <a:xfrm>
            <a:off x="10077545" y="8408670"/>
            <a:ext cx="108566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Valid action</a:t>
            </a:r>
          </a:p>
        </p:txBody>
      </p:sp>
      <p:sp>
        <p:nvSpPr>
          <p:cNvPr id="124" name="Online line 124">
            <a:extLst>
              <a:ext uri="{FF2B5EF4-FFF2-40B4-BE49-F238E27FC236}">
                <a16:creationId xmlns:a16="http://schemas.microsoft.com/office/drawing/2014/main" id="{370F924B-C83A-4FF1-ABFF-16AED2FD82B6}"/>
              </a:ext>
            </a:extLst>
          </p:cNvPr>
          <p:cNvSpPr>
            <a:spLocks noGrp="1"/>
          </p:cNvSpPr>
          <p:nvPr/>
        </p:nvSpPr>
        <p:spPr>
          <a:xfrm>
            <a:off x="6381750" y="8763000"/>
            <a:ext cx="1428750" cy="9525"/>
          </a:xfrm>
          <a:custGeom>
            <a:avLst/>
            <a:gdLst/>
            <a:ahLst/>
            <a:cxnLst/>
            <a:rect l="0" t="0" r="0" b="0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Online polygon 125">
            <a:extLst>
              <a:ext uri="{FF2B5EF4-FFF2-40B4-BE49-F238E27FC236}">
                <a16:creationId xmlns:a16="http://schemas.microsoft.com/office/drawing/2014/main" id="{EEE919F2-B136-4824-8C75-71456CE064D3}"/>
              </a:ext>
            </a:extLst>
          </p:cNvPr>
          <p:cNvSpPr>
            <a:spLocks noGrp="1"/>
          </p:cNvSpPr>
          <p:nvPr/>
        </p:nvSpPr>
        <p:spPr>
          <a:xfrm>
            <a:off x="6381750" y="87153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0" y="47625"/>
                </a:moveTo>
                <a:lnTo>
                  <a:pt x="104775" y="95250"/>
                </a:lnTo>
                <a:lnTo>
                  <a:pt x="104775" y="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Online text 126: Observation">
            <a:extLst>
              <a:ext uri="{FF2B5EF4-FFF2-40B4-BE49-F238E27FC236}">
                <a16:creationId xmlns:a16="http://schemas.microsoft.com/office/drawing/2014/main" id="{5650C0CB-EF5A-41C7-BE8F-1D007788283C}"/>
              </a:ext>
            </a:extLst>
          </p:cNvPr>
          <p:cNvSpPr>
            <a:spLocks noGrp="1"/>
          </p:cNvSpPr>
          <p:nvPr/>
        </p:nvSpPr>
        <p:spPr>
          <a:xfrm>
            <a:off x="6525006" y="8408670"/>
            <a:ext cx="1142238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27" name="Online line 127">
            <a:extLst>
              <a:ext uri="{FF2B5EF4-FFF2-40B4-BE49-F238E27FC236}">
                <a16:creationId xmlns:a16="http://schemas.microsoft.com/office/drawing/2014/main" id="{F11AA112-082F-4805-8EDD-044DCEE74628}"/>
              </a:ext>
            </a:extLst>
          </p:cNvPr>
          <p:cNvSpPr>
            <a:spLocks noGrp="1"/>
          </p:cNvSpPr>
          <p:nvPr/>
        </p:nvSpPr>
        <p:spPr>
          <a:xfrm>
            <a:off x="4619625" y="6667500"/>
            <a:ext cx="9525" cy="1524000"/>
          </a:xfrm>
          <a:custGeom>
            <a:avLst/>
            <a:gdLst/>
            <a:ahLst/>
            <a:cxnLst/>
            <a:rect l="0" t="0" r="0" b="0"/>
            <a:pathLst>
              <a:path w="9525" h="1524000">
                <a:moveTo>
                  <a:pt x="0" y="15240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Online polygon 128">
            <a:extLst>
              <a:ext uri="{FF2B5EF4-FFF2-40B4-BE49-F238E27FC236}">
                <a16:creationId xmlns:a16="http://schemas.microsoft.com/office/drawing/2014/main" id="{AF8E1353-C050-4F71-86D9-75B2B410464C}"/>
              </a:ext>
            </a:extLst>
          </p:cNvPr>
          <p:cNvSpPr>
            <a:spLocks noGrp="1"/>
          </p:cNvSpPr>
          <p:nvPr/>
        </p:nvSpPr>
        <p:spPr>
          <a:xfrm>
            <a:off x="4572000" y="6667500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0"/>
                </a:moveTo>
                <a:lnTo>
                  <a:pt x="0" y="104775"/>
                </a:lnTo>
                <a:lnTo>
                  <a:pt x="95250" y="104775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Online text 129: Updated">
            <a:extLst>
              <a:ext uri="{FF2B5EF4-FFF2-40B4-BE49-F238E27FC236}">
                <a16:creationId xmlns:a16="http://schemas.microsoft.com/office/drawing/2014/main" id="{404FDD74-4E1C-412D-9DB6-C857C7007184}"/>
              </a:ext>
            </a:extLst>
          </p:cNvPr>
          <p:cNvSpPr>
            <a:spLocks noGrp="1"/>
          </p:cNvSpPr>
          <p:nvPr/>
        </p:nvSpPr>
        <p:spPr>
          <a:xfrm>
            <a:off x="4781550" y="6932295"/>
            <a:ext cx="83439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Updated</a:t>
            </a:r>
          </a:p>
        </p:txBody>
      </p:sp>
      <p:sp>
        <p:nvSpPr>
          <p:cNvPr id="130" name="Online text 130: state">
            <a:extLst>
              <a:ext uri="{FF2B5EF4-FFF2-40B4-BE49-F238E27FC236}">
                <a16:creationId xmlns:a16="http://schemas.microsoft.com/office/drawing/2014/main" id="{A9B37B32-ECCF-4BEC-9532-8D4F1709120B}"/>
              </a:ext>
            </a:extLst>
          </p:cNvPr>
          <p:cNvSpPr>
            <a:spLocks noGrp="1"/>
          </p:cNvSpPr>
          <p:nvPr/>
        </p:nvSpPr>
        <p:spPr>
          <a:xfrm>
            <a:off x="4781550" y="7170420"/>
            <a:ext cx="527304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131" name="Online text 131: Investigation loop">
            <a:extLst>
              <a:ext uri="{FF2B5EF4-FFF2-40B4-BE49-F238E27FC236}">
                <a16:creationId xmlns:a16="http://schemas.microsoft.com/office/drawing/2014/main" id="{5C6A94E1-15F9-47E1-98C2-3B1213427910}"/>
              </a:ext>
            </a:extLst>
          </p:cNvPr>
          <p:cNvSpPr>
            <a:spLocks noGrp="1"/>
          </p:cNvSpPr>
          <p:nvPr/>
        </p:nvSpPr>
        <p:spPr>
          <a:xfrm>
            <a:off x="7686546" y="6779800"/>
            <a:ext cx="2629157" cy="3986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325" b="1">
                <a:solidFill>
                  <a:srgbClr val="465E7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65E76"/>
                </a:solidFill>
                <a:latin typeface="Arial"/>
                <a:ea typeface="Arial"/>
                <a:cs typeface="Arial"/>
              </a:rPr>
              <a:t>Investigation loop</a:t>
            </a:r>
          </a:p>
        </p:txBody>
      </p:sp>
      <p:sp>
        <p:nvSpPr>
          <p:cNvPr id="137" name="Online line 137">
            <a:extLst>
              <a:ext uri="{FF2B5EF4-FFF2-40B4-BE49-F238E27FC236}">
                <a16:creationId xmlns:a16="http://schemas.microsoft.com/office/drawing/2014/main" id="{49020DD9-2DCF-40C9-A5B9-D60F0844D417}"/>
              </a:ext>
            </a:extLst>
          </p:cNvPr>
          <p:cNvSpPr>
            <a:spLocks noGrp="1"/>
          </p:cNvSpPr>
          <p:nvPr/>
        </p:nvSpPr>
        <p:spPr>
          <a:xfrm>
            <a:off x="8858250" y="4810125"/>
            <a:ext cx="7143750" cy="714375"/>
          </a:xfrm>
          <a:custGeom>
            <a:avLst/>
            <a:gdLst/>
            <a:ahLst/>
            <a:cxnLst/>
            <a:rect l="0" t="0" r="0" b="0"/>
            <a:pathLst>
              <a:path w="7143750" h="714375">
                <a:moveTo>
                  <a:pt x="0" y="714375"/>
                </a:moveTo>
                <a:lnTo>
                  <a:pt x="0" y="0"/>
                </a:lnTo>
                <a:lnTo>
                  <a:pt x="7143750" y="0"/>
                </a:lnTo>
                <a:lnTo>
                  <a:pt x="7143750" y="714375"/>
                </a:lnTo>
              </a:path>
            </a:pathLst>
          </a:custGeom>
          <a:noFill/>
          <a:ln w="24765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Online polygon 138">
            <a:extLst>
              <a:ext uri="{FF2B5EF4-FFF2-40B4-BE49-F238E27FC236}">
                <a16:creationId xmlns:a16="http://schemas.microsoft.com/office/drawing/2014/main" id="{93847CBE-19D9-42A8-9ECF-2AAAA5B3F79C}"/>
              </a:ext>
            </a:extLst>
          </p:cNvPr>
          <p:cNvSpPr>
            <a:spLocks noGrp="1"/>
          </p:cNvSpPr>
          <p:nvPr/>
        </p:nvSpPr>
        <p:spPr>
          <a:xfrm>
            <a:off x="15954375" y="5419725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65E7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Online text 139: Finish request">
            <a:extLst>
              <a:ext uri="{FF2B5EF4-FFF2-40B4-BE49-F238E27FC236}">
                <a16:creationId xmlns:a16="http://schemas.microsoft.com/office/drawing/2014/main" id="{02C24537-78CD-41D5-843C-1123202EF247}"/>
              </a:ext>
            </a:extLst>
          </p:cNvPr>
          <p:cNvSpPr>
            <a:spLocks noGrp="1"/>
          </p:cNvSpPr>
          <p:nvPr/>
        </p:nvSpPr>
        <p:spPr>
          <a:xfrm>
            <a:off x="11727180" y="4484370"/>
            <a:ext cx="131064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Finish request</a:t>
            </a:r>
          </a:p>
        </p:txBody>
      </p:sp>
      <p:sp>
        <p:nvSpPr>
          <p:cNvPr id="140" name="Online line 140">
            <a:extLst>
              <a:ext uri="{FF2B5EF4-FFF2-40B4-BE49-F238E27FC236}">
                <a16:creationId xmlns:a16="http://schemas.microsoft.com/office/drawing/2014/main" id="{45094CB9-892C-4D25-A253-BBACD8A44C7D}"/>
              </a:ext>
            </a:extLst>
          </p:cNvPr>
          <p:cNvSpPr>
            <a:spLocks noGrp="1"/>
          </p:cNvSpPr>
          <p:nvPr/>
        </p:nvSpPr>
        <p:spPr>
          <a:xfrm>
            <a:off x="4000500" y="2619375"/>
            <a:ext cx="13430250" cy="3095625"/>
          </a:xfrm>
          <a:custGeom>
            <a:avLst/>
            <a:gdLst/>
            <a:ahLst/>
            <a:cxnLst/>
            <a:rect l="0" t="0" r="0" b="0"/>
            <a:pathLst>
              <a:path w="13430250" h="3095625">
                <a:moveTo>
                  <a:pt x="13430250" y="2905125"/>
                </a:moveTo>
                <a:lnTo>
                  <a:pt x="13430250" y="0"/>
                </a:lnTo>
                <a:lnTo>
                  <a:pt x="0" y="0"/>
                </a:lnTo>
                <a:lnTo>
                  <a:pt x="0" y="3095625"/>
                </a:lnTo>
                <a:lnTo>
                  <a:pt x="285750" y="3095625"/>
                </a:lnTo>
              </a:path>
            </a:pathLst>
          </a:custGeom>
          <a:noFill/>
          <a:ln w="21908">
            <a:solidFill>
              <a:srgbClr val="B2676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1" name="Online polygon 141">
            <a:extLst>
              <a:ext uri="{FF2B5EF4-FFF2-40B4-BE49-F238E27FC236}">
                <a16:creationId xmlns:a16="http://schemas.microsoft.com/office/drawing/2014/main" id="{B1A3DAD8-EFCD-43FC-9859-B458943FCBA5}"/>
              </a:ext>
            </a:extLst>
          </p:cNvPr>
          <p:cNvSpPr>
            <a:spLocks noGrp="1"/>
          </p:cNvSpPr>
          <p:nvPr/>
        </p:nvSpPr>
        <p:spPr>
          <a:xfrm>
            <a:off x="4181475" y="56673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B2676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Online text 142: Unmet requirements">
            <a:extLst>
              <a:ext uri="{FF2B5EF4-FFF2-40B4-BE49-F238E27FC236}">
                <a16:creationId xmlns:a16="http://schemas.microsoft.com/office/drawing/2014/main" id="{3B343841-98B7-45C2-938D-8AEDF710A407}"/>
              </a:ext>
            </a:extLst>
          </p:cNvPr>
          <p:cNvSpPr>
            <a:spLocks noGrp="1"/>
          </p:cNvSpPr>
          <p:nvPr/>
        </p:nvSpPr>
        <p:spPr>
          <a:xfrm>
            <a:off x="10224326" y="2284095"/>
            <a:ext cx="183984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B267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26767"/>
                </a:solidFill>
                <a:latin typeface="Arial"/>
                <a:ea typeface="Arial"/>
                <a:cs typeface="Arial"/>
              </a:rPr>
              <a:t>Unmet requirements</a:t>
            </a:r>
          </a:p>
        </p:txBody>
      </p:sp>
      <p:sp>
        <p:nvSpPr>
          <p:cNvPr id="143" name="Online line 143">
            <a:extLst>
              <a:ext uri="{FF2B5EF4-FFF2-40B4-BE49-F238E27FC236}">
                <a16:creationId xmlns:a16="http://schemas.microsoft.com/office/drawing/2014/main" id="{AD7D8549-9048-4D56-AD3E-EDF6C887CD1F}"/>
              </a:ext>
            </a:extLst>
          </p:cNvPr>
          <p:cNvSpPr>
            <a:spLocks noGrp="1"/>
          </p:cNvSpPr>
          <p:nvPr/>
        </p:nvSpPr>
        <p:spPr>
          <a:xfrm>
            <a:off x="17716500" y="6096000"/>
            <a:ext cx="1524000" cy="9525"/>
          </a:xfrm>
          <a:custGeom>
            <a:avLst/>
            <a:gdLst/>
            <a:ahLst/>
            <a:cxnLst/>
            <a:rect l="0" t="0" r="0" b="0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1433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Online polygon 144">
            <a:extLst>
              <a:ext uri="{FF2B5EF4-FFF2-40B4-BE49-F238E27FC236}">
                <a16:creationId xmlns:a16="http://schemas.microsoft.com/office/drawing/2014/main" id="{CA2EC64F-F989-4718-AF0A-F909C2AED7DA}"/>
              </a:ext>
            </a:extLst>
          </p:cNvPr>
          <p:cNvSpPr>
            <a:spLocks noGrp="1"/>
          </p:cNvSpPr>
          <p:nvPr/>
        </p:nvSpPr>
        <p:spPr>
          <a:xfrm>
            <a:off x="19135725" y="6048375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D8F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Online text 145: Complete">
            <a:extLst>
              <a:ext uri="{FF2B5EF4-FFF2-40B4-BE49-F238E27FC236}">
                <a16:creationId xmlns:a16="http://schemas.microsoft.com/office/drawing/2014/main" id="{5352F3DD-E055-4F3F-9653-E366617E5A5D}"/>
              </a:ext>
            </a:extLst>
          </p:cNvPr>
          <p:cNvSpPr>
            <a:spLocks noGrp="1"/>
          </p:cNvSpPr>
          <p:nvPr/>
        </p:nvSpPr>
        <p:spPr>
          <a:xfrm>
            <a:off x="18013775" y="5732145"/>
            <a:ext cx="929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46" name="Online module 146">
            <a:extLst>
              <a:ext uri="{FF2B5EF4-FFF2-40B4-BE49-F238E27FC236}">
                <a16:creationId xmlns:a16="http://schemas.microsoft.com/office/drawing/2014/main" id="{48E0E91F-AA6E-4A89-AD03-75080A03B4A3}"/>
              </a:ext>
            </a:extLst>
          </p:cNvPr>
          <p:cNvSpPr>
            <a:spLocks noGrp="1"/>
          </p:cNvSpPr>
          <p:nvPr/>
        </p:nvSpPr>
        <p:spPr>
          <a:xfrm>
            <a:off x="7048500" y="11049000"/>
            <a:ext cx="5048250" cy="1095375"/>
          </a:xfrm>
          <a:prstGeom prst="roundRect">
            <a:avLst>
              <a:gd name="adj" fmla="val 5217"/>
            </a:avLst>
          </a:prstGeom>
          <a:solidFill>
            <a:srgbClr val="E6F4EE"/>
          </a:solidFill>
          <a:ln w="20955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Online module 147">
            <a:extLst>
              <a:ext uri="{FF2B5EF4-FFF2-40B4-BE49-F238E27FC236}">
                <a16:creationId xmlns:a16="http://schemas.microsoft.com/office/drawing/2014/main" id="{ACAE72F9-9D44-4B23-9B67-73825F9D01DE}"/>
              </a:ext>
            </a:extLst>
          </p:cNvPr>
          <p:cNvSpPr>
            <a:spLocks noGrp="1"/>
          </p:cNvSpPr>
          <p:nvPr/>
        </p:nvSpPr>
        <p:spPr>
          <a:xfrm>
            <a:off x="7311390" y="11338560"/>
            <a:ext cx="91440" cy="266700"/>
          </a:xfrm>
          <a:prstGeom prst="roundRect">
            <a:avLst>
              <a:gd name="adj" fmla="val 16667"/>
            </a:avLst>
          </a:prstGeom>
          <a:noFill/>
          <a:ln w="18288">
            <a:solidFill>
              <a:srgbClr val="286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Online module 148">
            <a:extLst>
              <a:ext uri="{FF2B5EF4-FFF2-40B4-BE49-F238E27FC236}">
                <a16:creationId xmlns:a16="http://schemas.microsoft.com/office/drawing/2014/main" id="{947C56F7-8F20-431D-B716-C72606678565}"/>
              </a:ext>
            </a:extLst>
          </p:cNvPr>
          <p:cNvSpPr>
            <a:spLocks noGrp="1"/>
          </p:cNvSpPr>
          <p:nvPr/>
        </p:nvSpPr>
        <p:spPr>
          <a:xfrm>
            <a:off x="7433310" y="11338560"/>
            <a:ext cx="91440" cy="266700"/>
          </a:xfrm>
          <a:prstGeom prst="roundRect">
            <a:avLst>
              <a:gd name="adj" fmla="val 16667"/>
            </a:avLst>
          </a:prstGeom>
          <a:noFill/>
          <a:ln w="18288">
            <a:solidFill>
              <a:srgbClr val="286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Online line 149">
            <a:extLst>
              <a:ext uri="{FF2B5EF4-FFF2-40B4-BE49-F238E27FC236}">
                <a16:creationId xmlns:a16="http://schemas.microsoft.com/office/drawing/2014/main" id="{E727551D-F802-4DF6-A888-8CA2B97E7E15}"/>
              </a:ext>
            </a:extLst>
          </p:cNvPr>
          <p:cNvSpPr>
            <a:spLocks noGrp="1"/>
          </p:cNvSpPr>
          <p:nvPr/>
        </p:nvSpPr>
        <p:spPr>
          <a:xfrm>
            <a:off x="7562850" y="11338560"/>
            <a:ext cx="144780" cy="274320"/>
          </a:xfrm>
          <a:custGeom>
            <a:avLst/>
            <a:gdLst/>
            <a:ahLst/>
            <a:cxnLst/>
            <a:rect l="0" t="0" r="0" b="0"/>
            <a:pathLst>
              <a:path w="144780" h="274320">
                <a:moveTo>
                  <a:pt x="0" y="22860"/>
                </a:moveTo>
                <a:lnTo>
                  <a:pt x="76200" y="0"/>
                </a:lnTo>
                <a:lnTo>
                  <a:pt x="144780" y="251460"/>
                </a:lnTo>
                <a:lnTo>
                  <a:pt x="68580" y="274320"/>
                </a:lnTo>
                <a:lnTo>
                  <a:pt x="0" y="22860"/>
                </a:lnTo>
              </a:path>
            </a:pathLst>
          </a:custGeom>
          <a:noFill/>
          <a:ln w="19050">
            <a:solidFill>
              <a:srgbClr val="286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Online line 150">
            <a:extLst>
              <a:ext uri="{FF2B5EF4-FFF2-40B4-BE49-F238E27FC236}">
                <a16:creationId xmlns:a16="http://schemas.microsoft.com/office/drawing/2014/main" id="{575365E5-9987-41C0-989E-B3621BC2EAAC}"/>
              </a:ext>
            </a:extLst>
          </p:cNvPr>
          <p:cNvSpPr>
            <a:spLocks noGrp="1"/>
          </p:cNvSpPr>
          <p:nvPr/>
        </p:nvSpPr>
        <p:spPr>
          <a:xfrm>
            <a:off x="7334250" y="11536680"/>
            <a:ext cx="45720" cy="9525"/>
          </a:xfrm>
          <a:custGeom>
            <a:avLst/>
            <a:gdLst/>
            <a:ahLst/>
            <a:cxnLst/>
            <a:rect l="0" t="0" r="0" b="0"/>
            <a:pathLst>
              <a:path w="45720" h="9525">
                <a:moveTo>
                  <a:pt x="0" y="0"/>
                </a:moveTo>
                <a:lnTo>
                  <a:pt x="45720" y="0"/>
                </a:lnTo>
              </a:path>
            </a:pathLst>
          </a:custGeom>
          <a:noFill/>
          <a:ln w="19050">
            <a:solidFill>
              <a:srgbClr val="286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Online line 151">
            <a:extLst>
              <a:ext uri="{FF2B5EF4-FFF2-40B4-BE49-F238E27FC236}">
                <a16:creationId xmlns:a16="http://schemas.microsoft.com/office/drawing/2014/main" id="{02DEC12B-4F96-47C2-8A54-2952C12C4833}"/>
              </a:ext>
            </a:extLst>
          </p:cNvPr>
          <p:cNvSpPr>
            <a:spLocks noGrp="1"/>
          </p:cNvSpPr>
          <p:nvPr/>
        </p:nvSpPr>
        <p:spPr>
          <a:xfrm>
            <a:off x="7456170" y="11536680"/>
            <a:ext cx="45720" cy="9525"/>
          </a:xfrm>
          <a:custGeom>
            <a:avLst/>
            <a:gdLst/>
            <a:ahLst/>
            <a:cxnLst/>
            <a:rect l="0" t="0" r="0" b="0"/>
            <a:pathLst>
              <a:path w="45720" h="9525">
                <a:moveTo>
                  <a:pt x="0" y="0"/>
                </a:moveTo>
                <a:lnTo>
                  <a:pt x="45720" y="0"/>
                </a:lnTo>
              </a:path>
            </a:pathLst>
          </a:custGeom>
          <a:noFill/>
          <a:ln w="19050">
            <a:solidFill>
              <a:srgbClr val="2866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Online text 152: Tool library">
            <a:extLst>
              <a:ext uri="{FF2B5EF4-FFF2-40B4-BE49-F238E27FC236}">
                <a16:creationId xmlns:a16="http://schemas.microsoft.com/office/drawing/2014/main" id="{C77CAC8B-29AB-4883-AED8-4960AB248AB2}"/>
              </a:ext>
            </a:extLst>
          </p:cNvPr>
          <p:cNvSpPr>
            <a:spLocks noGrp="1"/>
          </p:cNvSpPr>
          <p:nvPr/>
        </p:nvSpPr>
        <p:spPr>
          <a:xfrm>
            <a:off x="7934325" y="11187303"/>
            <a:ext cx="1548079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664F"/>
                </a:solidFill>
                <a:latin typeface="Arial"/>
                <a:ea typeface="Arial"/>
                <a:cs typeface="Arial"/>
              </a:rPr>
              <a:t>Tool library</a:t>
            </a:r>
          </a:p>
        </p:txBody>
      </p:sp>
      <p:sp>
        <p:nvSpPr>
          <p:cNvPr id="153" name="Online text 153: Cell lookup, coverage, OSM, KPI">
            <a:extLst>
              <a:ext uri="{FF2B5EF4-FFF2-40B4-BE49-F238E27FC236}">
                <a16:creationId xmlns:a16="http://schemas.microsoft.com/office/drawing/2014/main" id="{682CD671-28A4-4393-B549-E0BE7D1B565C}"/>
              </a:ext>
            </a:extLst>
          </p:cNvPr>
          <p:cNvSpPr>
            <a:spLocks noGrp="1"/>
          </p:cNvSpPr>
          <p:nvPr/>
        </p:nvSpPr>
        <p:spPr>
          <a:xfrm>
            <a:off x="7934325" y="11533727"/>
            <a:ext cx="3018063" cy="2700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Cell lookup, coverage, OSM, KPI</a:t>
            </a:r>
          </a:p>
        </p:txBody>
      </p:sp>
      <p:sp>
        <p:nvSpPr>
          <p:cNvPr id="154" name="Online text 154: Backup / load estimation, maps">
            <a:extLst>
              <a:ext uri="{FF2B5EF4-FFF2-40B4-BE49-F238E27FC236}">
                <a16:creationId xmlns:a16="http://schemas.microsoft.com/office/drawing/2014/main" id="{2214DE9E-EAA0-46F5-A85B-45250FD3163D}"/>
              </a:ext>
            </a:extLst>
          </p:cNvPr>
          <p:cNvSpPr>
            <a:spLocks noGrp="1"/>
          </p:cNvSpPr>
          <p:nvPr/>
        </p:nvSpPr>
        <p:spPr>
          <a:xfrm>
            <a:off x="7934325" y="11781377"/>
            <a:ext cx="2889647" cy="2700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Backup / load estimation, maps</a:t>
            </a:r>
          </a:p>
        </p:txBody>
      </p:sp>
      <p:sp>
        <p:nvSpPr>
          <p:cNvPr id="155" name="Online module 155">
            <a:extLst>
              <a:ext uri="{FF2B5EF4-FFF2-40B4-BE49-F238E27FC236}">
                <a16:creationId xmlns:a16="http://schemas.microsoft.com/office/drawing/2014/main" id="{C0D90F3B-BC78-4A81-AF97-C06D4E5463E0}"/>
              </a:ext>
            </a:extLst>
          </p:cNvPr>
          <p:cNvSpPr>
            <a:spLocks noGrp="1"/>
          </p:cNvSpPr>
          <p:nvPr/>
        </p:nvSpPr>
        <p:spPr>
          <a:xfrm>
            <a:off x="14668500" y="11049000"/>
            <a:ext cx="4857750" cy="1095375"/>
          </a:xfrm>
          <a:prstGeom prst="roundRect">
            <a:avLst>
              <a:gd name="adj" fmla="val 5217"/>
            </a:avLst>
          </a:prstGeom>
          <a:solidFill>
            <a:srgbClr val="F3F5F7"/>
          </a:solidFill>
          <a:ln w="20955">
            <a:solidFill>
              <a:srgbClr val="C7D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Online line 156">
            <a:extLst>
              <a:ext uri="{FF2B5EF4-FFF2-40B4-BE49-F238E27FC236}">
                <a16:creationId xmlns:a16="http://schemas.microsoft.com/office/drawing/2014/main" id="{9D2F7404-4F76-4D3A-B10E-35F52B679FAA}"/>
              </a:ext>
            </a:extLst>
          </p:cNvPr>
          <p:cNvSpPr>
            <a:spLocks noGrp="1"/>
          </p:cNvSpPr>
          <p:nvPr/>
        </p:nvSpPr>
        <p:spPr>
          <a:xfrm>
            <a:off x="14938058" y="11307604"/>
            <a:ext cx="356235" cy="113347"/>
          </a:xfrm>
          <a:custGeom>
            <a:avLst/>
            <a:gdLst/>
            <a:ahLst/>
            <a:cxnLst/>
            <a:rect l="0" t="0" r="0" b="0"/>
            <a:pathLst>
              <a:path w="356235" h="113347">
                <a:moveTo>
                  <a:pt x="0" y="56674"/>
                </a:moveTo>
                <a:lnTo>
                  <a:pt x="3422" y="67730"/>
                </a:lnTo>
                <a:lnTo>
                  <a:pt x="13558" y="78362"/>
                </a:lnTo>
                <a:lnTo>
                  <a:pt x="30018" y="88160"/>
                </a:lnTo>
                <a:lnTo>
                  <a:pt x="52169" y="96748"/>
                </a:lnTo>
                <a:lnTo>
                  <a:pt x="79161" y="103796"/>
                </a:lnTo>
                <a:lnTo>
                  <a:pt x="109955" y="109033"/>
                </a:lnTo>
                <a:lnTo>
                  <a:pt x="143368" y="112259"/>
                </a:lnTo>
                <a:lnTo>
                  <a:pt x="178118" y="113347"/>
                </a:lnTo>
                <a:lnTo>
                  <a:pt x="212867" y="112259"/>
                </a:lnTo>
                <a:lnTo>
                  <a:pt x="246280" y="109033"/>
                </a:lnTo>
                <a:lnTo>
                  <a:pt x="277074" y="103796"/>
                </a:lnTo>
                <a:lnTo>
                  <a:pt x="304066" y="96748"/>
                </a:lnTo>
                <a:lnTo>
                  <a:pt x="326217" y="88160"/>
                </a:lnTo>
                <a:lnTo>
                  <a:pt x="342677" y="78362"/>
                </a:lnTo>
                <a:lnTo>
                  <a:pt x="352813" y="67730"/>
                </a:lnTo>
                <a:lnTo>
                  <a:pt x="356235" y="56674"/>
                </a:lnTo>
                <a:lnTo>
                  <a:pt x="352813" y="45617"/>
                </a:lnTo>
                <a:lnTo>
                  <a:pt x="342677" y="34986"/>
                </a:lnTo>
                <a:lnTo>
                  <a:pt x="326217" y="25188"/>
                </a:lnTo>
                <a:lnTo>
                  <a:pt x="304066" y="16599"/>
                </a:lnTo>
                <a:lnTo>
                  <a:pt x="277074" y="9551"/>
                </a:lnTo>
                <a:lnTo>
                  <a:pt x="246280" y="4314"/>
                </a:lnTo>
                <a:lnTo>
                  <a:pt x="212867" y="1089"/>
                </a:lnTo>
                <a:lnTo>
                  <a:pt x="178118" y="0"/>
                </a:lnTo>
                <a:lnTo>
                  <a:pt x="143368" y="1089"/>
                </a:lnTo>
                <a:lnTo>
                  <a:pt x="109955" y="4314"/>
                </a:lnTo>
                <a:lnTo>
                  <a:pt x="79161" y="9551"/>
                </a:lnTo>
                <a:lnTo>
                  <a:pt x="52169" y="16599"/>
                </a:lnTo>
                <a:lnTo>
                  <a:pt x="30018" y="25188"/>
                </a:lnTo>
                <a:lnTo>
                  <a:pt x="13558" y="34986"/>
                </a:lnTo>
                <a:lnTo>
                  <a:pt x="3422" y="45617"/>
                </a:lnTo>
                <a:lnTo>
                  <a:pt x="0" y="56674"/>
                </a:lnTo>
              </a:path>
            </a:pathLst>
          </a:custGeom>
          <a:noFill/>
          <a:ln w="20241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Online line 157">
            <a:extLst>
              <a:ext uri="{FF2B5EF4-FFF2-40B4-BE49-F238E27FC236}">
                <a16:creationId xmlns:a16="http://schemas.microsoft.com/office/drawing/2014/main" id="{3FAB8ECF-BB14-407A-AB35-CAAF395C497F}"/>
              </a:ext>
            </a:extLst>
          </p:cNvPr>
          <p:cNvSpPr>
            <a:spLocks noGrp="1"/>
          </p:cNvSpPr>
          <p:nvPr/>
        </p:nvSpPr>
        <p:spPr>
          <a:xfrm>
            <a:off x="14938058" y="11364278"/>
            <a:ext cx="9525" cy="242888"/>
          </a:xfrm>
          <a:custGeom>
            <a:avLst/>
            <a:gdLst/>
            <a:ahLst/>
            <a:cxnLst/>
            <a:rect l="0" t="0" r="0" b="0"/>
            <a:pathLst>
              <a:path w="9525" h="242888">
                <a:moveTo>
                  <a:pt x="0" y="0"/>
                </a:moveTo>
                <a:lnTo>
                  <a:pt x="0" y="242888"/>
                </a:lnTo>
              </a:path>
            </a:pathLst>
          </a:custGeom>
          <a:noFill/>
          <a:ln w="20241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Online line 158">
            <a:extLst>
              <a:ext uri="{FF2B5EF4-FFF2-40B4-BE49-F238E27FC236}">
                <a16:creationId xmlns:a16="http://schemas.microsoft.com/office/drawing/2014/main" id="{79D5667F-5F53-43B1-8C10-AC9BC1DE4CA6}"/>
              </a:ext>
            </a:extLst>
          </p:cNvPr>
          <p:cNvSpPr>
            <a:spLocks noGrp="1"/>
          </p:cNvSpPr>
          <p:nvPr/>
        </p:nvSpPr>
        <p:spPr>
          <a:xfrm>
            <a:off x="15294293" y="11364278"/>
            <a:ext cx="9525" cy="242888"/>
          </a:xfrm>
          <a:custGeom>
            <a:avLst/>
            <a:gdLst/>
            <a:ahLst/>
            <a:cxnLst/>
            <a:rect l="0" t="0" r="0" b="0"/>
            <a:pathLst>
              <a:path w="9525" h="242888">
                <a:moveTo>
                  <a:pt x="0" y="0"/>
                </a:moveTo>
                <a:lnTo>
                  <a:pt x="0" y="242888"/>
                </a:lnTo>
              </a:path>
            </a:pathLst>
          </a:custGeom>
          <a:noFill/>
          <a:ln w="20241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Online line 159">
            <a:extLst>
              <a:ext uri="{FF2B5EF4-FFF2-40B4-BE49-F238E27FC236}">
                <a16:creationId xmlns:a16="http://schemas.microsoft.com/office/drawing/2014/main" id="{8EDCCB41-A4ED-486A-8A76-E49F5060D34C}"/>
              </a:ext>
            </a:extLst>
          </p:cNvPr>
          <p:cNvSpPr>
            <a:spLocks noGrp="1"/>
          </p:cNvSpPr>
          <p:nvPr/>
        </p:nvSpPr>
        <p:spPr>
          <a:xfrm>
            <a:off x="14938058" y="11607165"/>
            <a:ext cx="356235" cy="56674"/>
          </a:xfrm>
          <a:custGeom>
            <a:avLst/>
            <a:gdLst/>
            <a:ahLst/>
            <a:cxnLst/>
            <a:rect l="0" t="0" r="0" b="0"/>
            <a:pathLst>
              <a:path w="356235" h="56674">
                <a:moveTo>
                  <a:pt x="0" y="0"/>
                </a:moveTo>
                <a:lnTo>
                  <a:pt x="3422" y="11057"/>
                </a:lnTo>
                <a:lnTo>
                  <a:pt x="13558" y="21688"/>
                </a:lnTo>
                <a:lnTo>
                  <a:pt x="30018" y="31486"/>
                </a:lnTo>
                <a:lnTo>
                  <a:pt x="52169" y="40074"/>
                </a:lnTo>
                <a:lnTo>
                  <a:pt x="79161" y="47123"/>
                </a:lnTo>
                <a:lnTo>
                  <a:pt x="109955" y="52360"/>
                </a:lnTo>
                <a:lnTo>
                  <a:pt x="143368" y="55585"/>
                </a:lnTo>
                <a:lnTo>
                  <a:pt x="178118" y="56674"/>
                </a:lnTo>
                <a:lnTo>
                  <a:pt x="212867" y="55585"/>
                </a:lnTo>
                <a:lnTo>
                  <a:pt x="246280" y="52360"/>
                </a:lnTo>
                <a:lnTo>
                  <a:pt x="277074" y="47123"/>
                </a:lnTo>
                <a:lnTo>
                  <a:pt x="304066" y="40074"/>
                </a:lnTo>
                <a:lnTo>
                  <a:pt x="326217" y="31486"/>
                </a:lnTo>
                <a:lnTo>
                  <a:pt x="342677" y="21688"/>
                </a:lnTo>
                <a:lnTo>
                  <a:pt x="352813" y="11057"/>
                </a:lnTo>
                <a:lnTo>
                  <a:pt x="356235" y="0"/>
                </a:lnTo>
              </a:path>
            </a:pathLst>
          </a:custGeom>
          <a:noFill/>
          <a:ln w="20241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Online line 160">
            <a:extLst>
              <a:ext uri="{FF2B5EF4-FFF2-40B4-BE49-F238E27FC236}">
                <a16:creationId xmlns:a16="http://schemas.microsoft.com/office/drawing/2014/main" id="{EC77562C-0CA9-411C-AA0A-E19378CF719E}"/>
              </a:ext>
            </a:extLst>
          </p:cNvPr>
          <p:cNvSpPr>
            <a:spLocks noGrp="1"/>
          </p:cNvSpPr>
          <p:nvPr/>
        </p:nvSpPr>
        <p:spPr>
          <a:xfrm>
            <a:off x="14938058" y="11485721"/>
            <a:ext cx="356235" cy="56674"/>
          </a:xfrm>
          <a:custGeom>
            <a:avLst/>
            <a:gdLst/>
            <a:ahLst/>
            <a:cxnLst/>
            <a:rect l="0" t="0" r="0" b="0"/>
            <a:pathLst>
              <a:path w="356235" h="56674">
                <a:moveTo>
                  <a:pt x="0" y="0"/>
                </a:moveTo>
                <a:lnTo>
                  <a:pt x="3422" y="11057"/>
                </a:lnTo>
                <a:lnTo>
                  <a:pt x="13558" y="21688"/>
                </a:lnTo>
                <a:lnTo>
                  <a:pt x="30018" y="31486"/>
                </a:lnTo>
                <a:lnTo>
                  <a:pt x="52169" y="40074"/>
                </a:lnTo>
                <a:lnTo>
                  <a:pt x="79161" y="47123"/>
                </a:lnTo>
                <a:lnTo>
                  <a:pt x="109955" y="52360"/>
                </a:lnTo>
                <a:lnTo>
                  <a:pt x="143368" y="55585"/>
                </a:lnTo>
                <a:lnTo>
                  <a:pt x="178118" y="56674"/>
                </a:lnTo>
                <a:lnTo>
                  <a:pt x="212867" y="55585"/>
                </a:lnTo>
                <a:lnTo>
                  <a:pt x="246280" y="52360"/>
                </a:lnTo>
                <a:lnTo>
                  <a:pt x="277074" y="47123"/>
                </a:lnTo>
                <a:lnTo>
                  <a:pt x="304066" y="40074"/>
                </a:lnTo>
                <a:lnTo>
                  <a:pt x="326217" y="31486"/>
                </a:lnTo>
                <a:lnTo>
                  <a:pt x="342677" y="21688"/>
                </a:lnTo>
                <a:lnTo>
                  <a:pt x="352813" y="11057"/>
                </a:lnTo>
                <a:lnTo>
                  <a:pt x="356235" y="0"/>
                </a:lnTo>
              </a:path>
            </a:pathLst>
          </a:custGeom>
          <a:noFill/>
          <a:ln w="20241">
            <a:solidFill>
              <a:srgbClr val="465E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Online text 161: Data sources">
            <a:extLst>
              <a:ext uri="{FF2B5EF4-FFF2-40B4-BE49-F238E27FC236}">
                <a16:creationId xmlns:a16="http://schemas.microsoft.com/office/drawing/2014/main" id="{883548E8-47FE-413B-A0B5-140CB85E54C8}"/>
              </a:ext>
            </a:extLst>
          </p:cNvPr>
          <p:cNvSpPr>
            <a:spLocks noGrp="1"/>
          </p:cNvSpPr>
          <p:nvPr/>
        </p:nvSpPr>
        <p:spPr>
          <a:xfrm>
            <a:off x="15563850" y="11187303"/>
            <a:ext cx="1783842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Data sources</a:t>
            </a:r>
          </a:p>
        </p:txBody>
      </p:sp>
      <p:sp>
        <p:nvSpPr>
          <p:cNvPr id="162" name="Online text 162: Cell, coverage and KPI records">
            <a:extLst>
              <a:ext uri="{FF2B5EF4-FFF2-40B4-BE49-F238E27FC236}">
                <a16:creationId xmlns:a16="http://schemas.microsoft.com/office/drawing/2014/main" id="{E97A2CE7-A457-4BA8-9A60-BC12B6F341C7}"/>
              </a:ext>
            </a:extLst>
          </p:cNvPr>
          <p:cNvSpPr>
            <a:spLocks noGrp="1"/>
          </p:cNvSpPr>
          <p:nvPr/>
        </p:nvSpPr>
        <p:spPr>
          <a:xfrm>
            <a:off x="15563850" y="11543252"/>
            <a:ext cx="2872445" cy="2700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59697A"/>
                </a:solidFill>
                <a:latin typeface="Arial"/>
                <a:ea typeface="Arial"/>
                <a:cs typeface="Arial"/>
              </a:rPr>
              <a:t>Cell</a:t>
            </a:r>
            <a:r>
              <a:rPr lang="en-US" sz="1575" b="0" dirty="0">
                <a:solidFill>
                  <a:srgbClr val="59697A"/>
                </a:solidFill>
                <a:latin typeface="Arial"/>
                <a:ea typeface="Arial"/>
                <a:cs typeface="Arial"/>
              </a:rPr>
              <a:t> information</a:t>
            </a:r>
            <a:r>
              <a:rPr sz="1575" b="0" dirty="0">
                <a:solidFill>
                  <a:srgbClr val="59697A"/>
                </a:solidFill>
                <a:latin typeface="Arial"/>
                <a:ea typeface="Arial"/>
                <a:cs typeface="Arial"/>
              </a:rPr>
              <a:t>, coverage and KPI records</a:t>
            </a:r>
          </a:p>
        </p:txBody>
      </p:sp>
      <p:sp>
        <p:nvSpPr>
          <p:cNvPr id="163" name="Online text 163: OSM geometry">
            <a:extLst>
              <a:ext uri="{FF2B5EF4-FFF2-40B4-BE49-F238E27FC236}">
                <a16:creationId xmlns:a16="http://schemas.microsoft.com/office/drawing/2014/main" id="{2B43FF7B-B8AA-47D4-B152-68516B337EE0}"/>
              </a:ext>
            </a:extLst>
          </p:cNvPr>
          <p:cNvSpPr>
            <a:spLocks noGrp="1"/>
          </p:cNvSpPr>
          <p:nvPr/>
        </p:nvSpPr>
        <p:spPr>
          <a:xfrm>
            <a:off x="15563850" y="11790902"/>
            <a:ext cx="1465269" cy="2700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OSM geometry</a:t>
            </a:r>
          </a:p>
        </p:txBody>
      </p:sp>
      <p:sp>
        <p:nvSpPr>
          <p:cNvPr id="164" name="Online line 164">
            <a:extLst>
              <a:ext uri="{FF2B5EF4-FFF2-40B4-BE49-F238E27FC236}">
                <a16:creationId xmlns:a16="http://schemas.microsoft.com/office/drawing/2014/main" id="{23286B08-26BD-4422-8725-D50A70C587E0}"/>
              </a:ext>
            </a:extLst>
          </p:cNvPr>
          <p:cNvSpPr>
            <a:spLocks noGrp="1"/>
          </p:cNvSpPr>
          <p:nvPr/>
        </p:nvSpPr>
        <p:spPr>
          <a:xfrm>
            <a:off x="8286750" y="9334500"/>
            <a:ext cx="9525" cy="1714500"/>
          </a:xfrm>
          <a:custGeom>
            <a:avLst/>
            <a:gdLst/>
            <a:ahLst/>
            <a:cxnLst/>
            <a:rect l="0" t="0" r="0" b="0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26670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Online polygon 165">
            <a:extLst>
              <a:ext uri="{FF2B5EF4-FFF2-40B4-BE49-F238E27FC236}">
                <a16:creationId xmlns:a16="http://schemas.microsoft.com/office/drawing/2014/main" id="{EC708F5C-B90C-44BF-B649-09B43280954C}"/>
              </a:ext>
            </a:extLst>
          </p:cNvPr>
          <p:cNvSpPr>
            <a:spLocks noGrp="1"/>
          </p:cNvSpPr>
          <p:nvPr/>
        </p:nvSpPr>
        <p:spPr>
          <a:xfrm>
            <a:off x="8239125" y="10944225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D8F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Online text 166: Call + args">
            <a:extLst>
              <a:ext uri="{FF2B5EF4-FFF2-40B4-BE49-F238E27FC236}">
                <a16:creationId xmlns:a16="http://schemas.microsoft.com/office/drawing/2014/main" id="{BE8F6EB0-704A-4C04-8642-6ABEB7022622}"/>
              </a:ext>
            </a:extLst>
          </p:cNvPr>
          <p:cNvSpPr>
            <a:spLocks noGrp="1"/>
          </p:cNvSpPr>
          <p:nvPr/>
        </p:nvSpPr>
        <p:spPr>
          <a:xfrm>
            <a:off x="7066883" y="10408920"/>
            <a:ext cx="1030034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Call + args</a:t>
            </a:r>
          </a:p>
        </p:txBody>
      </p:sp>
      <p:sp>
        <p:nvSpPr>
          <p:cNvPr id="167" name="Online line 167">
            <a:extLst>
              <a:ext uri="{FF2B5EF4-FFF2-40B4-BE49-F238E27FC236}">
                <a16:creationId xmlns:a16="http://schemas.microsoft.com/office/drawing/2014/main" id="{B754752B-5DD3-4F99-8541-34436CF7C1CD}"/>
              </a:ext>
            </a:extLst>
          </p:cNvPr>
          <p:cNvSpPr>
            <a:spLocks noGrp="1"/>
          </p:cNvSpPr>
          <p:nvPr/>
        </p:nvSpPr>
        <p:spPr>
          <a:xfrm>
            <a:off x="9429750" y="9334500"/>
            <a:ext cx="9525" cy="1714500"/>
          </a:xfrm>
          <a:custGeom>
            <a:avLst/>
            <a:gdLst/>
            <a:ahLst/>
            <a:cxnLst/>
            <a:rect l="0" t="0" r="0" b="0"/>
            <a:pathLst>
              <a:path w="9525" h="1714500">
                <a:moveTo>
                  <a:pt x="0" y="1714500"/>
                </a:moveTo>
                <a:lnTo>
                  <a:pt x="0" y="0"/>
                </a:lnTo>
              </a:path>
            </a:pathLst>
          </a:custGeom>
          <a:noFill/>
          <a:ln w="26670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Online polygon 168">
            <a:extLst>
              <a:ext uri="{FF2B5EF4-FFF2-40B4-BE49-F238E27FC236}">
                <a16:creationId xmlns:a16="http://schemas.microsoft.com/office/drawing/2014/main" id="{110EF348-788B-4EE6-AA4B-67F46870C806}"/>
              </a:ext>
            </a:extLst>
          </p:cNvPr>
          <p:cNvSpPr>
            <a:spLocks noGrp="1"/>
          </p:cNvSpPr>
          <p:nvPr/>
        </p:nvSpPr>
        <p:spPr>
          <a:xfrm>
            <a:off x="9382125" y="9334500"/>
            <a:ext cx="95250" cy="104775"/>
          </a:xfrm>
          <a:custGeom>
            <a:avLst/>
            <a:gdLst/>
            <a:ahLst/>
            <a:cxnLst/>
            <a:rect l="0" t="0" r="0" b="0"/>
            <a:pathLst>
              <a:path w="95250" h="104775">
                <a:moveTo>
                  <a:pt x="47625" y="0"/>
                </a:moveTo>
                <a:lnTo>
                  <a:pt x="0" y="104775"/>
                </a:lnTo>
                <a:lnTo>
                  <a:pt x="95250" y="104775"/>
                </a:lnTo>
                <a:close/>
              </a:path>
            </a:pathLst>
          </a:custGeom>
          <a:solidFill>
            <a:srgbClr val="4D8F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Online text 169: Result / error">
            <a:extLst>
              <a:ext uri="{FF2B5EF4-FFF2-40B4-BE49-F238E27FC236}">
                <a16:creationId xmlns:a16="http://schemas.microsoft.com/office/drawing/2014/main" id="{63C39C49-C0BD-4C8D-84CA-1E24F651B452}"/>
              </a:ext>
            </a:extLst>
          </p:cNvPr>
          <p:cNvSpPr>
            <a:spLocks noGrp="1"/>
          </p:cNvSpPr>
          <p:nvPr/>
        </p:nvSpPr>
        <p:spPr>
          <a:xfrm>
            <a:off x="9641300" y="10408920"/>
            <a:ext cx="12152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Result / error</a:t>
            </a:r>
          </a:p>
        </p:txBody>
      </p:sp>
      <p:sp>
        <p:nvSpPr>
          <p:cNvPr id="170" name="Online line 170">
            <a:extLst>
              <a:ext uri="{FF2B5EF4-FFF2-40B4-BE49-F238E27FC236}">
                <a16:creationId xmlns:a16="http://schemas.microsoft.com/office/drawing/2014/main" id="{C037C087-FDD3-4A2A-AEB2-4EFE9E6E24D9}"/>
              </a:ext>
            </a:extLst>
          </p:cNvPr>
          <p:cNvSpPr>
            <a:spLocks noGrp="1"/>
          </p:cNvSpPr>
          <p:nvPr/>
        </p:nvSpPr>
        <p:spPr>
          <a:xfrm>
            <a:off x="12096750" y="11401425"/>
            <a:ext cx="2571750" cy="9525"/>
          </a:xfrm>
          <a:custGeom>
            <a:avLst/>
            <a:gdLst/>
            <a:ahLst/>
            <a:cxnLst/>
            <a:rect l="0" t="0" r="0" b="0"/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/>
          <a:ln w="23813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Online polygon 171">
            <a:extLst>
              <a:ext uri="{FF2B5EF4-FFF2-40B4-BE49-F238E27FC236}">
                <a16:creationId xmlns:a16="http://schemas.microsoft.com/office/drawing/2014/main" id="{155D252B-55D0-4C8B-BA51-B764607F3E2D}"/>
              </a:ext>
            </a:extLst>
          </p:cNvPr>
          <p:cNvSpPr>
            <a:spLocks noGrp="1"/>
          </p:cNvSpPr>
          <p:nvPr/>
        </p:nvSpPr>
        <p:spPr>
          <a:xfrm>
            <a:off x="14563725" y="11353800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D8F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Online text 172: Query">
            <a:extLst>
              <a:ext uri="{FF2B5EF4-FFF2-40B4-BE49-F238E27FC236}">
                <a16:creationId xmlns:a16="http://schemas.microsoft.com/office/drawing/2014/main" id="{1AC5E7F0-46D1-4E71-BB70-537A4EDECE3C}"/>
              </a:ext>
            </a:extLst>
          </p:cNvPr>
          <p:cNvSpPr>
            <a:spLocks noGrp="1"/>
          </p:cNvSpPr>
          <p:nvPr/>
        </p:nvSpPr>
        <p:spPr>
          <a:xfrm>
            <a:off x="13063252" y="11075670"/>
            <a:ext cx="63874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173" name="Online line 173">
            <a:extLst>
              <a:ext uri="{FF2B5EF4-FFF2-40B4-BE49-F238E27FC236}">
                <a16:creationId xmlns:a16="http://schemas.microsoft.com/office/drawing/2014/main" id="{A50E60DE-94C4-4156-B0DC-2D10A6C7BFC5}"/>
              </a:ext>
            </a:extLst>
          </p:cNvPr>
          <p:cNvSpPr>
            <a:spLocks noGrp="1"/>
          </p:cNvSpPr>
          <p:nvPr/>
        </p:nvSpPr>
        <p:spPr>
          <a:xfrm>
            <a:off x="12096750" y="11877675"/>
            <a:ext cx="2571750" cy="9525"/>
          </a:xfrm>
          <a:custGeom>
            <a:avLst/>
            <a:gdLst/>
            <a:ahLst/>
            <a:cxnLst/>
            <a:rect l="0" t="0" r="0" b="0"/>
            <a:pathLst>
              <a:path w="2571750" h="9525">
                <a:moveTo>
                  <a:pt x="2571750" y="0"/>
                </a:moveTo>
                <a:lnTo>
                  <a:pt x="0" y="0"/>
                </a:lnTo>
              </a:path>
            </a:pathLst>
          </a:custGeom>
          <a:noFill/>
          <a:ln w="23813">
            <a:solidFill>
              <a:srgbClr val="4D8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Online polygon 174">
            <a:extLst>
              <a:ext uri="{FF2B5EF4-FFF2-40B4-BE49-F238E27FC236}">
                <a16:creationId xmlns:a16="http://schemas.microsoft.com/office/drawing/2014/main" id="{116DF402-E061-4356-96D2-2B4A8F063F08}"/>
              </a:ext>
            </a:extLst>
          </p:cNvPr>
          <p:cNvSpPr>
            <a:spLocks noGrp="1"/>
          </p:cNvSpPr>
          <p:nvPr/>
        </p:nvSpPr>
        <p:spPr>
          <a:xfrm>
            <a:off x="12096750" y="11830050"/>
            <a:ext cx="104775" cy="95250"/>
          </a:xfrm>
          <a:custGeom>
            <a:avLst/>
            <a:gdLst/>
            <a:ahLst/>
            <a:cxnLst/>
            <a:rect l="0" t="0" r="0" b="0"/>
            <a:pathLst>
              <a:path w="104775" h="95250">
                <a:moveTo>
                  <a:pt x="0" y="47625"/>
                </a:moveTo>
                <a:lnTo>
                  <a:pt x="104775" y="95250"/>
                </a:lnTo>
                <a:lnTo>
                  <a:pt x="104775" y="0"/>
                </a:lnTo>
                <a:close/>
              </a:path>
            </a:pathLst>
          </a:custGeom>
          <a:solidFill>
            <a:srgbClr val="4D8F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Online text 175: Records">
            <a:extLst>
              <a:ext uri="{FF2B5EF4-FFF2-40B4-BE49-F238E27FC236}">
                <a16:creationId xmlns:a16="http://schemas.microsoft.com/office/drawing/2014/main" id="{D680A5EB-2D4B-4D93-9C56-A6DAAF7961AF}"/>
              </a:ext>
            </a:extLst>
          </p:cNvPr>
          <p:cNvSpPr>
            <a:spLocks noGrp="1"/>
          </p:cNvSpPr>
          <p:nvPr/>
        </p:nvSpPr>
        <p:spPr>
          <a:xfrm>
            <a:off x="12970859" y="11551920"/>
            <a:ext cx="823532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2866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8664F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176" name="Online line 176">
            <a:extLst>
              <a:ext uri="{FF2B5EF4-FFF2-40B4-BE49-F238E27FC236}">
                <a16:creationId xmlns:a16="http://schemas.microsoft.com/office/drawing/2014/main" id="{C1703E1D-9115-46C6-9995-0C1B4536F4C4}"/>
              </a:ext>
            </a:extLst>
          </p:cNvPr>
          <p:cNvSpPr>
            <a:spLocks noGrp="1"/>
          </p:cNvSpPr>
          <p:nvPr/>
        </p:nvSpPr>
        <p:spPr>
          <a:xfrm>
            <a:off x="500062" y="12995719"/>
            <a:ext cx="21669375" cy="9525"/>
          </a:xfrm>
          <a:custGeom>
            <a:avLst/>
            <a:gdLst/>
            <a:ahLst/>
            <a:cxnLst/>
            <a:rect l="0" t="0" r="0" b="0"/>
            <a:pathLst>
              <a:path w="21669375" h="9525">
                <a:moveTo>
                  <a:pt x="0" y="0"/>
                </a:moveTo>
                <a:lnTo>
                  <a:pt x="21669375" y="0"/>
                </a:lnTo>
              </a:path>
            </a:pathLst>
          </a:custGeom>
          <a:noFill/>
          <a:ln w="11430">
            <a:solidFill>
              <a:srgbClr val="C7D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Online module 177">
            <a:extLst>
              <a:ext uri="{FF2B5EF4-FFF2-40B4-BE49-F238E27FC236}">
                <a16:creationId xmlns:a16="http://schemas.microsoft.com/office/drawing/2014/main" id="{836AA0E0-89BE-4267-A534-957A1F4D565D}"/>
              </a:ext>
            </a:extLst>
          </p:cNvPr>
          <p:cNvSpPr>
            <a:spLocks noGrp="1"/>
          </p:cNvSpPr>
          <p:nvPr/>
        </p:nvSpPr>
        <p:spPr>
          <a:xfrm>
            <a:off x="942859" y="13518345"/>
            <a:ext cx="482108" cy="224271"/>
          </a:xfrm>
          <a:prstGeom prst="roundRect">
            <a:avLst>
              <a:gd name="adj" fmla="val 13333"/>
            </a:avLst>
          </a:prstGeom>
          <a:solidFill>
            <a:srgbClr val="E8F1FB"/>
          </a:solidFill>
          <a:ln w="15240">
            <a:solidFill>
              <a:srgbClr val="447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Online module 179">
            <a:extLst>
              <a:ext uri="{FF2B5EF4-FFF2-40B4-BE49-F238E27FC236}">
                <a16:creationId xmlns:a16="http://schemas.microsoft.com/office/drawing/2014/main" id="{C417F361-8526-4365-B177-259BB97A6A6E}"/>
              </a:ext>
            </a:extLst>
          </p:cNvPr>
          <p:cNvSpPr>
            <a:spLocks noGrp="1"/>
          </p:cNvSpPr>
          <p:nvPr/>
        </p:nvSpPr>
        <p:spPr>
          <a:xfrm flipV="1">
            <a:off x="2525868" y="13487402"/>
            <a:ext cx="431625" cy="226868"/>
          </a:xfrm>
          <a:prstGeom prst="roundRect">
            <a:avLst>
              <a:gd name="adj" fmla="val 13333"/>
            </a:avLst>
          </a:prstGeom>
          <a:solidFill>
            <a:srgbClr val="FFF0D4"/>
          </a:solidFill>
          <a:ln w="15240">
            <a:solidFill>
              <a:srgbClr val="C18B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Online module 181">
            <a:extLst>
              <a:ext uri="{FF2B5EF4-FFF2-40B4-BE49-F238E27FC236}">
                <a16:creationId xmlns:a16="http://schemas.microsoft.com/office/drawing/2014/main" id="{13493167-7475-4736-9C62-ADC527DECC50}"/>
              </a:ext>
            </a:extLst>
          </p:cNvPr>
          <p:cNvSpPr>
            <a:spLocks noGrp="1"/>
          </p:cNvSpPr>
          <p:nvPr/>
        </p:nvSpPr>
        <p:spPr>
          <a:xfrm>
            <a:off x="4567872" y="13508182"/>
            <a:ext cx="341090" cy="161925"/>
          </a:xfrm>
          <a:prstGeom prst="roundRect">
            <a:avLst>
              <a:gd name="adj" fmla="val 13333"/>
            </a:avLst>
          </a:prstGeom>
          <a:solidFill>
            <a:srgbClr val="F0E8F9"/>
          </a:solidFill>
          <a:ln w="15240">
            <a:solidFill>
              <a:srgbClr val="92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Online text 183: [1] LLM-Modulo, ICML 2024.   [2] CRITIC, ICLR 2024.   Adapted verification mechanisms.">
            <a:extLst>
              <a:ext uri="{FF2B5EF4-FFF2-40B4-BE49-F238E27FC236}">
                <a16:creationId xmlns:a16="http://schemas.microsoft.com/office/drawing/2014/main" id="{2F7F5C65-F835-4B98-B7CB-0F9B260612CE}"/>
              </a:ext>
            </a:extLst>
          </p:cNvPr>
          <p:cNvSpPr>
            <a:spLocks noGrp="1"/>
          </p:cNvSpPr>
          <p:nvPr/>
        </p:nvSpPr>
        <p:spPr>
          <a:xfrm>
            <a:off x="15321763" y="14169580"/>
            <a:ext cx="6871487" cy="2314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35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97A"/>
                </a:solidFill>
                <a:latin typeface="Arial"/>
                <a:ea typeface="Arial"/>
                <a:cs typeface="Arial"/>
              </a:rPr>
              <a:t>[1] LLM-Modulo, ICML 2024.   [2] CRITIC, ICLR 2024.   Adapted verification mechanisms.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40B671D-842B-8A02-0D73-9D0E1809844C}"/>
              </a:ext>
            </a:extLst>
          </p:cNvPr>
          <p:cNvSpPr txBox="1"/>
          <p:nvPr/>
        </p:nvSpPr>
        <p:spPr>
          <a:xfrm>
            <a:off x="4908962" y="13425055"/>
            <a:ext cx="284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Verifier</a:t>
            </a:r>
            <a:r>
              <a:rPr lang="zh-CN" altLang="en-US" dirty="0"/>
              <a:t> </a:t>
            </a:r>
            <a:r>
              <a:rPr lang="en-US" altLang="zh-CN" dirty="0"/>
              <a:t>LLM</a:t>
            </a:r>
            <a:endParaRPr lang="en-US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CC34C00A-2EDA-A0AF-5EFD-E1A5A3980451}"/>
              </a:ext>
            </a:extLst>
          </p:cNvPr>
          <p:cNvSpPr txBox="1"/>
          <p:nvPr/>
        </p:nvSpPr>
        <p:spPr>
          <a:xfrm>
            <a:off x="2949063" y="13431982"/>
            <a:ext cx="284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Decision</a:t>
            </a:r>
            <a:r>
              <a:rPr lang="zh-CN" altLang="en-US" dirty="0"/>
              <a:t> </a:t>
            </a:r>
            <a:r>
              <a:rPr lang="en-US" altLang="zh-CN" dirty="0"/>
              <a:t>LLM</a:t>
            </a:r>
            <a:endParaRPr lang="en-US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EC40D2AD-95E1-C3FB-AEDF-922D3D13EC1D}"/>
              </a:ext>
            </a:extLst>
          </p:cNvPr>
          <p:cNvSpPr txBox="1"/>
          <p:nvPr/>
        </p:nvSpPr>
        <p:spPr>
          <a:xfrm>
            <a:off x="1383182" y="13490636"/>
            <a:ext cx="284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</a:t>
            </a:r>
          </a:p>
        </p:txBody>
      </p:sp>
      <p:cxnSp>
        <p:nvCxnSpPr>
          <p:cNvPr id="189" name="Elbow Connector 188">
            <a:extLst>
              <a:ext uri="{FF2B5EF4-FFF2-40B4-BE49-F238E27FC236}">
                <a16:creationId xmlns:a16="http://schemas.microsoft.com/office/drawing/2014/main" id="{8BBFD852-A8EA-A7C4-6C02-C318AB282998}"/>
              </a:ext>
            </a:extLst>
          </p:cNvPr>
          <p:cNvCxnSpPr/>
          <p:nvPr/>
        </p:nvCxnSpPr>
        <p:spPr>
          <a:xfrm rot="16200000" flipV="1">
            <a:off x="10846840" y="3698925"/>
            <a:ext cx="12700" cy="3524250"/>
          </a:xfrm>
          <a:prstGeom prst="bentConnector3">
            <a:avLst>
              <a:gd name="adj1" fmla="val 1800000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71779419-0625-32E2-53A5-401BAF82D3BB}"/>
              </a:ext>
            </a:extLst>
          </p:cNvPr>
          <p:cNvSpPr txBox="1"/>
          <p:nvPr/>
        </p:nvSpPr>
        <p:spPr>
          <a:xfrm>
            <a:off x="9867112" y="4904727"/>
            <a:ext cx="184285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500" b="0">
                <a:solidFill>
                  <a:srgbClr val="59697A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9697A"/>
                </a:solidFill>
                <a:latin typeface="Arial"/>
                <a:cs typeface="Arial"/>
              </a:rPr>
              <a:t>Error information</a:t>
            </a:r>
          </a:p>
        </p:txBody>
      </p:sp>
    </p:spTree>
    <p:extLst>
      <p:ext uri="{BB962C8B-B14F-4D97-AF65-F5344CB8AC3E}">
        <p14:creationId xmlns:p14="http://schemas.microsoft.com/office/powerpoint/2010/main" val="16544304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320</Words>
  <Application>Microsoft Macintosh PowerPoint</Application>
  <DocSecurity>0</DocSecurity>
  <PresentationFormat>Custom</PresentationFormat>
  <Paragraphs>127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Zheng, Xinyue</cp:lastModifiedBy>
  <cp:revision>3</cp:revision>
  <dcterms:created xsi:type="dcterms:W3CDTF">2026-09-30T08:36:41Z</dcterms:created>
  <dcterms:modified xsi:type="dcterms:W3CDTF">2026-09-30T14:43:12Z</dcterms:modified>
</cp:coreProperties>
</file>