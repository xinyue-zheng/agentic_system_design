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Assessment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Component-by-Component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Preprocessor  ·  Planner Agent  ·  Assessment Agent  ·  Verifier  ·  Reflector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Preprocessor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computation of all KPI statistics — no LLM, no hallucination 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timeseries per USID (D_DL_TP_VALUE, D_UL_TP_VALUE, D_DL_VOL_VALUE, D_UL_VOL_VALUE)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alarm_time, resolved_time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absorption_fractions from coverage preprocessor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estimated_capacities from attribute preprocessor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workday vs weekend to build correct reference distribution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historical traffic at outage hour (same weekday + same hour median)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per-backup predicted load = baseline + absorbed traffic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headroom fraction and overload_risk (low / medium / high)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traffic anomalies (&gt;2σ from historical same slot)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7-day traffic trend (rising / stable / falling)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kpi_summary.json with per-USID stats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outage_is_peak, traffic_rank_percentile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predicted_total_load_mbps, headroom_fraction, overload_risk per backup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anomaly_flag + anomaly_reason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data_points_count (reliability signal)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raw evidence into a curated brief and generates a case-specific analysis plan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coverage_result (hole fraction, RSRP quality, infrastructure overlap, map)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attribute_result (site type, tech profile, capacity scores)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kpi_summary (predicted loads, headroom, peak status, anomalies)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(outage_type, alarm_time, resolved_time)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analytical question from ticket type (full / partial / degraded)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multi-source data into structured assessment brief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across all dimensions for compound signals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makes this case specific vs a typical outage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case-specific analysis plan ordered by priority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ticket_context (outage_type, analytical_question, scope)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 (formatted text — sole data source for executor)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case_characterisation (what_makes_this_specific, dimensions_and_relevance)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analysis_plan (2–4 steps with focus, reason, specific_instruction)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Agent (Executor)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planner's analysis plan step-by-step and produces a structured severity verdict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organised_brief (primary data source — all numbers must come from here)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analysis_plan (ordered steps to execute)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case_characterisation (compound signals to confirm or revise)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ticket_context (analytical question being answered)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analysis_plan before reading any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each plan step in order — no skipping, no reordering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specific numbers from organised_brief for each step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named conclusion at the end of each step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coverage / capacity / timing impact levels from step conclusions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overall_severity 1–5 from compound step conclusions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plan_execution (steps_received + step_conclusions per step)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(structured by plan steps, all numbers traced to brief)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coverage_impact, capacity_impact, timing_impact {level, reasoning}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overall_severity (1–5) + severity_reasoning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key_findings (compound analysis, not single metrics)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confidence_reasoning + flags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reasoning quality across the planner and executor using four independent 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planner_output (ticket_context, organised_brief, case_characterisation, analysis_plan)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fa_output (plan_execution, thinking, analysis)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(for context)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Quality: Is the analysis_plan case-specific? Does it reference actual data values? Does case_characterisation identify real compound signals?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Adherence: Do step_conclusions match the plan’s specific_instructions? Is each step traceable?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Consistency: Does overall_severity align with the three impact levels? Are contradictions resolved?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Coverage: Does thinking cite numbers from organised_brief for all relevant dimensions?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(weighted average of four criteria)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verdict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per-criterion scores (0.0 – 1.0) with justification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fail_reasons (specific issues driving each low score)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prediction is wrong — extracts lessons and updates fa_agent’s skill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gt_severity (ground truth from resolved ticket)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predicted_severity (from assessment agent)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planner_output (plan that was used)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fa_output (execution trace and conclusions)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fa_verifier (per-criterion scores)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current fa_agent lessons file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entirely if predicted_severity == gt_severity (NO_OP)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error direction: under-estimated or over-estimated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which plan step or reasoning gap led to the wrong severity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specific, non-generic lesson (must cite evidence from fa_output)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withdrawn lessons — do not re-add same content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withdraw lesson in fa_agent lessons file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20240"/>
            <a:ext cx="25420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reflection.action: ADD / UPDATE / WITHDRAW / NO_OP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reflection.new_lesson (concrete, cites specific numbers)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reflection.rationale (why this lesson addresses the error)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fa_agent lessons file (max 10 active lessons)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lessons_version_after (version number after update)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2026-05-21T12:19:51Z</dcterms:created>
  <dcterms:modified xsi:type="dcterms:W3CDTF">2026-05-21T12:19:51Z</dcterms:modified>
</cp:coreProperties>
</file>