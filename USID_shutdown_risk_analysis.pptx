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95" r:id="rId3"/>
    <p:sldId id="279" r:id="rId4"/>
    <p:sldId id="296" r:id="rId5"/>
    <p:sldId id="297" r:id="rId6"/>
    <p:sldId id="276" r:id="rId7"/>
    <p:sldId id="277" r:id="rId8"/>
    <p:sldId id="288" r:id="rId9"/>
    <p:sldId id="299" r:id="rId10"/>
    <p:sldId id="300" r:id="rId11"/>
    <p:sldId id="257" r:id="rId12"/>
    <p:sldId id="301" r:id="rId13"/>
    <p:sldId id="302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FA6A5"/>
    <a:srgbClr val="B5CBFE"/>
    <a:srgbClr val="E6A1FF"/>
    <a:srgbClr val="D091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F075293-C53E-144E-A9BE-D0EF9C9BD2F9}" v="483" dt="2026-04-19T19:34:37.56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216"/>
    <p:restoredTop sz="94610"/>
  </p:normalViewPr>
  <p:slideViewPr>
    <p:cSldViewPr snapToGrid="0" snapToObjects="1">
      <p:cViewPr varScale="1">
        <p:scale>
          <a:sx n="159" d="100"/>
          <a:sy n="159" d="100"/>
        </p:scale>
        <p:origin x="176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heng, Xinyue" userId="463dbdee-3a91-4da5-8c02-eb7d819f400f" providerId="ADAL" clId="{6166D0B7-0C52-520D-8E8C-744A4B1D6A1D}"/>
    <pc:docChg chg="undo custSel addSld delSld modSld sldOrd">
      <pc:chgData name="Zheng, Xinyue" userId="463dbdee-3a91-4da5-8c02-eb7d819f400f" providerId="ADAL" clId="{6166D0B7-0C52-520D-8E8C-744A4B1D6A1D}" dt="2026-04-19T19:35:51.724" v="11625" actId="207"/>
      <pc:docMkLst>
        <pc:docMk/>
      </pc:docMkLst>
      <pc:sldChg chg="addSp delSp modSp mod">
        <pc:chgData name="Zheng, Xinyue" userId="463dbdee-3a91-4da5-8c02-eb7d819f400f" providerId="ADAL" clId="{6166D0B7-0C52-520D-8E8C-744A4B1D6A1D}" dt="2026-04-19T19:35:51.724" v="11625" actId="207"/>
        <pc:sldMkLst>
          <pc:docMk/>
          <pc:sldMk cId="0" sldId="256"/>
        </pc:sldMkLst>
        <pc:spChg chg="mod">
          <ac:chgData name="Zheng, Xinyue" userId="463dbdee-3a91-4da5-8c02-eb7d819f400f" providerId="ADAL" clId="{6166D0B7-0C52-520D-8E8C-744A4B1D6A1D}" dt="2026-04-16T07:30:35.815" v="290" actId="313"/>
          <ac:spMkLst>
            <pc:docMk/>
            <pc:sldMk cId="0" sldId="256"/>
            <ac:spMk id="3" creationId="{00000000-0000-0000-0000-000000000000}"/>
          </ac:spMkLst>
        </pc:spChg>
        <pc:spChg chg="add mod">
          <ac:chgData name="Zheng, Xinyue" userId="463dbdee-3a91-4da5-8c02-eb7d819f400f" providerId="ADAL" clId="{6166D0B7-0C52-520D-8E8C-744A4B1D6A1D}" dt="2026-04-19T19:35:51.724" v="11625" actId="207"/>
          <ac:spMkLst>
            <pc:docMk/>
            <pc:sldMk cId="0" sldId="256"/>
            <ac:spMk id="4" creationId="{8E6199AB-8713-2411-DE58-394E436CFA50}"/>
          </ac:spMkLst>
        </pc:spChg>
        <pc:spChg chg="del mod">
          <ac:chgData name="Zheng, Xinyue" userId="463dbdee-3a91-4da5-8c02-eb7d819f400f" providerId="ADAL" clId="{6166D0B7-0C52-520D-8E8C-744A4B1D6A1D}" dt="2026-04-19T19:34:33.584" v="11556" actId="478"/>
          <ac:spMkLst>
            <pc:docMk/>
            <pc:sldMk cId="0" sldId="256"/>
            <ac:spMk id="5" creationId="{00000000-0000-0000-0000-000000000000}"/>
          </ac:spMkLst>
        </pc:spChg>
      </pc:sldChg>
      <pc:sldChg chg="addSp delSp modSp add del mod setBg">
        <pc:chgData name="Zheng, Xinyue" userId="463dbdee-3a91-4da5-8c02-eb7d819f400f" providerId="ADAL" clId="{6166D0B7-0C52-520D-8E8C-744A4B1D6A1D}" dt="2026-04-19T09:28:34.815" v="10532"/>
        <pc:sldMkLst>
          <pc:docMk/>
          <pc:sldMk cId="0" sldId="257"/>
        </pc:sldMkLst>
        <pc:spChg chg="add del mod">
          <ac:chgData name="Zheng, Xinyue" userId="463dbdee-3a91-4da5-8c02-eb7d819f400f" providerId="ADAL" clId="{6166D0B7-0C52-520D-8E8C-744A4B1D6A1D}" dt="2026-04-19T08:18:24.983" v="9994" actId="478"/>
          <ac:spMkLst>
            <pc:docMk/>
            <pc:sldMk cId="0" sldId="257"/>
            <ac:spMk id="3" creationId="{8235756C-4091-80FC-5D72-668F39E8D2CB}"/>
          </ac:spMkLst>
        </pc:spChg>
        <pc:spChg chg="add del mod">
          <ac:chgData name="Zheng, Xinyue" userId="463dbdee-3a91-4da5-8c02-eb7d819f400f" providerId="ADAL" clId="{6166D0B7-0C52-520D-8E8C-744A4B1D6A1D}" dt="2026-04-19T08:18:24.983" v="9994" actId="478"/>
          <ac:spMkLst>
            <pc:docMk/>
            <pc:sldMk cId="0" sldId="257"/>
            <ac:spMk id="25" creationId="{89235972-2C88-335F-7C0A-1E30FF17F534}"/>
          </ac:spMkLst>
        </pc:spChg>
        <pc:spChg chg="add del mod">
          <ac:chgData name="Zheng, Xinyue" userId="463dbdee-3a91-4da5-8c02-eb7d819f400f" providerId="ADAL" clId="{6166D0B7-0C52-520D-8E8C-744A4B1D6A1D}" dt="2026-04-19T08:18:24.983" v="9994" actId="478"/>
          <ac:spMkLst>
            <pc:docMk/>
            <pc:sldMk cId="0" sldId="257"/>
            <ac:spMk id="37" creationId="{6B448321-AE9F-C2A2-1672-994DBFFFE14C}"/>
          </ac:spMkLst>
        </pc:spChg>
        <pc:spChg chg="add del mod">
          <ac:chgData name="Zheng, Xinyue" userId="463dbdee-3a91-4da5-8c02-eb7d819f400f" providerId="ADAL" clId="{6166D0B7-0C52-520D-8E8C-744A4B1D6A1D}" dt="2026-04-19T08:18:24.983" v="9994" actId="478"/>
          <ac:spMkLst>
            <pc:docMk/>
            <pc:sldMk cId="0" sldId="257"/>
            <ac:spMk id="42" creationId="{3C8D43DA-971A-61AD-BB71-C06ACDC77D0C}"/>
          </ac:spMkLst>
        </pc:spChg>
        <pc:spChg chg="add del mod">
          <ac:chgData name="Zheng, Xinyue" userId="463dbdee-3a91-4da5-8c02-eb7d819f400f" providerId="ADAL" clId="{6166D0B7-0C52-520D-8E8C-744A4B1D6A1D}" dt="2026-04-19T08:18:24.983" v="9994" actId="478"/>
          <ac:spMkLst>
            <pc:docMk/>
            <pc:sldMk cId="0" sldId="257"/>
            <ac:spMk id="46" creationId="{E9F78730-CB3E-2BA1-DEE5-61FEDC3B630F}"/>
          </ac:spMkLst>
        </pc:spChg>
        <pc:spChg chg="add del mod">
          <ac:chgData name="Zheng, Xinyue" userId="463dbdee-3a91-4da5-8c02-eb7d819f400f" providerId="ADAL" clId="{6166D0B7-0C52-520D-8E8C-744A4B1D6A1D}" dt="2026-04-19T08:18:24.983" v="9994" actId="478"/>
          <ac:spMkLst>
            <pc:docMk/>
            <pc:sldMk cId="0" sldId="257"/>
            <ac:spMk id="48" creationId="{1632A9B3-FC20-91FE-2A12-3FA5052257CF}"/>
          </ac:spMkLst>
        </pc:spChg>
        <pc:spChg chg="add del mod">
          <ac:chgData name="Zheng, Xinyue" userId="463dbdee-3a91-4da5-8c02-eb7d819f400f" providerId="ADAL" clId="{6166D0B7-0C52-520D-8E8C-744A4B1D6A1D}" dt="2026-04-19T08:18:24.983" v="9994" actId="478"/>
          <ac:spMkLst>
            <pc:docMk/>
            <pc:sldMk cId="0" sldId="257"/>
            <ac:spMk id="50" creationId="{825DA5EE-2DE6-6595-6535-FA8FA1CC07FD}"/>
          </ac:spMkLst>
        </pc:spChg>
        <pc:spChg chg="add del mod">
          <ac:chgData name="Zheng, Xinyue" userId="463dbdee-3a91-4da5-8c02-eb7d819f400f" providerId="ADAL" clId="{6166D0B7-0C52-520D-8E8C-744A4B1D6A1D}" dt="2026-04-19T08:18:24.983" v="9994" actId="478"/>
          <ac:spMkLst>
            <pc:docMk/>
            <pc:sldMk cId="0" sldId="257"/>
            <ac:spMk id="53" creationId="{918A4EDE-A8EA-6D25-2EB5-94559CB9DC7A}"/>
          </ac:spMkLst>
        </pc:spChg>
        <pc:spChg chg="add del mod">
          <ac:chgData name="Zheng, Xinyue" userId="463dbdee-3a91-4da5-8c02-eb7d819f400f" providerId="ADAL" clId="{6166D0B7-0C52-520D-8E8C-744A4B1D6A1D}" dt="2026-04-19T08:18:24.983" v="9994" actId="478"/>
          <ac:spMkLst>
            <pc:docMk/>
            <pc:sldMk cId="0" sldId="257"/>
            <ac:spMk id="1036" creationId="{8D185079-9E4D-2867-F558-8B7455B42FF8}"/>
          </ac:spMkLst>
        </pc:spChg>
        <pc:spChg chg="add del">
          <ac:chgData name="Zheng, Xinyue" userId="463dbdee-3a91-4da5-8c02-eb7d819f400f" providerId="ADAL" clId="{6166D0B7-0C52-520D-8E8C-744A4B1D6A1D}" dt="2026-04-19T08:18:24.983" v="9994" actId="478"/>
          <ac:spMkLst>
            <pc:docMk/>
            <pc:sldMk cId="0" sldId="257"/>
            <ac:spMk id="1037" creationId="{FABCD4E1-220A-60D1-76FC-824EA23F7D8A}"/>
          </ac:spMkLst>
        </pc:spChg>
      </pc:sldChg>
      <pc:sldChg chg="addSp modSp del mod">
        <pc:chgData name="Zheng, Xinyue" userId="463dbdee-3a91-4da5-8c02-eb7d819f400f" providerId="ADAL" clId="{6166D0B7-0C52-520D-8E8C-744A4B1D6A1D}" dt="2026-04-17T15:55:10.170" v="4119" actId="2696"/>
        <pc:sldMkLst>
          <pc:docMk/>
          <pc:sldMk cId="0" sldId="258"/>
        </pc:sldMkLst>
      </pc:sldChg>
      <pc:sldChg chg="addSp modSp del mod">
        <pc:chgData name="Zheng, Xinyue" userId="463dbdee-3a91-4da5-8c02-eb7d819f400f" providerId="ADAL" clId="{6166D0B7-0C52-520D-8E8C-744A4B1D6A1D}" dt="2026-04-17T15:55:10.201" v="4122" actId="2696"/>
        <pc:sldMkLst>
          <pc:docMk/>
          <pc:sldMk cId="0" sldId="259"/>
        </pc:sldMkLst>
      </pc:sldChg>
      <pc:sldChg chg="addSp modSp del mod">
        <pc:chgData name="Zheng, Xinyue" userId="463dbdee-3a91-4da5-8c02-eb7d819f400f" providerId="ADAL" clId="{6166D0B7-0C52-520D-8E8C-744A4B1D6A1D}" dt="2026-04-17T15:55:10.187" v="4121" actId="2696"/>
        <pc:sldMkLst>
          <pc:docMk/>
          <pc:sldMk cId="0" sldId="260"/>
        </pc:sldMkLst>
      </pc:sldChg>
      <pc:sldChg chg="addSp modSp del mod">
        <pc:chgData name="Zheng, Xinyue" userId="463dbdee-3a91-4da5-8c02-eb7d819f400f" providerId="ADAL" clId="{6166D0B7-0C52-520D-8E8C-744A4B1D6A1D}" dt="2026-04-17T15:55:10.215" v="4126" actId="2696"/>
        <pc:sldMkLst>
          <pc:docMk/>
          <pc:sldMk cId="0" sldId="261"/>
        </pc:sldMkLst>
      </pc:sldChg>
      <pc:sldChg chg="addSp modSp del mod">
        <pc:chgData name="Zheng, Xinyue" userId="463dbdee-3a91-4da5-8c02-eb7d819f400f" providerId="ADAL" clId="{6166D0B7-0C52-520D-8E8C-744A4B1D6A1D}" dt="2026-04-17T15:55:10.172" v="4120" actId="2696"/>
        <pc:sldMkLst>
          <pc:docMk/>
          <pc:sldMk cId="0" sldId="262"/>
        </pc:sldMkLst>
      </pc:sldChg>
      <pc:sldChg chg="addSp delSp modSp del mod">
        <pc:chgData name="Zheng, Xinyue" userId="463dbdee-3a91-4da5-8c02-eb7d819f400f" providerId="ADAL" clId="{6166D0B7-0C52-520D-8E8C-744A4B1D6A1D}" dt="2026-04-17T15:55:10.203" v="4123" actId="2696"/>
        <pc:sldMkLst>
          <pc:docMk/>
          <pc:sldMk cId="0" sldId="263"/>
        </pc:sldMkLst>
      </pc:sldChg>
      <pc:sldChg chg="addSp delSp modSp del mod">
        <pc:chgData name="Zheng, Xinyue" userId="463dbdee-3a91-4da5-8c02-eb7d819f400f" providerId="ADAL" clId="{6166D0B7-0C52-520D-8E8C-744A4B1D6A1D}" dt="2026-04-17T15:55:10.205" v="4125" actId="2696"/>
        <pc:sldMkLst>
          <pc:docMk/>
          <pc:sldMk cId="0" sldId="264"/>
        </pc:sldMkLst>
      </pc:sldChg>
      <pc:sldChg chg="addSp modSp del mod">
        <pc:chgData name="Zheng, Xinyue" userId="463dbdee-3a91-4da5-8c02-eb7d819f400f" providerId="ADAL" clId="{6166D0B7-0C52-520D-8E8C-744A4B1D6A1D}" dt="2026-04-17T15:55:10.204" v="4124" actId="2696"/>
        <pc:sldMkLst>
          <pc:docMk/>
          <pc:sldMk cId="0" sldId="265"/>
        </pc:sldMkLst>
      </pc:sldChg>
      <pc:sldChg chg="addSp delSp modSp del mod ord modShow">
        <pc:chgData name="Zheng, Xinyue" userId="463dbdee-3a91-4da5-8c02-eb7d819f400f" providerId="ADAL" clId="{6166D0B7-0C52-520D-8E8C-744A4B1D6A1D}" dt="2026-04-19T19:31:03.881" v="11538" actId="2696"/>
        <pc:sldMkLst>
          <pc:docMk/>
          <pc:sldMk cId="153185566" sldId="275"/>
        </pc:sldMkLst>
      </pc:sldChg>
      <pc:sldChg chg="delSp modSp add mod ord setBg">
        <pc:chgData name="Zheng, Xinyue" userId="463dbdee-3a91-4da5-8c02-eb7d819f400f" providerId="ADAL" clId="{6166D0B7-0C52-520D-8E8C-744A4B1D6A1D}" dt="2026-04-17T22:35:14.701" v="7924" actId="20577"/>
        <pc:sldMkLst>
          <pc:docMk/>
          <pc:sldMk cId="0" sldId="276"/>
        </pc:sldMkLst>
        <pc:spChg chg="mod">
          <ac:chgData name="Zheng, Xinyue" userId="463dbdee-3a91-4da5-8c02-eb7d819f400f" providerId="ADAL" clId="{6166D0B7-0C52-520D-8E8C-744A4B1D6A1D}" dt="2026-04-17T22:35:14.701" v="7924" actId="20577"/>
          <ac:spMkLst>
            <pc:docMk/>
            <pc:sldMk cId="0" sldId="276"/>
            <ac:spMk id="3" creationId="{00000000-0000-0000-0000-000000000000}"/>
          </ac:spMkLst>
        </pc:spChg>
        <pc:spChg chg="mod">
          <ac:chgData name="Zheng, Xinyue" userId="463dbdee-3a91-4da5-8c02-eb7d819f400f" providerId="ADAL" clId="{6166D0B7-0C52-520D-8E8C-744A4B1D6A1D}" dt="2026-04-16T07:34:24.405" v="300" actId="1076"/>
          <ac:spMkLst>
            <pc:docMk/>
            <pc:sldMk cId="0" sldId="276"/>
            <ac:spMk id="4" creationId="{00000000-0000-0000-0000-000000000000}"/>
          </ac:spMkLst>
        </pc:spChg>
        <pc:spChg chg="mod">
          <ac:chgData name="Zheng, Xinyue" userId="463dbdee-3a91-4da5-8c02-eb7d819f400f" providerId="ADAL" clId="{6166D0B7-0C52-520D-8E8C-744A4B1D6A1D}" dt="2026-04-16T07:34:24.405" v="300" actId="1076"/>
          <ac:spMkLst>
            <pc:docMk/>
            <pc:sldMk cId="0" sldId="276"/>
            <ac:spMk id="5" creationId="{00000000-0000-0000-0000-000000000000}"/>
          </ac:spMkLst>
        </pc:spChg>
        <pc:spChg chg="mod">
          <ac:chgData name="Zheng, Xinyue" userId="463dbdee-3a91-4da5-8c02-eb7d819f400f" providerId="ADAL" clId="{6166D0B7-0C52-520D-8E8C-744A4B1D6A1D}" dt="2026-04-16T07:34:24.405" v="300" actId="1076"/>
          <ac:spMkLst>
            <pc:docMk/>
            <pc:sldMk cId="0" sldId="276"/>
            <ac:spMk id="6" creationId="{00000000-0000-0000-0000-000000000000}"/>
          </ac:spMkLst>
        </pc:spChg>
        <pc:spChg chg="mod">
          <ac:chgData name="Zheng, Xinyue" userId="463dbdee-3a91-4da5-8c02-eb7d819f400f" providerId="ADAL" clId="{6166D0B7-0C52-520D-8E8C-744A4B1D6A1D}" dt="2026-04-16T07:34:24.405" v="300" actId="1076"/>
          <ac:spMkLst>
            <pc:docMk/>
            <pc:sldMk cId="0" sldId="276"/>
            <ac:spMk id="9" creationId="{00000000-0000-0000-0000-000000000000}"/>
          </ac:spMkLst>
        </pc:spChg>
        <pc:spChg chg="mod">
          <ac:chgData name="Zheng, Xinyue" userId="463dbdee-3a91-4da5-8c02-eb7d819f400f" providerId="ADAL" clId="{6166D0B7-0C52-520D-8E8C-744A4B1D6A1D}" dt="2026-04-16T07:34:34.471" v="301" actId="1076"/>
          <ac:spMkLst>
            <pc:docMk/>
            <pc:sldMk cId="0" sldId="276"/>
            <ac:spMk id="10" creationId="{00000000-0000-0000-0000-000000000000}"/>
          </ac:spMkLst>
        </pc:spChg>
        <pc:spChg chg="mod">
          <ac:chgData name="Zheng, Xinyue" userId="463dbdee-3a91-4da5-8c02-eb7d819f400f" providerId="ADAL" clId="{6166D0B7-0C52-520D-8E8C-744A4B1D6A1D}" dt="2026-04-16T07:34:24.405" v="300" actId="1076"/>
          <ac:spMkLst>
            <pc:docMk/>
            <pc:sldMk cId="0" sldId="276"/>
            <ac:spMk id="12" creationId="{00000000-0000-0000-0000-000000000000}"/>
          </ac:spMkLst>
        </pc:spChg>
        <pc:spChg chg="mod">
          <ac:chgData name="Zheng, Xinyue" userId="463dbdee-3a91-4da5-8c02-eb7d819f400f" providerId="ADAL" clId="{6166D0B7-0C52-520D-8E8C-744A4B1D6A1D}" dt="2026-04-16T07:34:24.405" v="300" actId="1076"/>
          <ac:spMkLst>
            <pc:docMk/>
            <pc:sldMk cId="0" sldId="276"/>
            <ac:spMk id="13" creationId="{00000000-0000-0000-0000-000000000000}"/>
          </ac:spMkLst>
        </pc:spChg>
        <pc:spChg chg="mod">
          <ac:chgData name="Zheng, Xinyue" userId="463dbdee-3a91-4da5-8c02-eb7d819f400f" providerId="ADAL" clId="{6166D0B7-0C52-520D-8E8C-744A4B1D6A1D}" dt="2026-04-16T07:34:24.405" v="300" actId="1076"/>
          <ac:spMkLst>
            <pc:docMk/>
            <pc:sldMk cId="0" sldId="276"/>
            <ac:spMk id="14" creationId="{00000000-0000-0000-0000-000000000000}"/>
          </ac:spMkLst>
        </pc:spChg>
        <pc:spChg chg="mod">
          <ac:chgData name="Zheng, Xinyue" userId="463dbdee-3a91-4da5-8c02-eb7d819f400f" providerId="ADAL" clId="{6166D0B7-0C52-520D-8E8C-744A4B1D6A1D}" dt="2026-04-16T07:34:34.471" v="301" actId="1076"/>
          <ac:spMkLst>
            <pc:docMk/>
            <pc:sldMk cId="0" sldId="276"/>
            <ac:spMk id="15" creationId="{00000000-0000-0000-0000-000000000000}"/>
          </ac:spMkLst>
        </pc:spChg>
        <pc:spChg chg="mod">
          <ac:chgData name="Zheng, Xinyue" userId="463dbdee-3a91-4da5-8c02-eb7d819f400f" providerId="ADAL" clId="{6166D0B7-0C52-520D-8E8C-744A4B1D6A1D}" dt="2026-04-16T07:34:24.405" v="300" actId="1076"/>
          <ac:spMkLst>
            <pc:docMk/>
            <pc:sldMk cId="0" sldId="276"/>
            <ac:spMk id="16" creationId="{00000000-0000-0000-0000-000000000000}"/>
          </ac:spMkLst>
        </pc:spChg>
        <pc:spChg chg="mod">
          <ac:chgData name="Zheng, Xinyue" userId="463dbdee-3a91-4da5-8c02-eb7d819f400f" providerId="ADAL" clId="{6166D0B7-0C52-520D-8E8C-744A4B1D6A1D}" dt="2026-04-16T07:34:24.405" v="300" actId="1076"/>
          <ac:spMkLst>
            <pc:docMk/>
            <pc:sldMk cId="0" sldId="276"/>
            <ac:spMk id="17" creationId="{00000000-0000-0000-0000-000000000000}"/>
          </ac:spMkLst>
        </pc:spChg>
        <pc:spChg chg="mod">
          <ac:chgData name="Zheng, Xinyue" userId="463dbdee-3a91-4da5-8c02-eb7d819f400f" providerId="ADAL" clId="{6166D0B7-0C52-520D-8E8C-744A4B1D6A1D}" dt="2026-04-16T07:34:24.405" v="300" actId="1076"/>
          <ac:spMkLst>
            <pc:docMk/>
            <pc:sldMk cId="0" sldId="276"/>
            <ac:spMk id="18" creationId="{00000000-0000-0000-0000-000000000000}"/>
          </ac:spMkLst>
        </pc:spChg>
      </pc:sldChg>
      <pc:sldChg chg="modSp add mod ord setBg">
        <pc:chgData name="Zheng, Xinyue" userId="463dbdee-3a91-4da5-8c02-eb7d819f400f" providerId="ADAL" clId="{6166D0B7-0C52-520D-8E8C-744A4B1D6A1D}" dt="2026-04-17T20:21:09.570" v="7765" actId="20578"/>
        <pc:sldMkLst>
          <pc:docMk/>
          <pc:sldMk cId="0" sldId="277"/>
        </pc:sldMkLst>
        <pc:spChg chg="mod">
          <ac:chgData name="Zheng, Xinyue" userId="463dbdee-3a91-4da5-8c02-eb7d819f400f" providerId="ADAL" clId="{6166D0B7-0C52-520D-8E8C-744A4B1D6A1D}" dt="2026-04-17T01:05:10.473" v="1054" actId="20577"/>
          <ac:spMkLst>
            <pc:docMk/>
            <pc:sldMk cId="0" sldId="277"/>
            <ac:spMk id="7" creationId="{00000000-0000-0000-0000-000000000000}"/>
          </ac:spMkLst>
        </pc:spChg>
      </pc:sldChg>
      <pc:sldChg chg="addSp delSp modSp add del mod setBg">
        <pc:chgData name="Zheng, Xinyue" userId="463dbdee-3a91-4da5-8c02-eb7d819f400f" providerId="ADAL" clId="{6166D0B7-0C52-520D-8E8C-744A4B1D6A1D}" dt="2026-04-18T06:45:16.928" v="8521" actId="2696"/>
        <pc:sldMkLst>
          <pc:docMk/>
          <pc:sldMk cId="0" sldId="278"/>
        </pc:sldMkLst>
        <pc:spChg chg="add mod">
          <ac:chgData name="Zheng, Xinyue" userId="463dbdee-3a91-4da5-8c02-eb7d819f400f" providerId="ADAL" clId="{6166D0B7-0C52-520D-8E8C-744A4B1D6A1D}" dt="2026-04-18T06:10:35.785" v="8520" actId="20577"/>
          <ac:spMkLst>
            <pc:docMk/>
            <pc:sldMk cId="0" sldId="278"/>
            <ac:spMk id="7" creationId="{EF18BD96-A2C3-EECD-91D7-3F40FB56E21B}"/>
          </ac:spMkLst>
        </pc:spChg>
        <pc:spChg chg="add mod">
          <ac:chgData name="Zheng, Xinyue" userId="463dbdee-3a91-4da5-8c02-eb7d819f400f" providerId="ADAL" clId="{6166D0B7-0C52-520D-8E8C-744A4B1D6A1D}" dt="2026-04-18T06:10:16.962" v="8510" actId="20577"/>
          <ac:spMkLst>
            <pc:docMk/>
            <pc:sldMk cId="0" sldId="278"/>
            <ac:spMk id="25" creationId="{BA0C1D92-6DA6-6FB6-ECC3-D09400F52B7E}"/>
          </ac:spMkLst>
        </pc:spChg>
      </pc:sldChg>
      <pc:sldChg chg="addSp delSp modSp new del mod">
        <pc:chgData name="Zheng, Xinyue" userId="463dbdee-3a91-4da5-8c02-eb7d819f400f" providerId="ADAL" clId="{6166D0B7-0C52-520D-8E8C-744A4B1D6A1D}" dt="2026-04-16T22:49:19.850" v="1001" actId="2696"/>
        <pc:sldMkLst>
          <pc:docMk/>
          <pc:sldMk cId="408362975" sldId="278"/>
        </pc:sldMkLst>
      </pc:sldChg>
      <pc:sldChg chg="addSp delSp modSp add mod setBg">
        <pc:chgData name="Zheng, Xinyue" userId="463dbdee-3a91-4da5-8c02-eb7d819f400f" providerId="ADAL" clId="{6166D0B7-0C52-520D-8E8C-744A4B1D6A1D}" dt="2026-04-17T20:19:04.354" v="7727" actId="20577"/>
        <pc:sldMkLst>
          <pc:docMk/>
          <pc:sldMk cId="0" sldId="279"/>
        </pc:sldMkLst>
        <pc:spChg chg="add mod">
          <ac:chgData name="Zheng, Xinyue" userId="463dbdee-3a91-4da5-8c02-eb7d819f400f" providerId="ADAL" clId="{6166D0B7-0C52-520D-8E8C-744A4B1D6A1D}" dt="2026-04-17T20:19:04.354" v="7727" actId="20577"/>
          <ac:spMkLst>
            <pc:docMk/>
            <pc:sldMk cId="0" sldId="279"/>
            <ac:spMk id="23" creationId="{C2220F4A-5FFC-7291-775E-F2CAAED5D917}"/>
          </ac:spMkLst>
        </pc:spChg>
        <pc:spChg chg="add mod">
          <ac:chgData name="Zheng, Xinyue" userId="463dbdee-3a91-4da5-8c02-eb7d819f400f" providerId="ADAL" clId="{6166D0B7-0C52-520D-8E8C-744A4B1D6A1D}" dt="2026-04-16T23:32:15.393" v="1044"/>
          <ac:spMkLst>
            <pc:docMk/>
            <pc:sldMk cId="0" sldId="279"/>
            <ac:spMk id="24" creationId="{17B1A151-E1D7-33FF-568A-76A8E2D9C316}"/>
          </ac:spMkLst>
        </pc:spChg>
        <pc:spChg chg="add mod">
          <ac:chgData name="Zheng, Xinyue" userId="463dbdee-3a91-4da5-8c02-eb7d819f400f" providerId="ADAL" clId="{6166D0B7-0C52-520D-8E8C-744A4B1D6A1D}" dt="2026-04-16T23:32:15.393" v="1044"/>
          <ac:spMkLst>
            <pc:docMk/>
            <pc:sldMk cId="0" sldId="279"/>
            <ac:spMk id="27" creationId="{CF36BD11-A5BE-ECF0-351A-3025C0F89300}"/>
          </ac:spMkLst>
        </pc:spChg>
        <pc:spChg chg="add mod">
          <ac:chgData name="Zheng, Xinyue" userId="463dbdee-3a91-4da5-8c02-eb7d819f400f" providerId="ADAL" clId="{6166D0B7-0C52-520D-8E8C-744A4B1D6A1D}" dt="2026-04-16T23:32:15.393" v="1044"/>
          <ac:spMkLst>
            <pc:docMk/>
            <pc:sldMk cId="0" sldId="279"/>
            <ac:spMk id="28" creationId="{B4BA71FD-DD51-869C-0E93-478D342AA0DE}"/>
          </ac:spMkLst>
        </pc:spChg>
        <pc:spChg chg="add mod">
          <ac:chgData name="Zheng, Xinyue" userId="463dbdee-3a91-4da5-8c02-eb7d819f400f" providerId="ADAL" clId="{6166D0B7-0C52-520D-8E8C-744A4B1D6A1D}" dt="2026-04-16T23:32:15.393" v="1044"/>
          <ac:spMkLst>
            <pc:docMk/>
            <pc:sldMk cId="0" sldId="279"/>
            <ac:spMk id="32" creationId="{B4337622-E57F-1E44-1151-FE81015E62ED}"/>
          </ac:spMkLst>
        </pc:spChg>
        <pc:spChg chg="add mod">
          <ac:chgData name="Zheng, Xinyue" userId="463dbdee-3a91-4da5-8c02-eb7d819f400f" providerId="ADAL" clId="{6166D0B7-0C52-520D-8E8C-744A4B1D6A1D}" dt="2026-04-16T23:32:15.393" v="1044"/>
          <ac:spMkLst>
            <pc:docMk/>
            <pc:sldMk cId="0" sldId="279"/>
            <ac:spMk id="33" creationId="{4E1601D7-B142-45DA-D11E-C67E0DAB5AC6}"/>
          </ac:spMkLst>
        </pc:spChg>
        <pc:spChg chg="add mod">
          <ac:chgData name="Zheng, Xinyue" userId="463dbdee-3a91-4da5-8c02-eb7d819f400f" providerId="ADAL" clId="{6166D0B7-0C52-520D-8E8C-744A4B1D6A1D}" dt="2026-04-16T23:32:15.393" v="1044"/>
          <ac:spMkLst>
            <pc:docMk/>
            <pc:sldMk cId="0" sldId="279"/>
            <ac:spMk id="34" creationId="{0FE3F4E9-A925-78AE-FA18-75C29E7C15CE}"/>
          </ac:spMkLst>
        </pc:spChg>
        <pc:spChg chg="add mod">
          <ac:chgData name="Zheng, Xinyue" userId="463dbdee-3a91-4da5-8c02-eb7d819f400f" providerId="ADAL" clId="{6166D0B7-0C52-520D-8E8C-744A4B1D6A1D}" dt="2026-04-16T23:32:15.393" v="1044"/>
          <ac:spMkLst>
            <pc:docMk/>
            <pc:sldMk cId="0" sldId="279"/>
            <ac:spMk id="37" creationId="{0F167292-AE4C-3B1F-242C-6030852ECB5C}"/>
          </ac:spMkLst>
        </pc:spChg>
        <pc:spChg chg="add mod">
          <ac:chgData name="Zheng, Xinyue" userId="463dbdee-3a91-4da5-8c02-eb7d819f400f" providerId="ADAL" clId="{6166D0B7-0C52-520D-8E8C-744A4B1D6A1D}" dt="2026-04-16T23:32:15.393" v="1044"/>
          <ac:spMkLst>
            <pc:docMk/>
            <pc:sldMk cId="0" sldId="279"/>
            <ac:spMk id="38" creationId="{091F9334-1DE5-C8FA-2B47-C9030AF2136D}"/>
          </ac:spMkLst>
        </pc:spChg>
        <pc:spChg chg="add mod">
          <ac:chgData name="Zheng, Xinyue" userId="463dbdee-3a91-4da5-8c02-eb7d819f400f" providerId="ADAL" clId="{6166D0B7-0C52-520D-8E8C-744A4B1D6A1D}" dt="2026-04-16T23:32:15.393" v="1044"/>
          <ac:spMkLst>
            <pc:docMk/>
            <pc:sldMk cId="0" sldId="279"/>
            <ac:spMk id="39" creationId="{30C19C40-87CD-304C-BFB8-EB05C83C8DBB}"/>
          </ac:spMkLst>
        </pc:spChg>
      </pc:sldChg>
      <pc:sldChg chg="new del">
        <pc:chgData name="Zheng, Xinyue" userId="463dbdee-3a91-4da5-8c02-eb7d819f400f" providerId="ADAL" clId="{6166D0B7-0C52-520D-8E8C-744A4B1D6A1D}" dt="2026-04-17T12:16:02.215" v="1790" actId="2696"/>
        <pc:sldMkLst>
          <pc:docMk/>
          <pc:sldMk cId="690889433" sldId="280"/>
        </pc:sldMkLst>
      </pc:sldChg>
      <pc:sldChg chg="addSp delSp modSp add del mod setBg modShow">
        <pc:chgData name="Zheng, Xinyue" userId="463dbdee-3a91-4da5-8c02-eb7d819f400f" providerId="ADAL" clId="{6166D0B7-0C52-520D-8E8C-744A4B1D6A1D}" dt="2026-04-19T19:31:03.902" v="11542" actId="2696"/>
        <pc:sldMkLst>
          <pc:docMk/>
          <pc:sldMk cId="2383948469" sldId="280"/>
        </pc:sldMkLst>
        <pc:spChg chg="add mod">
          <ac:chgData name="Zheng, Xinyue" userId="463dbdee-3a91-4da5-8c02-eb7d819f400f" providerId="ADAL" clId="{6166D0B7-0C52-520D-8E8C-744A4B1D6A1D}" dt="2026-04-19T09:30:13.345" v="10540" actId="20577"/>
          <ac:spMkLst>
            <pc:docMk/>
            <pc:sldMk cId="2383948469" sldId="280"/>
            <ac:spMk id="1143" creationId="{B36A281E-A167-FB47-8D85-8C4A2C2B020F}"/>
          </ac:spMkLst>
        </pc:spChg>
      </pc:sldChg>
      <pc:sldChg chg="delSp add del mod">
        <pc:chgData name="Zheng, Xinyue" userId="463dbdee-3a91-4da5-8c02-eb7d819f400f" providerId="ADAL" clId="{6166D0B7-0C52-520D-8E8C-744A4B1D6A1D}" dt="2026-04-16T23:31:18.628" v="1041" actId="2696"/>
        <pc:sldMkLst>
          <pc:docMk/>
          <pc:sldMk cId="2981786085" sldId="280"/>
        </pc:sldMkLst>
      </pc:sldChg>
      <pc:sldChg chg="modSp add del mod">
        <pc:chgData name="Zheng, Xinyue" userId="463dbdee-3a91-4da5-8c02-eb7d819f400f" providerId="ADAL" clId="{6166D0B7-0C52-520D-8E8C-744A4B1D6A1D}" dt="2026-04-17T14:51:00.705" v="3787" actId="2696"/>
        <pc:sldMkLst>
          <pc:docMk/>
          <pc:sldMk cId="3094158767" sldId="281"/>
        </pc:sldMkLst>
      </pc:sldChg>
      <pc:sldChg chg="delSp modSp add del mod ord setBg modShow">
        <pc:chgData name="Zheng, Xinyue" userId="463dbdee-3a91-4da5-8c02-eb7d819f400f" providerId="ADAL" clId="{6166D0B7-0C52-520D-8E8C-744A4B1D6A1D}" dt="2026-04-19T19:31:03.883" v="11539" actId="2696"/>
        <pc:sldMkLst>
          <pc:docMk/>
          <pc:sldMk cId="2568420793" sldId="282"/>
        </pc:sldMkLst>
      </pc:sldChg>
      <pc:sldChg chg="modSp add del mod ord modShow">
        <pc:chgData name="Zheng, Xinyue" userId="463dbdee-3a91-4da5-8c02-eb7d819f400f" providerId="ADAL" clId="{6166D0B7-0C52-520D-8E8C-744A4B1D6A1D}" dt="2026-04-19T19:31:03.903" v="11543" actId="2696"/>
        <pc:sldMkLst>
          <pc:docMk/>
          <pc:sldMk cId="4248161830" sldId="283"/>
        </pc:sldMkLst>
      </pc:sldChg>
      <pc:sldChg chg="addSp modSp add del mod ord modShow">
        <pc:chgData name="Zheng, Xinyue" userId="463dbdee-3a91-4da5-8c02-eb7d819f400f" providerId="ADAL" clId="{6166D0B7-0C52-520D-8E8C-744A4B1D6A1D}" dt="2026-04-19T19:31:03.885" v="11540" actId="2696"/>
        <pc:sldMkLst>
          <pc:docMk/>
          <pc:sldMk cId="3619936623" sldId="284"/>
        </pc:sldMkLst>
      </pc:sldChg>
      <pc:sldChg chg="addSp delSp modSp add del mod ord modShow">
        <pc:chgData name="Zheng, Xinyue" userId="463dbdee-3a91-4da5-8c02-eb7d819f400f" providerId="ADAL" clId="{6166D0B7-0C52-520D-8E8C-744A4B1D6A1D}" dt="2026-04-19T19:31:03.910" v="11544" actId="2696"/>
        <pc:sldMkLst>
          <pc:docMk/>
          <pc:sldMk cId="2573562106" sldId="285"/>
        </pc:sldMkLst>
      </pc:sldChg>
      <pc:sldChg chg="addSp delSp modSp add del mod ord modShow">
        <pc:chgData name="Zheng, Xinyue" userId="463dbdee-3a91-4da5-8c02-eb7d819f400f" providerId="ADAL" clId="{6166D0B7-0C52-520D-8E8C-744A4B1D6A1D}" dt="2026-04-19T19:31:03.852" v="11533" actId="2696"/>
        <pc:sldMkLst>
          <pc:docMk/>
          <pc:sldMk cId="0" sldId="286"/>
        </pc:sldMkLst>
      </pc:sldChg>
      <pc:sldChg chg="addSp delSp modSp add del mod ord modShow">
        <pc:chgData name="Zheng, Xinyue" userId="463dbdee-3a91-4da5-8c02-eb7d819f400f" providerId="ADAL" clId="{6166D0B7-0C52-520D-8E8C-744A4B1D6A1D}" dt="2026-04-19T19:31:03.871" v="11535" actId="2696"/>
        <pc:sldMkLst>
          <pc:docMk/>
          <pc:sldMk cId="0" sldId="287"/>
        </pc:sldMkLst>
      </pc:sldChg>
      <pc:sldChg chg="addSp delSp modSp add mod">
        <pc:chgData name="Zheng, Xinyue" userId="463dbdee-3a91-4da5-8c02-eb7d819f400f" providerId="ADAL" clId="{6166D0B7-0C52-520D-8E8C-744A4B1D6A1D}" dt="2026-04-19T07:08:27.046" v="9940"/>
        <pc:sldMkLst>
          <pc:docMk/>
          <pc:sldMk cId="1785315330" sldId="288"/>
        </pc:sldMkLst>
        <pc:spChg chg="add del mod">
          <ac:chgData name="Zheng, Xinyue" userId="463dbdee-3a91-4da5-8c02-eb7d819f400f" providerId="ADAL" clId="{6166D0B7-0C52-520D-8E8C-744A4B1D6A1D}" dt="2026-04-19T01:09:39.374" v="9182" actId="478"/>
          <ac:spMkLst>
            <pc:docMk/>
            <pc:sldMk cId="1785315330" sldId="288"/>
            <ac:spMk id="2" creationId="{01CB4089-0497-E864-A73A-DB54A1695BCF}"/>
          </ac:spMkLst>
        </pc:spChg>
        <pc:spChg chg="add mod">
          <ac:chgData name="Zheng, Xinyue" userId="463dbdee-3a91-4da5-8c02-eb7d819f400f" providerId="ADAL" clId="{6166D0B7-0C52-520D-8E8C-744A4B1D6A1D}" dt="2026-04-19T06:00:26.282" v="9719" actId="1076"/>
          <ac:spMkLst>
            <pc:docMk/>
            <pc:sldMk cId="1785315330" sldId="288"/>
            <ac:spMk id="3" creationId="{92071B8F-0B8D-EFCC-0CD9-3A98BFFB147F}"/>
          </ac:spMkLst>
        </pc:spChg>
        <pc:spChg chg="add mod">
          <ac:chgData name="Zheng, Xinyue" userId="463dbdee-3a91-4da5-8c02-eb7d819f400f" providerId="ADAL" clId="{6166D0B7-0C52-520D-8E8C-744A4B1D6A1D}" dt="2026-04-19T06:00:26.282" v="9719" actId="1076"/>
          <ac:spMkLst>
            <pc:docMk/>
            <pc:sldMk cId="1785315330" sldId="288"/>
            <ac:spMk id="4" creationId="{E4A3F775-766B-5EF7-3B4D-15FCE49429FF}"/>
          </ac:spMkLst>
        </pc:spChg>
        <pc:spChg chg="add mod">
          <ac:chgData name="Zheng, Xinyue" userId="463dbdee-3a91-4da5-8c02-eb7d819f400f" providerId="ADAL" clId="{6166D0B7-0C52-520D-8E8C-744A4B1D6A1D}" dt="2026-04-19T06:00:26.282" v="9719" actId="1076"/>
          <ac:spMkLst>
            <pc:docMk/>
            <pc:sldMk cId="1785315330" sldId="288"/>
            <ac:spMk id="5" creationId="{33431665-4002-0133-CAC6-D4B1A63FA580}"/>
          </ac:spMkLst>
        </pc:spChg>
        <pc:spChg chg="add del mod">
          <ac:chgData name="Zheng, Xinyue" userId="463dbdee-3a91-4da5-8c02-eb7d819f400f" providerId="ADAL" clId="{6166D0B7-0C52-520D-8E8C-744A4B1D6A1D}" dt="2026-04-19T01:12:57.347" v="9263" actId="478"/>
          <ac:spMkLst>
            <pc:docMk/>
            <pc:sldMk cId="1785315330" sldId="288"/>
            <ac:spMk id="6" creationId="{8D6B6FAC-7A72-914A-07D5-5CE538539817}"/>
          </ac:spMkLst>
        </pc:spChg>
        <pc:spChg chg="add mod">
          <ac:chgData name="Zheng, Xinyue" userId="463dbdee-3a91-4da5-8c02-eb7d819f400f" providerId="ADAL" clId="{6166D0B7-0C52-520D-8E8C-744A4B1D6A1D}" dt="2026-04-19T07:00:13.174" v="9803" actId="1076"/>
          <ac:spMkLst>
            <pc:docMk/>
            <pc:sldMk cId="1785315330" sldId="288"/>
            <ac:spMk id="7" creationId="{D8976CCC-87ED-53A1-6184-2B9B1DB48D8E}"/>
          </ac:spMkLst>
        </pc:spChg>
        <pc:spChg chg="add mod">
          <ac:chgData name="Zheng, Xinyue" userId="463dbdee-3a91-4da5-8c02-eb7d819f400f" providerId="ADAL" clId="{6166D0B7-0C52-520D-8E8C-744A4B1D6A1D}" dt="2026-04-19T07:00:13.174" v="9803" actId="1076"/>
          <ac:spMkLst>
            <pc:docMk/>
            <pc:sldMk cId="1785315330" sldId="288"/>
            <ac:spMk id="8" creationId="{D65089EB-50DF-9DBC-F169-FFD30F99BDBE}"/>
          </ac:spMkLst>
        </pc:spChg>
        <pc:spChg chg="add mod">
          <ac:chgData name="Zheng, Xinyue" userId="463dbdee-3a91-4da5-8c02-eb7d819f400f" providerId="ADAL" clId="{6166D0B7-0C52-520D-8E8C-744A4B1D6A1D}" dt="2026-04-19T06:51:20.657" v="9799" actId="1076"/>
          <ac:spMkLst>
            <pc:docMk/>
            <pc:sldMk cId="1785315330" sldId="288"/>
            <ac:spMk id="9" creationId="{8405ACF7-61BD-871A-3F19-7C5E297EFA8E}"/>
          </ac:spMkLst>
        </pc:spChg>
        <pc:spChg chg="add mod">
          <ac:chgData name="Zheng, Xinyue" userId="463dbdee-3a91-4da5-8c02-eb7d819f400f" providerId="ADAL" clId="{6166D0B7-0C52-520D-8E8C-744A4B1D6A1D}" dt="2026-04-19T07:00:13.174" v="9803" actId="1076"/>
          <ac:spMkLst>
            <pc:docMk/>
            <pc:sldMk cId="1785315330" sldId="288"/>
            <ac:spMk id="10" creationId="{03830BDB-BB7A-3FC9-D220-0C75A500CDFA}"/>
          </ac:spMkLst>
        </pc:spChg>
        <pc:spChg chg="add mod">
          <ac:chgData name="Zheng, Xinyue" userId="463dbdee-3a91-4da5-8c02-eb7d819f400f" providerId="ADAL" clId="{6166D0B7-0C52-520D-8E8C-744A4B1D6A1D}" dt="2026-04-19T06:51:20.657" v="9799" actId="1076"/>
          <ac:spMkLst>
            <pc:docMk/>
            <pc:sldMk cId="1785315330" sldId="288"/>
            <ac:spMk id="11" creationId="{2ED69A30-4710-C384-6359-ECF979CB8EB8}"/>
          </ac:spMkLst>
        </pc:spChg>
        <pc:spChg chg="add mod">
          <ac:chgData name="Zheng, Xinyue" userId="463dbdee-3a91-4da5-8c02-eb7d819f400f" providerId="ADAL" clId="{6166D0B7-0C52-520D-8E8C-744A4B1D6A1D}" dt="2026-04-19T06:51:20.657" v="9799" actId="1076"/>
          <ac:spMkLst>
            <pc:docMk/>
            <pc:sldMk cId="1785315330" sldId="288"/>
            <ac:spMk id="20" creationId="{3360794A-525F-4B93-470A-B272E98A07F8}"/>
          </ac:spMkLst>
        </pc:spChg>
        <pc:spChg chg="add del mod">
          <ac:chgData name="Zheng, Xinyue" userId="463dbdee-3a91-4da5-8c02-eb7d819f400f" providerId="ADAL" clId="{6166D0B7-0C52-520D-8E8C-744A4B1D6A1D}" dt="2026-04-19T01:17:37.128" v="9305" actId="478"/>
          <ac:spMkLst>
            <pc:docMk/>
            <pc:sldMk cId="1785315330" sldId="288"/>
            <ac:spMk id="22" creationId="{8B8739EC-8F94-944F-6CCB-E30860921A3D}"/>
          </ac:spMkLst>
        </pc:spChg>
        <pc:spChg chg="add del mod">
          <ac:chgData name="Zheng, Xinyue" userId="463dbdee-3a91-4da5-8c02-eb7d819f400f" providerId="ADAL" clId="{6166D0B7-0C52-520D-8E8C-744A4B1D6A1D}" dt="2026-04-19T01:16:15.272" v="9292" actId="478"/>
          <ac:spMkLst>
            <pc:docMk/>
            <pc:sldMk cId="1785315330" sldId="288"/>
            <ac:spMk id="23" creationId="{A04CF679-308C-BDBB-2E0B-DAAFB8939783}"/>
          </ac:spMkLst>
        </pc:spChg>
        <pc:spChg chg="add mod">
          <ac:chgData name="Zheng, Xinyue" userId="463dbdee-3a91-4da5-8c02-eb7d819f400f" providerId="ADAL" clId="{6166D0B7-0C52-520D-8E8C-744A4B1D6A1D}" dt="2026-04-19T01:36:16.024" v="9526" actId="1076"/>
          <ac:spMkLst>
            <pc:docMk/>
            <pc:sldMk cId="1785315330" sldId="288"/>
            <ac:spMk id="24" creationId="{A7FE36D7-F58B-DC5A-2A9D-04AB432A75B4}"/>
          </ac:spMkLst>
        </pc:spChg>
        <pc:spChg chg="add mod">
          <ac:chgData name="Zheng, Xinyue" userId="463dbdee-3a91-4da5-8c02-eb7d819f400f" providerId="ADAL" clId="{6166D0B7-0C52-520D-8E8C-744A4B1D6A1D}" dt="2026-04-19T05:58:13.375" v="9697" actId="1076"/>
          <ac:spMkLst>
            <pc:docMk/>
            <pc:sldMk cId="1785315330" sldId="288"/>
            <ac:spMk id="26" creationId="{FA7031E8-C4D6-1DAD-3571-B7FAAF784472}"/>
          </ac:spMkLst>
        </pc:spChg>
        <pc:spChg chg="add mod">
          <ac:chgData name="Zheng, Xinyue" userId="463dbdee-3a91-4da5-8c02-eb7d819f400f" providerId="ADAL" clId="{6166D0B7-0C52-520D-8E8C-744A4B1D6A1D}" dt="2026-04-19T07:00:13.174" v="9803" actId="1076"/>
          <ac:spMkLst>
            <pc:docMk/>
            <pc:sldMk cId="1785315330" sldId="288"/>
            <ac:spMk id="33" creationId="{5458B699-9CDF-289B-6EB5-E43F752BBBA4}"/>
          </ac:spMkLst>
        </pc:spChg>
        <pc:spChg chg="add mod">
          <ac:chgData name="Zheng, Xinyue" userId="463dbdee-3a91-4da5-8c02-eb7d819f400f" providerId="ADAL" clId="{6166D0B7-0C52-520D-8E8C-744A4B1D6A1D}" dt="2026-04-19T06:48:17.595" v="9788" actId="1076"/>
          <ac:spMkLst>
            <pc:docMk/>
            <pc:sldMk cId="1785315330" sldId="288"/>
            <ac:spMk id="34" creationId="{F69563CC-7319-BEDC-7157-25C0A00235A5}"/>
          </ac:spMkLst>
        </pc:spChg>
        <pc:spChg chg="add mod">
          <ac:chgData name="Zheng, Xinyue" userId="463dbdee-3a91-4da5-8c02-eb7d819f400f" providerId="ADAL" clId="{6166D0B7-0C52-520D-8E8C-744A4B1D6A1D}" dt="2026-04-19T07:00:13.174" v="9803" actId="1076"/>
          <ac:spMkLst>
            <pc:docMk/>
            <pc:sldMk cId="1785315330" sldId="288"/>
            <ac:spMk id="35" creationId="{71E1CA04-6A91-C726-26D9-22053E357C0F}"/>
          </ac:spMkLst>
        </pc:spChg>
        <pc:spChg chg="add mod">
          <ac:chgData name="Zheng, Xinyue" userId="463dbdee-3a91-4da5-8c02-eb7d819f400f" providerId="ADAL" clId="{6166D0B7-0C52-520D-8E8C-744A4B1D6A1D}" dt="2026-04-19T07:00:13.174" v="9803" actId="1076"/>
          <ac:spMkLst>
            <pc:docMk/>
            <pc:sldMk cId="1785315330" sldId="288"/>
            <ac:spMk id="37" creationId="{A1DE737D-7BDF-1004-9D2A-063A6E4F545F}"/>
          </ac:spMkLst>
        </pc:spChg>
        <pc:spChg chg="add mod">
          <ac:chgData name="Zheng, Xinyue" userId="463dbdee-3a91-4da5-8c02-eb7d819f400f" providerId="ADAL" clId="{6166D0B7-0C52-520D-8E8C-744A4B1D6A1D}" dt="2026-04-19T01:39:49.290" v="9547" actId="14100"/>
          <ac:spMkLst>
            <pc:docMk/>
            <pc:sldMk cId="1785315330" sldId="288"/>
            <ac:spMk id="38" creationId="{210F0F0E-3406-536C-99CF-748B6D90BC64}"/>
          </ac:spMkLst>
        </pc:spChg>
        <pc:spChg chg="add mod">
          <ac:chgData name="Zheng, Xinyue" userId="463dbdee-3a91-4da5-8c02-eb7d819f400f" providerId="ADAL" clId="{6166D0B7-0C52-520D-8E8C-744A4B1D6A1D}" dt="2026-04-19T07:00:13.174" v="9803" actId="1076"/>
          <ac:spMkLst>
            <pc:docMk/>
            <pc:sldMk cId="1785315330" sldId="288"/>
            <ac:spMk id="47" creationId="{08AB3626-241C-6511-4A1F-637D79C6DD50}"/>
          </ac:spMkLst>
        </pc:spChg>
        <pc:spChg chg="add del mod">
          <ac:chgData name="Zheng, Xinyue" userId="463dbdee-3a91-4da5-8c02-eb7d819f400f" providerId="ADAL" clId="{6166D0B7-0C52-520D-8E8C-744A4B1D6A1D}" dt="2026-04-19T01:37:45.930" v="9536" actId="478"/>
          <ac:spMkLst>
            <pc:docMk/>
            <pc:sldMk cId="1785315330" sldId="288"/>
            <ac:spMk id="48" creationId="{3115FDF9-9EFD-F821-449B-6C1F9A339072}"/>
          </ac:spMkLst>
        </pc:spChg>
        <pc:spChg chg="add del mod">
          <ac:chgData name="Zheng, Xinyue" userId="463dbdee-3a91-4da5-8c02-eb7d819f400f" providerId="ADAL" clId="{6166D0B7-0C52-520D-8E8C-744A4B1D6A1D}" dt="2026-04-19T01:37:47.875" v="9537" actId="478"/>
          <ac:spMkLst>
            <pc:docMk/>
            <pc:sldMk cId="1785315330" sldId="288"/>
            <ac:spMk id="52" creationId="{225E61AD-B076-6F90-B5E7-EE6966FD51A9}"/>
          </ac:spMkLst>
        </pc:spChg>
        <pc:spChg chg="add del mod">
          <ac:chgData name="Zheng, Xinyue" userId="463dbdee-3a91-4da5-8c02-eb7d819f400f" providerId="ADAL" clId="{6166D0B7-0C52-520D-8E8C-744A4B1D6A1D}" dt="2026-04-19T01:37:45.930" v="9536" actId="478"/>
          <ac:spMkLst>
            <pc:docMk/>
            <pc:sldMk cId="1785315330" sldId="288"/>
            <ac:spMk id="53" creationId="{14F0A5F3-B8CC-B8E3-86B4-D03B4CD5CC2B}"/>
          </ac:spMkLst>
        </pc:spChg>
        <pc:spChg chg="add del mod">
          <ac:chgData name="Zheng, Xinyue" userId="463dbdee-3a91-4da5-8c02-eb7d819f400f" providerId="ADAL" clId="{6166D0B7-0C52-520D-8E8C-744A4B1D6A1D}" dt="2026-04-19T01:38:03.706" v="9542" actId="478"/>
          <ac:spMkLst>
            <pc:docMk/>
            <pc:sldMk cId="1785315330" sldId="288"/>
            <ac:spMk id="54" creationId="{285463B0-DD0D-55CC-004A-F30821B4AA0B}"/>
          </ac:spMkLst>
        </pc:spChg>
        <pc:spChg chg="add mod">
          <ac:chgData name="Zheng, Xinyue" userId="463dbdee-3a91-4da5-8c02-eb7d819f400f" providerId="ADAL" clId="{6166D0B7-0C52-520D-8E8C-744A4B1D6A1D}" dt="2026-04-19T07:00:13.174" v="9803" actId="1076"/>
          <ac:spMkLst>
            <pc:docMk/>
            <pc:sldMk cId="1785315330" sldId="288"/>
            <ac:spMk id="56" creationId="{DB676E24-D71C-DE21-9F07-1B4011FF6473}"/>
          </ac:spMkLst>
        </pc:spChg>
        <pc:spChg chg="add del mod">
          <ac:chgData name="Zheng, Xinyue" userId="463dbdee-3a91-4da5-8c02-eb7d819f400f" providerId="ADAL" clId="{6166D0B7-0C52-520D-8E8C-744A4B1D6A1D}" dt="2026-04-19T01:33:52.160" v="9493" actId="478"/>
          <ac:spMkLst>
            <pc:docMk/>
            <pc:sldMk cId="1785315330" sldId="288"/>
            <ac:spMk id="57" creationId="{E8EA6292-3C13-5939-AB7A-55502BF37B33}"/>
          </ac:spMkLst>
        </pc:spChg>
        <pc:spChg chg="add del mod">
          <ac:chgData name="Zheng, Xinyue" userId="463dbdee-3a91-4da5-8c02-eb7d819f400f" providerId="ADAL" clId="{6166D0B7-0C52-520D-8E8C-744A4B1D6A1D}" dt="2026-04-19T01:38:03.706" v="9542" actId="478"/>
          <ac:spMkLst>
            <pc:docMk/>
            <pc:sldMk cId="1785315330" sldId="288"/>
            <ac:spMk id="58" creationId="{DB4BD294-8C9D-1EEB-7DF2-4A07EED5728D}"/>
          </ac:spMkLst>
        </pc:spChg>
        <pc:spChg chg="add del mod">
          <ac:chgData name="Zheng, Xinyue" userId="463dbdee-3a91-4da5-8c02-eb7d819f400f" providerId="ADAL" clId="{6166D0B7-0C52-520D-8E8C-744A4B1D6A1D}" dt="2026-04-19T01:37:43.586" v="9535" actId="478"/>
          <ac:spMkLst>
            <pc:docMk/>
            <pc:sldMk cId="1785315330" sldId="288"/>
            <ac:spMk id="59" creationId="{BED1C9EF-0BA1-5084-D211-615185DC6C32}"/>
          </ac:spMkLst>
        </pc:spChg>
        <pc:spChg chg="add del mod">
          <ac:chgData name="Zheng, Xinyue" userId="463dbdee-3a91-4da5-8c02-eb7d819f400f" providerId="ADAL" clId="{6166D0B7-0C52-520D-8E8C-744A4B1D6A1D}" dt="2026-04-19T01:37:43.586" v="9535" actId="478"/>
          <ac:spMkLst>
            <pc:docMk/>
            <pc:sldMk cId="1785315330" sldId="288"/>
            <ac:spMk id="60" creationId="{AC937F9F-85D6-BF29-48A3-ECDD4E0831C8}"/>
          </ac:spMkLst>
        </pc:spChg>
        <pc:spChg chg="add del mod">
          <ac:chgData name="Zheng, Xinyue" userId="463dbdee-3a91-4da5-8c02-eb7d819f400f" providerId="ADAL" clId="{6166D0B7-0C52-520D-8E8C-744A4B1D6A1D}" dt="2026-04-19T01:38:00.985" v="9541" actId="478"/>
          <ac:spMkLst>
            <pc:docMk/>
            <pc:sldMk cId="1785315330" sldId="288"/>
            <ac:spMk id="61" creationId="{A7AAF864-07E7-8F15-10AC-53CB887E3904}"/>
          </ac:spMkLst>
        </pc:spChg>
        <pc:spChg chg="add mod">
          <ac:chgData name="Zheng, Xinyue" userId="463dbdee-3a91-4da5-8c02-eb7d819f400f" providerId="ADAL" clId="{6166D0B7-0C52-520D-8E8C-744A4B1D6A1D}" dt="2026-04-19T01:35:14.061" v="9520"/>
          <ac:spMkLst>
            <pc:docMk/>
            <pc:sldMk cId="1785315330" sldId="288"/>
            <ac:spMk id="62" creationId="{7C80D694-65BB-9582-F452-80AE59C1400C}"/>
          </ac:spMkLst>
        </pc:spChg>
        <pc:spChg chg="add del mod">
          <ac:chgData name="Zheng, Xinyue" userId="463dbdee-3a91-4da5-8c02-eb7d819f400f" providerId="ADAL" clId="{6166D0B7-0C52-520D-8E8C-744A4B1D6A1D}" dt="2026-04-19T01:37:58.313" v="9540" actId="478"/>
          <ac:spMkLst>
            <pc:docMk/>
            <pc:sldMk cId="1785315330" sldId="288"/>
            <ac:spMk id="63" creationId="{1FCB42E2-7D42-CD07-DAF6-F7D77714936D}"/>
          </ac:spMkLst>
        </pc:spChg>
        <pc:spChg chg="del mod">
          <ac:chgData name="Zheng, Xinyue" userId="463dbdee-3a91-4da5-8c02-eb7d819f400f" providerId="ADAL" clId="{6166D0B7-0C52-520D-8E8C-744A4B1D6A1D}" dt="2026-04-19T01:09:30.912" v="9180" actId="478"/>
          <ac:spMkLst>
            <pc:docMk/>
            <pc:sldMk cId="1785315330" sldId="288"/>
            <ac:spMk id="77" creationId="{5ECF90A0-77B1-BCA5-971E-F5470FE4B0DB}"/>
          </ac:spMkLst>
        </pc:spChg>
        <pc:spChg chg="add mod">
          <ac:chgData name="Zheng, Xinyue" userId="463dbdee-3a91-4da5-8c02-eb7d819f400f" providerId="ADAL" clId="{6166D0B7-0C52-520D-8E8C-744A4B1D6A1D}" dt="2026-04-19T06:48:17.595" v="9788" actId="1076"/>
          <ac:spMkLst>
            <pc:docMk/>
            <pc:sldMk cId="1785315330" sldId="288"/>
            <ac:spMk id="78" creationId="{7F6E4004-75F2-219E-37A8-1F034F880635}"/>
          </ac:spMkLst>
        </pc:spChg>
        <pc:spChg chg="mod">
          <ac:chgData name="Zheng, Xinyue" userId="463dbdee-3a91-4da5-8c02-eb7d819f400f" providerId="ADAL" clId="{6166D0B7-0C52-520D-8E8C-744A4B1D6A1D}" dt="2026-04-17T16:31:07.430" v="4544" actId="1076"/>
          <ac:spMkLst>
            <pc:docMk/>
            <pc:sldMk cId="1785315330" sldId="288"/>
            <ac:spMk id="86" creationId="{A9B772AC-61CC-5549-1538-83D2D77A919A}"/>
          </ac:spMkLst>
        </pc:spChg>
        <pc:spChg chg="add del">
          <ac:chgData name="Zheng, Xinyue" userId="463dbdee-3a91-4da5-8c02-eb7d819f400f" providerId="ADAL" clId="{6166D0B7-0C52-520D-8E8C-744A4B1D6A1D}" dt="2026-04-19T06:01:09.185" v="9721" actId="478"/>
          <ac:spMkLst>
            <pc:docMk/>
            <pc:sldMk cId="1785315330" sldId="288"/>
            <ac:spMk id="98" creationId="{DB8FE02F-390F-D0E0-6332-EBA95C33E2F5}"/>
          </ac:spMkLst>
        </pc:spChg>
        <pc:spChg chg="add mod">
          <ac:chgData name="Zheng, Xinyue" userId="463dbdee-3a91-4da5-8c02-eb7d819f400f" providerId="ADAL" clId="{6166D0B7-0C52-520D-8E8C-744A4B1D6A1D}" dt="2026-04-19T07:00:13.174" v="9803" actId="1076"/>
          <ac:spMkLst>
            <pc:docMk/>
            <pc:sldMk cId="1785315330" sldId="288"/>
            <ac:spMk id="99" creationId="{85F6700C-6CA1-106B-93D8-7931DF09C6FF}"/>
          </ac:spMkLst>
        </pc:spChg>
        <pc:spChg chg="add mod">
          <ac:chgData name="Zheng, Xinyue" userId="463dbdee-3a91-4da5-8c02-eb7d819f400f" providerId="ADAL" clId="{6166D0B7-0C52-520D-8E8C-744A4B1D6A1D}" dt="2026-04-19T07:00:13.174" v="9803" actId="1076"/>
          <ac:spMkLst>
            <pc:docMk/>
            <pc:sldMk cId="1785315330" sldId="288"/>
            <ac:spMk id="100" creationId="{FC47FDA0-FEFD-AAF3-E473-D07994095D08}"/>
          </ac:spMkLst>
        </pc:spChg>
        <pc:spChg chg="add del mod">
          <ac:chgData name="Zheng, Xinyue" userId="463dbdee-3a91-4da5-8c02-eb7d819f400f" providerId="ADAL" clId="{6166D0B7-0C52-520D-8E8C-744A4B1D6A1D}" dt="2026-04-19T07:00:00.215" v="9802"/>
          <ac:spMkLst>
            <pc:docMk/>
            <pc:sldMk cId="1785315330" sldId="288"/>
            <ac:spMk id="103" creationId="{4B5158E6-85D6-4A1D-3304-4B7D9D27C0CA}"/>
          </ac:spMkLst>
        </pc:spChg>
        <pc:spChg chg="add mod">
          <ac:chgData name="Zheng, Xinyue" userId="463dbdee-3a91-4da5-8c02-eb7d819f400f" providerId="ADAL" clId="{6166D0B7-0C52-520D-8E8C-744A4B1D6A1D}" dt="2026-04-19T07:06:01.423" v="9901" actId="1076"/>
          <ac:spMkLst>
            <pc:docMk/>
            <pc:sldMk cId="1785315330" sldId="288"/>
            <ac:spMk id="105" creationId="{0474DEA8-A872-CDF3-A6CF-6F06D38B7E8F}"/>
          </ac:spMkLst>
        </pc:spChg>
        <pc:spChg chg="add mod">
          <ac:chgData name="Zheng, Xinyue" userId="463dbdee-3a91-4da5-8c02-eb7d819f400f" providerId="ADAL" clId="{6166D0B7-0C52-520D-8E8C-744A4B1D6A1D}" dt="2026-04-19T07:06:34.214" v="9921" actId="20577"/>
          <ac:spMkLst>
            <pc:docMk/>
            <pc:sldMk cId="1785315330" sldId="288"/>
            <ac:spMk id="122" creationId="{C4A7C431-013B-5102-CDE2-6F8318870BF0}"/>
          </ac:spMkLst>
        </pc:spChg>
        <pc:spChg chg="add mod">
          <ac:chgData name="Zheng, Xinyue" userId="463dbdee-3a91-4da5-8c02-eb7d819f400f" providerId="ADAL" clId="{6166D0B7-0C52-520D-8E8C-744A4B1D6A1D}" dt="2026-04-19T07:08:17.656" v="9935" actId="14100"/>
          <ac:spMkLst>
            <pc:docMk/>
            <pc:sldMk cId="1785315330" sldId="288"/>
            <ac:spMk id="124" creationId="{4530B359-05D5-BD4F-065B-9C1BC506AEB7}"/>
          </ac:spMkLst>
        </pc:spChg>
        <pc:spChg chg="add del mod">
          <ac:chgData name="Zheng, Xinyue" userId="463dbdee-3a91-4da5-8c02-eb7d819f400f" providerId="ADAL" clId="{6166D0B7-0C52-520D-8E8C-744A4B1D6A1D}" dt="2026-04-19T07:08:27.046" v="9940"/>
          <ac:spMkLst>
            <pc:docMk/>
            <pc:sldMk cId="1785315330" sldId="288"/>
            <ac:spMk id="125" creationId="{95638EA8-B90A-08BB-AB04-29DDAE2E74D0}"/>
          </ac:spMkLst>
        </pc:spChg>
        <pc:spChg chg="add mod">
          <ac:chgData name="Zheng, Xinyue" userId="463dbdee-3a91-4da5-8c02-eb7d819f400f" providerId="ADAL" clId="{6166D0B7-0C52-520D-8E8C-744A4B1D6A1D}" dt="2026-04-19T07:08:24.778" v="9938" actId="1076"/>
          <ac:spMkLst>
            <pc:docMk/>
            <pc:sldMk cId="1785315330" sldId="288"/>
            <ac:spMk id="126" creationId="{F2DE300E-C893-CC7B-9FA3-894BE32C12BF}"/>
          </ac:spMkLst>
        </pc:spChg>
        <pc:spChg chg="add del mod">
          <ac:chgData name="Zheng, Xinyue" userId="463dbdee-3a91-4da5-8c02-eb7d819f400f" providerId="ADAL" clId="{6166D0B7-0C52-520D-8E8C-744A4B1D6A1D}" dt="2026-04-19T01:09:29.098" v="9179" actId="478"/>
          <ac:spMkLst>
            <pc:docMk/>
            <pc:sldMk cId="1785315330" sldId="288"/>
            <ac:spMk id="170" creationId="{F61BC747-3527-CBE7-544D-1204BFCB99EC}"/>
          </ac:spMkLst>
        </pc:spChg>
        <pc:spChg chg="add del mod">
          <ac:chgData name="Zheng, Xinyue" userId="463dbdee-3a91-4da5-8c02-eb7d819f400f" providerId="ADAL" clId="{6166D0B7-0C52-520D-8E8C-744A4B1D6A1D}" dt="2026-04-19T01:09:29.098" v="9179" actId="478"/>
          <ac:spMkLst>
            <pc:docMk/>
            <pc:sldMk cId="1785315330" sldId="288"/>
            <ac:spMk id="180" creationId="{E175C995-A807-92EB-1820-CD24FE37560C}"/>
          </ac:spMkLst>
        </pc:spChg>
        <pc:spChg chg="add del mod">
          <ac:chgData name="Zheng, Xinyue" userId="463dbdee-3a91-4da5-8c02-eb7d819f400f" providerId="ADAL" clId="{6166D0B7-0C52-520D-8E8C-744A4B1D6A1D}" dt="2026-04-19T01:09:29.098" v="9179" actId="478"/>
          <ac:spMkLst>
            <pc:docMk/>
            <pc:sldMk cId="1785315330" sldId="288"/>
            <ac:spMk id="186" creationId="{FFA0E6AA-0013-2092-8BF7-AE4A9D77EE6C}"/>
          </ac:spMkLst>
        </pc:spChg>
        <pc:spChg chg="add del mod">
          <ac:chgData name="Zheng, Xinyue" userId="463dbdee-3a91-4da5-8c02-eb7d819f400f" providerId="ADAL" clId="{6166D0B7-0C52-520D-8E8C-744A4B1D6A1D}" dt="2026-04-19T01:09:29.098" v="9179" actId="478"/>
          <ac:spMkLst>
            <pc:docMk/>
            <pc:sldMk cId="1785315330" sldId="288"/>
            <ac:spMk id="189" creationId="{A4924DE2-BE32-32B8-5FB1-24936A03849D}"/>
          </ac:spMkLst>
        </pc:spChg>
        <pc:spChg chg="add del mod">
          <ac:chgData name="Zheng, Xinyue" userId="463dbdee-3a91-4da5-8c02-eb7d819f400f" providerId="ADAL" clId="{6166D0B7-0C52-520D-8E8C-744A4B1D6A1D}" dt="2026-04-19T01:09:29.098" v="9179" actId="478"/>
          <ac:spMkLst>
            <pc:docMk/>
            <pc:sldMk cId="1785315330" sldId="288"/>
            <ac:spMk id="2064" creationId="{42017DD1-D457-7114-2741-E676F966E3C4}"/>
          </ac:spMkLst>
        </pc:spChg>
        <pc:spChg chg="add del mod">
          <ac:chgData name="Zheng, Xinyue" userId="463dbdee-3a91-4da5-8c02-eb7d819f400f" providerId="ADAL" clId="{6166D0B7-0C52-520D-8E8C-744A4B1D6A1D}" dt="2026-04-19T01:09:29.098" v="9179" actId="478"/>
          <ac:spMkLst>
            <pc:docMk/>
            <pc:sldMk cId="1785315330" sldId="288"/>
            <ac:spMk id="2108" creationId="{DFB6C6FA-6A2B-4E11-4F05-45C53663D10F}"/>
          </ac:spMkLst>
        </pc:spChg>
        <pc:spChg chg="add del mod">
          <ac:chgData name="Zheng, Xinyue" userId="463dbdee-3a91-4da5-8c02-eb7d819f400f" providerId="ADAL" clId="{6166D0B7-0C52-520D-8E8C-744A4B1D6A1D}" dt="2026-04-19T01:09:29.098" v="9179" actId="478"/>
          <ac:spMkLst>
            <pc:docMk/>
            <pc:sldMk cId="1785315330" sldId="288"/>
            <ac:spMk id="2123" creationId="{9CDCD57F-C1F4-266E-9FF9-A0C3C28E4A38}"/>
          </ac:spMkLst>
        </pc:spChg>
        <pc:spChg chg="add del mod">
          <ac:chgData name="Zheng, Xinyue" userId="463dbdee-3a91-4da5-8c02-eb7d819f400f" providerId="ADAL" clId="{6166D0B7-0C52-520D-8E8C-744A4B1D6A1D}" dt="2026-04-19T01:09:29.098" v="9179" actId="478"/>
          <ac:spMkLst>
            <pc:docMk/>
            <pc:sldMk cId="1785315330" sldId="288"/>
            <ac:spMk id="2156" creationId="{E03BF15C-D07D-E754-FFD1-6ADCF8F1EF33}"/>
          </ac:spMkLst>
        </pc:spChg>
        <pc:spChg chg="add del mod">
          <ac:chgData name="Zheng, Xinyue" userId="463dbdee-3a91-4da5-8c02-eb7d819f400f" providerId="ADAL" clId="{6166D0B7-0C52-520D-8E8C-744A4B1D6A1D}" dt="2026-04-19T01:09:29.098" v="9179" actId="478"/>
          <ac:spMkLst>
            <pc:docMk/>
            <pc:sldMk cId="1785315330" sldId="288"/>
            <ac:spMk id="2175" creationId="{B25CB6CF-F841-A63A-DA18-C98D3819D3DA}"/>
          </ac:spMkLst>
        </pc:spChg>
        <pc:spChg chg="add del mod">
          <ac:chgData name="Zheng, Xinyue" userId="463dbdee-3a91-4da5-8c02-eb7d819f400f" providerId="ADAL" clId="{6166D0B7-0C52-520D-8E8C-744A4B1D6A1D}" dt="2026-04-19T01:09:29.098" v="9179" actId="478"/>
          <ac:spMkLst>
            <pc:docMk/>
            <pc:sldMk cId="1785315330" sldId="288"/>
            <ac:spMk id="2177" creationId="{2672FA49-4022-DC46-18AA-198DCBA777FC}"/>
          </ac:spMkLst>
        </pc:spChg>
        <pc:picChg chg="add del mod">
          <ac:chgData name="Zheng, Xinyue" userId="463dbdee-3a91-4da5-8c02-eb7d819f400f" providerId="ADAL" clId="{6166D0B7-0C52-520D-8E8C-744A4B1D6A1D}" dt="2026-04-19T06:14:29.146" v="9759" actId="478"/>
          <ac:picMkLst>
            <pc:docMk/>
            <pc:sldMk cId="1785315330" sldId="288"/>
            <ac:picMk id="13" creationId="{8537759D-17D2-4075-4BED-F4B625464E45}"/>
          </ac:picMkLst>
        </pc:picChg>
        <pc:picChg chg="del mod">
          <ac:chgData name="Zheng, Xinyue" userId="463dbdee-3a91-4da5-8c02-eb7d819f400f" providerId="ADAL" clId="{6166D0B7-0C52-520D-8E8C-744A4B1D6A1D}" dt="2026-04-19T06:14:31.838" v="9761" actId="478"/>
          <ac:picMkLst>
            <pc:docMk/>
            <pc:sldMk cId="1785315330" sldId="288"/>
            <ac:picMk id="15" creationId="{31F4CC16-7EC1-FD46-D306-E9361A15067D}"/>
          </ac:picMkLst>
        </pc:picChg>
        <pc:picChg chg="del mod">
          <ac:chgData name="Zheng, Xinyue" userId="463dbdee-3a91-4da5-8c02-eb7d819f400f" providerId="ADAL" clId="{6166D0B7-0C52-520D-8E8C-744A4B1D6A1D}" dt="2026-04-19T06:14:34.476" v="9763" actId="478"/>
          <ac:picMkLst>
            <pc:docMk/>
            <pc:sldMk cId="1785315330" sldId="288"/>
            <ac:picMk id="17" creationId="{E56D877B-888B-DDC4-C4E7-3C935CD4611D}"/>
          </ac:picMkLst>
        </pc:picChg>
        <pc:picChg chg="del mod">
          <ac:chgData name="Zheng, Xinyue" userId="463dbdee-3a91-4da5-8c02-eb7d819f400f" providerId="ADAL" clId="{6166D0B7-0C52-520D-8E8C-744A4B1D6A1D}" dt="2026-04-19T06:18:52.750" v="9776" actId="478"/>
          <ac:picMkLst>
            <pc:docMk/>
            <pc:sldMk cId="1785315330" sldId="288"/>
            <ac:picMk id="19" creationId="{5C3B0E5F-295C-F75F-E7F2-ADF55AD9B120}"/>
          </ac:picMkLst>
        </pc:picChg>
        <pc:picChg chg="del mod">
          <ac:chgData name="Zheng, Xinyue" userId="463dbdee-3a91-4da5-8c02-eb7d819f400f" providerId="ADAL" clId="{6166D0B7-0C52-520D-8E8C-744A4B1D6A1D}" dt="2026-04-19T06:18:51.636" v="9775" actId="478"/>
          <ac:picMkLst>
            <pc:docMk/>
            <pc:sldMk cId="1785315330" sldId="288"/>
            <ac:picMk id="21" creationId="{F884651C-7C4A-4B8F-4417-5B6E5741B643}"/>
          </ac:picMkLst>
        </pc:picChg>
        <pc:picChg chg="add mod">
          <ac:chgData name="Zheng, Xinyue" userId="463dbdee-3a91-4da5-8c02-eb7d819f400f" providerId="ADAL" clId="{6166D0B7-0C52-520D-8E8C-744A4B1D6A1D}" dt="2026-04-19T05:13:17.133" v="9564" actId="1076"/>
          <ac:picMkLst>
            <pc:docMk/>
            <pc:sldMk cId="1785315330" sldId="288"/>
            <ac:picMk id="79" creationId="{7D763F64-CE27-E6A9-1960-BF10DEFD6957}"/>
          </ac:picMkLst>
        </pc:picChg>
        <pc:picChg chg="add del mod">
          <ac:chgData name="Zheng, Xinyue" userId="463dbdee-3a91-4da5-8c02-eb7d819f400f" providerId="ADAL" clId="{6166D0B7-0C52-520D-8E8C-744A4B1D6A1D}" dt="2026-04-19T06:18:56.085" v="9778" actId="478"/>
          <ac:picMkLst>
            <pc:docMk/>
            <pc:sldMk cId="1785315330" sldId="288"/>
            <ac:picMk id="83" creationId="{A7CF5572-8624-580B-E006-23678B3054D1}"/>
          </ac:picMkLst>
        </pc:picChg>
        <pc:picChg chg="add del mod modCrop">
          <ac:chgData name="Zheng, Xinyue" userId="463dbdee-3a91-4da5-8c02-eb7d819f400f" providerId="ADAL" clId="{6166D0B7-0C52-520D-8E8C-744A4B1D6A1D}" dt="2026-04-19T07:01:52.419" v="9865" actId="478"/>
          <ac:picMkLst>
            <pc:docMk/>
            <pc:sldMk cId="1785315330" sldId="288"/>
            <ac:picMk id="101" creationId="{3B0D493B-DF83-5F3E-C2F7-3BBA521D1DC2}"/>
          </ac:picMkLst>
        </pc:picChg>
        <pc:picChg chg="add del mod">
          <ac:chgData name="Zheng, Xinyue" userId="463dbdee-3a91-4da5-8c02-eb7d819f400f" providerId="ADAL" clId="{6166D0B7-0C52-520D-8E8C-744A4B1D6A1D}" dt="2026-04-19T07:04:51.238" v="9890" actId="478"/>
          <ac:picMkLst>
            <pc:docMk/>
            <pc:sldMk cId="1785315330" sldId="288"/>
            <ac:picMk id="104" creationId="{02E810E9-30A8-2208-1CEB-720DB1FDB9DC}"/>
          </ac:picMkLst>
        </pc:picChg>
        <pc:picChg chg="add del mod modCrop">
          <ac:chgData name="Zheng, Xinyue" userId="463dbdee-3a91-4da5-8c02-eb7d819f400f" providerId="ADAL" clId="{6166D0B7-0C52-520D-8E8C-744A4B1D6A1D}" dt="2026-04-19T07:04:18.627" v="9873" actId="478"/>
          <ac:picMkLst>
            <pc:docMk/>
            <pc:sldMk cId="1785315330" sldId="288"/>
            <ac:picMk id="112" creationId="{07925489-2D04-8F33-F153-3A64F160FF45}"/>
          </ac:picMkLst>
        </pc:picChg>
        <pc:picChg chg="add mod">
          <ac:chgData name="Zheng, Xinyue" userId="463dbdee-3a91-4da5-8c02-eb7d819f400f" providerId="ADAL" clId="{6166D0B7-0C52-520D-8E8C-744A4B1D6A1D}" dt="2026-04-19T07:04:38.502" v="9883" actId="1076"/>
          <ac:picMkLst>
            <pc:docMk/>
            <pc:sldMk cId="1785315330" sldId="288"/>
            <ac:picMk id="113" creationId="{F5D06190-0F50-23B4-48C8-AF689E6DECBB}"/>
          </ac:picMkLst>
        </pc:picChg>
        <pc:picChg chg="add mod">
          <ac:chgData name="Zheng, Xinyue" userId="463dbdee-3a91-4da5-8c02-eb7d819f400f" providerId="ADAL" clId="{6166D0B7-0C52-520D-8E8C-744A4B1D6A1D}" dt="2026-04-19T07:04:42.006" v="9885" actId="1076"/>
          <ac:picMkLst>
            <pc:docMk/>
            <pc:sldMk cId="1785315330" sldId="288"/>
            <ac:picMk id="114" creationId="{BC6049DA-7E88-A583-431D-8A015375DBF0}"/>
          </ac:picMkLst>
        </pc:picChg>
        <pc:picChg chg="add mod">
          <ac:chgData name="Zheng, Xinyue" userId="463dbdee-3a91-4da5-8c02-eb7d819f400f" providerId="ADAL" clId="{6166D0B7-0C52-520D-8E8C-744A4B1D6A1D}" dt="2026-04-19T07:04:44.973" v="9887" actId="1076"/>
          <ac:picMkLst>
            <pc:docMk/>
            <pc:sldMk cId="1785315330" sldId="288"/>
            <ac:picMk id="115" creationId="{5BADF473-1DF0-6CEF-0B18-A2CC4B38D241}"/>
          </ac:picMkLst>
        </pc:picChg>
        <pc:picChg chg="add mod">
          <ac:chgData name="Zheng, Xinyue" userId="463dbdee-3a91-4da5-8c02-eb7d819f400f" providerId="ADAL" clId="{6166D0B7-0C52-520D-8E8C-744A4B1D6A1D}" dt="2026-04-19T07:04:48.803" v="9889" actId="1076"/>
          <ac:picMkLst>
            <pc:docMk/>
            <pc:sldMk cId="1785315330" sldId="288"/>
            <ac:picMk id="117" creationId="{3FBB2798-0F62-4B3D-0130-55BA0B167F10}"/>
          </ac:picMkLst>
        </pc:picChg>
        <pc:picChg chg="add mod">
          <ac:chgData name="Zheng, Xinyue" userId="463dbdee-3a91-4da5-8c02-eb7d819f400f" providerId="ADAL" clId="{6166D0B7-0C52-520D-8E8C-744A4B1D6A1D}" dt="2026-04-19T07:06:09.276" v="9903" actId="1076"/>
          <ac:picMkLst>
            <pc:docMk/>
            <pc:sldMk cId="1785315330" sldId="288"/>
            <ac:picMk id="118" creationId="{EBC7C176-DB50-9939-FC87-6CC42E78DB9E}"/>
          </ac:picMkLst>
        </pc:picChg>
        <pc:picChg chg="add mod">
          <ac:chgData name="Zheng, Xinyue" userId="463dbdee-3a91-4da5-8c02-eb7d819f400f" providerId="ADAL" clId="{6166D0B7-0C52-520D-8E8C-744A4B1D6A1D}" dt="2026-04-19T07:06:22.010" v="9908"/>
          <ac:picMkLst>
            <pc:docMk/>
            <pc:sldMk cId="1785315330" sldId="288"/>
            <ac:picMk id="121" creationId="{40675AD3-C3F7-2900-2BEE-AA9F5A98A128}"/>
          </ac:picMkLst>
        </pc:picChg>
        <pc:picChg chg="add mod">
          <ac:chgData name="Zheng, Xinyue" userId="463dbdee-3a91-4da5-8c02-eb7d819f400f" providerId="ADAL" clId="{6166D0B7-0C52-520D-8E8C-744A4B1D6A1D}" dt="2026-04-19T05:13:12.778" v="9562" actId="1076"/>
          <ac:picMkLst>
            <pc:docMk/>
            <pc:sldMk cId="1785315330" sldId="288"/>
            <ac:picMk id="3075" creationId="{97855C23-121B-EB30-B2F2-7E9828483D33}"/>
          </ac:picMkLst>
        </pc:picChg>
        <pc:picChg chg="add del mod">
          <ac:chgData name="Zheng, Xinyue" userId="463dbdee-3a91-4da5-8c02-eb7d819f400f" providerId="ADAL" clId="{6166D0B7-0C52-520D-8E8C-744A4B1D6A1D}" dt="2026-04-19T07:04:31.189" v="9880" actId="478"/>
          <ac:picMkLst>
            <pc:docMk/>
            <pc:sldMk cId="1785315330" sldId="288"/>
            <ac:picMk id="3077" creationId="{3BA36C75-2920-8B36-B295-D79C5E005D6B}"/>
          </ac:picMkLst>
        </pc:picChg>
        <pc:picChg chg="add del">
          <ac:chgData name="Zheng, Xinyue" userId="463dbdee-3a91-4da5-8c02-eb7d819f400f" providerId="ADAL" clId="{6166D0B7-0C52-520D-8E8C-744A4B1D6A1D}" dt="2026-04-19T07:04:34.126" v="9881" actId="478"/>
          <ac:picMkLst>
            <pc:docMk/>
            <pc:sldMk cId="1785315330" sldId="288"/>
            <ac:picMk id="3079" creationId="{162221D8-0949-3C7A-5A55-61E3ECA50E8A}"/>
          </ac:picMkLst>
        </pc:picChg>
        <pc:cxnChg chg="del mod">
          <ac:chgData name="Zheng, Xinyue" userId="463dbdee-3a91-4da5-8c02-eb7d819f400f" providerId="ADAL" clId="{6166D0B7-0C52-520D-8E8C-744A4B1D6A1D}" dt="2026-04-19T06:14:28.090" v="9758" actId="478"/>
          <ac:cxnSpMkLst>
            <pc:docMk/>
            <pc:sldMk cId="1785315330" sldId="288"/>
            <ac:cxnSpMk id="12" creationId="{2782CDA3-EBCE-FEA4-B905-63527BB8E489}"/>
          </ac:cxnSpMkLst>
        </pc:cxnChg>
        <pc:cxnChg chg="del mod">
          <ac:chgData name="Zheng, Xinyue" userId="463dbdee-3a91-4da5-8c02-eb7d819f400f" providerId="ADAL" clId="{6166D0B7-0C52-520D-8E8C-744A4B1D6A1D}" dt="2026-04-19T06:14:30.698" v="9760" actId="478"/>
          <ac:cxnSpMkLst>
            <pc:docMk/>
            <pc:sldMk cId="1785315330" sldId="288"/>
            <ac:cxnSpMk id="14" creationId="{C5619030-4BEE-428C-E78D-FC77AFD2C757}"/>
          </ac:cxnSpMkLst>
        </pc:cxnChg>
        <pc:cxnChg chg="del mod">
          <ac:chgData name="Zheng, Xinyue" userId="463dbdee-3a91-4da5-8c02-eb7d819f400f" providerId="ADAL" clId="{6166D0B7-0C52-520D-8E8C-744A4B1D6A1D}" dt="2026-04-19T06:14:33.353" v="9762" actId="478"/>
          <ac:cxnSpMkLst>
            <pc:docMk/>
            <pc:sldMk cId="1785315330" sldId="288"/>
            <ac:cxnSpMk id="16" creationId="{562D7DC2-03C6-FD04-D7CF-D131E2EA6698}"/>
          </ac:cxnSpMkLst>
        </pc:cxnChg>
        <pc:cxnChg chg="del mod">
          <ac:chgData name="Zheng, Xinyue" userId="463dbdee-3a91-4da5-8c02-eb7d819f400f" providerId="ADAL" clId="{6166D0B7-0C52-520D-8E8C-744A4B1D6A1D}" dt="2026-04-19T06:18:54.113" v="9777" actId="478"/>
          <ac:cxnSpMkLst>
            <pc:docMk/>
            <pc:sldMk cId="1785315330" sldId="288"/>
            <ac:cxnSpMk id="18" creationId="{4DA16E19-08BF-78E2-6646-E06F860F8FDE}"/>
          </ac:cxnSpMkLst>
        </pc:cxnChg>
        <pc:cxnChg chg="add del mod">
          <ac:chgData name="Zheng, Xinyue" userId="463dbdee-3a91-4da5-8c02-eb7d819f400f" providerId="ADAL" clId="{6166D0B7-0C52-520D-8E8C-744A4B1D6A1D}" dt="2026-04-19T06:18:50.841" v="9774" actId="478"/>
          <ac:cxnSpMkLst>
            <pc:docMk/>
            <pc:sldMk cId="1785315330" sldId="288"/>
            <ac:cxnSpMk id="27" creationId="{BE656AFC-DC66-CFE9-40DF-430B786B69F7}"/>
          </ac:cxnSpMkLst>
        </pc:cxnChg>
        <pc:cxnChg chg="add mod">
          <ac:chgData name="Zheng, Xinyue" userId="463dbdee-3a91-4da5-8c02-eb7d819f400f" providerId="ADAL" clId="{6166D0B7-0C52-520D-8E8C-744A4B1D6A1D}" dt="2026-04-19T06:00:26.282" v="9719" actId="1076"/>
          <ac:cxnSpMkLst>
            <pc:docMk/>
            <pc:sldMk cId="1785315330" sldId="288"/>
            <ac:cxnSpMk id="40" creationId="{507A8409-7B06-B549-ED09-78402C1892EB}"/>
          </ac:cxnSpMkLst>
        </pc:cxnChg>
        <pc:cxnChg chg="add mod">
          <ac:chgData name="Zheng, Xinyue" userId="463dbdee-3a91-4da5-8c02-eb7d819f400f" providerId="ADAL" clId="{6166D0B7-0C52-520D-8E8C-744A4B1D6A1D}" dt="2026-04-19T06:00:26.282" v="9719" actId="1076"/>
          <ac:cxnSpMkLst>
            <pc:docMk/>
            <pc:sldMk cId="1785315330" sldId="288"/>
            <ac:cxnSpMk id="42" creationId="{9CC7AAEF-00CF-50A6-0F84-F5ABEFAD9AFF}"/>
          </ac:cxnSpMkLst>
        </pc:cxnChg>
        <pc:cxnChg chg="add mod">
          <ac:chgData name="Zheng, Xinyue" userId="463dbdee-3a91-4da5-8c02-eb7d819f400f" providerId="ADAL" clId="{6166D0B7-0C52-520D-8E8C-744A4B1D6A1D}" dt="2026-04-19T06:00:26.282" v="9719" actId="1076"/>
          <ac:cxnSpMkLst>
            <pc:docMk/>
            <pc:sldMk cId="1785315330" sldId="288"/>
            <ac:cxnSpMk id="45" creationId="{4214105B-BF13-F5BA-1805-A6E5F969F89C}"/>
          </ac:cxnSpMkLst>
        </pc:cxnChg>
        <pc:cxnChg chg="add del mod">
          <ac:chgData name="Zheng, Xinyue" userId="463dbdee-3a91-4da5-8c02-eb7d819f400f" providerId="ADAL" clId="{6166D0B7-0C52-520D-8E8C-744A4B1D6A1D}" dt="2026-04-19T01:37:47.875" v="9537" actId="478"/>
          <ac:cxnSpMkLst>
            <pc:docMk/>
            <pc:sldMk cId="1785315330" sldId="288"/>
            <ac:cxnSpMk id="50" creationId="{68BE91E2-994D-81AB-3C20-12C6AD6C61BD}"/>
          </ac:cxnSpMkLst>
        </pc:cxnChg>
        <pc:cxnChg chg="add mod">
          <ac:chgData name="Zheng, Xinyue" userId="463dbdee-3a91-4da5-8c02-eb7d819f400f" providerId="ADAL" clId="{6166D0B7-0C52-520D-8E8C-744A4B1D6A1D}" dt="2026-04-19T01:36:19.222" v="9527" actId="13822"/>
          <ac:cxnSpMkLst>
            <pc:docMk/>
            <pc:sldMk cId="1785315330" sldId="288"/>
            <ac:cxnSpMk id="65" creationId="{B4BB8A96-6749-ABAF-B0B8-341F9DDE3D76}"/>
          </ac:cxnSpMkLst>
        </pc:cxnChg>
        <pc:cxnChg chg="add mod">
          <ac:chgData name="Zheng, Xinyue" userId="463dbdee-3a91-4da5-8c02-eb7d819f400f" providerId="ADAL" clId="{6166D0B7-0C52-520D-8E8C-744A4B1D6A1D}" dt="2026-04-19T06:18:59.741" v="9780" actId="1076"/>
          <ac:cxnSpMkLst>
            <pc:docMk/>
            <pc:sldMk cId="1785315330" sldId="288"/>
            <ac:cxnSpMk id="69" creationId="{F43FBCA6-CE0F-AC65-8EF7-A7144F5041D0}"/>
          </ac:cxnSpMkLst>
        </pc:cxnChg>
        <pc:cxnChg chg="add mod">
          <ac:chgData name="Zheng, Xinyue" userId="463dbdee-3a91-4da5-8c02-eb7d819f400f" providerId="ADAL" clId="{6166D0B7-0C52-520D-8E8C-744A4B1D6A1D}" dt="2026-04-19T05:59:55.887" v="9718" actId="1076"/>
          <ac:cxnSpMkLst>
            <pc:docMk/>
            <pc:sldMk cId="1785315330" sldId="288"/>
            <ac:cxnSpMk id="74" creationId="{42DDE395-AB02-F636-AC2B-C21F8E211E95}"/>
          </ac:cxnSpMkLst>
        </pc:cxnChg>
        <pc:cxnChg chg="add del mod">
          <ac:chgData name="Zheng, Xinyue" userId="463dbdee-3a91-4da5-8c02-eb7d819f400f" providerId="ADAL" clId="{6166D0B7-0C52-520D-8E8C-744A4B1D6A1D}" dt="2026-04-19T06:18:57.325" v="9779" actId="478"/>
          <ac:cxnSpMkLst>
            <pc:docMk/>
            <pc:sldMk cId="1785315330" sldId="288"/>
            <ac:cxnSpMk id="81" creationId="{722765E4-B17E-0D32-A811-1E78F6659A6D}"/>
          </ac:cxnSpMkLst>
        </pc:cxnChg>
        <pc:cxnChg chg="add mod">
          <ac:chgData name="Zheng, Xinyue" userId="463dbdee-3a91-4da5-8c02-eb7d819f400f" providerId="ADAL" clId="{6166D0B7-0C52-520D-8E8C-744A4B1D6A1D}" dt="2026-04-19T07:06:18.796" v="9906" actId="1076"/>
          <ac:cxnSpMkLst>
            <pc:docMk/>
            <pc:sldMk cId="1785315330" sldId="288"/>
            <ac:cxnSpMk id="120" creationId="{99B9BA3A-664C-9DD5-6118-1230E980176E}"/>
          </ac:cxnSpMkLst>
        </pc:cxnChg>
      </pc:sldChg>
      <pc:sldChg chg="modSp add del mod ord setBg">
        <pc:chgData name="Zheng, Xinyue" userId="463dbdee-3a91-4da5-8c02-eb7d819f400f" providerId="ADAL" clId="{6166D0B7-0C52-520D-8E8C-744A4B1D6A1D}" dt="2026-04-17T17:10:02.412" v="4707" actId="2696"/>
        <pc:sldMkLst>
          <pc:docMk/>
          <pc:sldMk cId="0" sldId="289"/>
        </pc:sldMkLst>
      </pc:sldChg>
      <pc:sldChg chg="add del ord">
        <pc:chgData name="Zheng, Xinyue" userId="463dbdee-3a91-4da5-8c02-eb7d819f400f" providerId="ADAL" clId="{6166D0B7-0C52-520D-8E8C-744A4B1D6A1D}" dt="2026-04-19T19:31:03.876" v="11537" actId="2696"/>
        <pc:sldMkLst>
          <pc:docMk/>
          <pc:sldMk cId="3413164854" sldId="290"/>
        </pc:sldMkLst>
      </pc:sldChg>
      <pc:sldChg chg="addSp delSp modSp add del mod setBg modShow">
        <pc:chgData name="Zheng, Xinyue" userId="463dbdee-3a91-4da5-8c02-eb7d819f400f" providerId="ADAL" clId="{6166D0B7-0C52-520D-8E8C-744A4B1D6A1D}" dt="2026-04-19T19:31:03.873" v="11536" actId="2696"/>
        <pc:sldMkLst>
          <pc:docMk/>
          <pc:sldMk cId="0" sldId="291"/>
        </pc:sldMkLst>
      </pc:sldChg>
      <pc:sldChg chg="addSp modSp new del mod ord">
        <pc:chgData name="Zheng, Xinyue" userId="463dbdee-3a91-4da5-8c02-eb7d819f400f" providerId="ADAL" clId="{6166D0B7-0C52-520D-8E8C-744A4B1D6A1D}" dt="2026-04-18T19:38:14.147" v="8639" actId="2696"/>
        <pc:sldMkLst>
          <pc:docMk/>
          <pc:sldMk cId="3883856406" sldId="292"/>
        </pc:sldMkLst>
      </pc:sldChg>
      <pc:sldChg chg="addSp delSp modSp add del mod ord modShow">
        <pc:chgData name="Zheng, Xinyue" userId="463dbdee-3a91-4da5-8c02-eb7d819f400f" providerId="ADAL" clId="{6166D0B7-0C52-520D-8E8C-744A4B1D6A1D}" dt="2026-04-19T19:31:03.857" v="11534" actId="2696"/>
        <pc:sldMkLst>
          <pc:docMk/>
          <pc:sldMk cId="2221066708" sldId="293"/>
        </pc:sldMkLst>
      </pc:sldChg>
      <pc:sldChg chg="modSp add del mod">
        <pc:chgData name="Zheng, Xinyue" userId="463dbdee-3a91-4da5-8c02-eb7d819f400f" providerId="ADAL" clId="{6166D0B7-0C52-520D-8E8C-744A4B1D6A1D}" dt="2026-04-18T19:38:15.314" v="8640" actId="2696"/>
        <pc:sldMkLst>
          <pc:docMk/>
          <pc:sldMk cId="2076328369" sldId="294"/>
        </pc:sldMkLst>
      </pc:sldChg>
      <pc:sldChg chg="new del">
        <pc:chgData name="Zheng, Xinyue" userId="463dbdee-3a91-4da5-8c02-eb7d819f400f" providerId="ADAL" clId="{6166D0B7-0C52-520D-8E8C-744A4B1D6A1D}" dt="2026-04-17T22:34:40.947" v="7861" actId="2696"/>
        <pc:sldMkLst>
          <pc:docMk/>
          <pc:sldMk cId="3771352017" sldId="294"/>
        </pc:sldMkLst>
      </pc:sldChg>
      <pc:sldChg chg="modSp add mod setBg">
        <pc:chgData name="Zheng, Xinyue" userId="463dbdee-3a91-4da5-8c02-eb7d819f400f" providerId="ADAL" clId="{6166D0B7-0C52-520D-8E8C-744A4B1D6A1D}" dt="2026-04-18T19:34:17.745" v="8637" actId="20577"/>
        <pc:sldMkLst>
          <pc:docMk/>
          <pc:sldMk cId="0" sldId="295"/>
        </pc:sldMkLst>
        <pc:spChg chg="mod">
          <ac:chgData name="Zheng, Xinyue" userId="463dbdee-3a91-4da5-8c02-eb7d819f400f" providerId="ADAL" clId="{6166D0B7-0C52-520D-8E8C-744A4B1D6A1D}" dt="2026-04-18T19:34:17.745" v="8637" actId="20577"/>
          <ac:spMkLst>
            <pc:docMk/>
            <pc:sldMk cId="0" sldId="295"/>
            <ac:spMk id="10" creationId="{00000000-0000-0000-0000-000000000000}"/>
          </ac:spMkLst>
        </pc:spChg>
        <pc:spChg chg="mod">
          <ac:chgData name="Zheng, Xinyue" userId="463dbdee-3a91-4da5-8c02-eb7d819f400f" providerId="ADAL" clId="{6166D0B7-0C52-520D-8E8C-744A4B1D6A1D}" dt="2026-04-18T06:46:13.913" v="8533" actId="20577"/>
          <ac:spMkLst>
            <pc:docMk/>
            <pc:sldMk cId="0" sldId="295"/>
            <ac:spMk id="72" creationId="{00000000-0000-0000-0000-000000000000}"/>
          </ac:spMkLst>
        </pc:spChg>
        <pc:spChg chg="mod">
          <ac:chgData name="Zheng, Xinyue" userId="463dbdee-3a91-4da5-8c02-eb7d819f400f" providerId="ADAL" clId="{6166D0B7-0C52-520D-8E8C-744A4B1D6A1D}" dt="2026-04-18T06:57:21.792" v="8599" actId="20577"/>
          <ac:spMkLst>
            <pc:docMk/>
            <pc:sldMk cId="0" sldId="295"/>
            <ac:spMk id="82" creationId="{00000000-0000-0000-0000-000000000000}"/>
          </ac:spMkLst>
        </pc:spChg>
        <pc:spChg chg="mod">
          <ac:chgData name="Zheng, Xinyue" userId="463dbdee-3a91-4da5-8c02-eb7d819f400f" providerId="ADAL" clId="{6166D0B7-0C52-520D-8E8C-744A4B1D6A1D}" dt="2026-04-18T06:58:14.793" v="8623" actId="20577"/>
          <ac:spMkLst>
            <pc:docMk/>
            <pc:sldMk cId="0" sldId="295"/>
            <ac:spMk id="84" creationId="{00000000-0000-0000-0000-000000000000}"/>
          </ac:spMkLst>
        </pc:spChg>
        <pc:spChg chg="mod">
          <ac:chgData name="Zheng, Xinyue" userId="463dbdee-3a91-4da5-8c02-eb7d819f400f" providerId="ADAL" clId="{6166D0B7-0C52-520D-8E8C-744A4B1D6A1D}" dt="2026-04-18T06:58:01.047" v="8606" actId="20577"/>
          <ac:spMkLst>
            <pc:docMk/>
            <pc:sldMk cId="0" sldId="295"/>
            <ac:spMk id="85" creationId="{00000000-0000-0000-0000-000000000000}"/>
          </ac:spMkLst>
        </pc:spChg>
        <pc:spChg chg="mod">
          <ac:chgData name="Zheng, Xinyue" userId="463dbdee-3a91-4da5-8c02-eb7d819f400f" providerId="ADAL" clId="{6166D0B7-0C52-520D-8E8C-744A4B1D6A1D}" dt="2026-04-18T06:55:52.699" v="8568" actId="5793"/>
          <ac:spMkLst>
            <pc:docMk/>
            <pc:sldMk cId="0" sldId="295"/>
            <ac:spMk id="86" creationId="{00000000-0000-0000-0000-000000000000}"/>
          </ac:spMkLst>
        </pc:spChg>
        <pc:spChg chg="mod">
          <ac:chgData name="Zheng, Xinyue" userId="463dbdee-3a91-4da5-8c02-eb7d819f400f" providerId="ADAL" clId="{6166D0B7-0C52-520D-8E8C-744A4B1D6A1D}" dt="2026-04-18T06:46:39.855" v="8535" actId="207"/>
          <ac:spMkLst>
            <pc:docMk/>
            <pc:sldMk cId="0" sldId="295"/>
            <ac:spMk id="87" creationId="{00000000-0000-0000-0000-000000000000}"/>
          </ac:spMkLst>
        </pc:spChg>
        <pc:spChg chg="mod">
          <ac:chgData name="Zheng, Xinyue" userId="463dbdee-3a91-4da5-8c02-eb7d819f400f" providerId="ADAL" clId="{6166D0B7-0C52-520D-8E8C-744A4B1D6A1D}" dt="2026-04-18T06:57:03.963" v="8589" actId="20577"/>
          <ac:spMkLst>
            <pc:docMk/>
            <pc:sldMk cId="0" sldId="295"/>
            <ac:spMk id="113" creationId="{00000000-0000-0000-0000-000000000000}"/>
          </ac:spMkLst>
        </pc:spChg>
      </pc:sldChg>
      <pc:sldChg chg="modSp add mod setBg">
        <pc:chgData name="Zheng, Xinyue" userId="463dbdee-3a91-4da5-8c02-eb7d819f400f" providerId="ADAL" clId="{6166D0B7-0C52-520D-8E8C-744A4B1D6A1D}" dt="2026-04-18T22:18:23.198" v="9001" actId="20577"/>
        <pc:sldMkLst>
          <pc:docMk/>
          <pc:sldMk cId="0" sldId="296"/>
        </pc:sldMkLst>
        <pc:spChg chg="mod">
          <ac:chgData name="Zheng, Xinyue" userId="463dbdee-3a91-4da5-8c02-eb7d819f400f" providerId="ADAL" clId="{6166D0B7-0C52-520D-8E8C-744A4B1D6A1D}" dt="2026-04-18T22:05:11.510" v="8883" actId="20577"/>
          <ac:spMkLst>
            <pc:docMk/>
            <pc:sldMk cId="0" sldId="296"/>
            <ac:spMk id="3" creationId="{00000000-0000-0000-0000-000000000000}"/>
          </ac:spMkLst>
        </pc:spChg>
        <pc:spChg chg="mod">
          <ac:chgData name="Zheng, Xinyue" userId="463dbdee-3a91-4da5-8c02-eb7d819f400f" providerId="ADAL" clId="{6166D0B7-0C52-520D-8E8C-744A4B1D6A1D}" dt="2026-04-18T22:18:23.198" v="9001" actId="20577"/>
          <ac:spMkLst>
            <pc:docMk/>
            <pc:sldMk cId="0" sldId="296"/>
            <ac:spMk id="11" creationId="{00000000-0000-0000-0000-000000000000}"/>
          </ac:spMkLst>
        </pc:spChg>
        <pc:spChg chg="mod">
          <ac:chgData name="Zheng, Xinyue" userId="463dbdee-3a91-4da5-8c02-eb7d819f400f" providerId="ADAL" clId="{6166D0B7-0C52-520D-8E8C-744A4B1D6A1D}" dt="2026-04-18T21:52:47.806" v="8646" actId="313"/>
          <ac:spMkLst>
            <pc:docMk/>
            <pc:sldMk cId="0" sldId="296"/>
            <ac:spMk id="13" creationId="{00000000-0000-0000-0000-000000000000}"/>
          </ac:spMkLst>
        </pc:spChg>
        <pc:spChg chg="mod">
          <ac:chgData name="Zheng, Xinyue" userId="463dbdee-3a91-4da5-8c02-eb7d819f400f" providerId="ADAL" clId="{6166D0B7-0C52-520D-8E8C-744A4B1D6A1D}" dt="2026-04-18T21:53:22.561" v="8679" actId="20577"/>
          <ac:spMkLst>
            <pc:docMk/>
            <pc:sldMk cId="0" sldId="296"/>
            <ac:spMk id="15" creationId="{00000000-0000-0000-0000-000000000000}"/>
          </ac:spMkLst>
        </pc:spChg>
        <pc:spChg chg="mod">
          <ac:chgData name="Zheng, Xinyue" userId="463dbdee-3a91-4da5-8c02-eb7d819f400f" providerId="ADAL" clId="{6166D0B7-0C52-520D-8E8C-744A4B1D6A1D}" dt="2026-04-18T22:02:03.053" v="8835" actId="1076"/>
          <ac:spMkLst>
            <pc:docMk/>
            <pc:sldMk cId="0" sldId="296"/>
            <ac:spMk id="21" creationId="{00000000-0000-0000-0000-000000000000}"/>
          </ac:spMkLst>
        </pc:spChg>
        <pc:spChg chg="mod">
          <ac:chgData name="Zheng, Xinyue" userId="463dbdee-3a91-4da5-8c02-eb7d819f400f" providerId="ADAL" clId="{6166D0B7-0C52-520D-8E8C-744A4B1D6A1D}" dt="2026-04-18T22:02:03.053" v="8835" actId="1076"/>
          <ac:spMkLst>
            <pc:docMk/>
            <pc:sldMk cId="0" sldId="296"/>
            <ac:spMk id="22" creationId="{00000000-0000-0000-0000-000000000000}"/>
          </ac:spMkLst>
        </pc:spChg>
        <pc:spChg chg="mod">
          <ac:chgData name="Zheng, Xinyue" userId="463dbdee-3a91-4da5-8c02-eb7d819f400f" providerId="ADAL" clId="{6166D0B7-0C52-520D-8E8C-744A4B1D6A1D}" dt="2026-04-18T22:01:56.430" v="8834" actId="1076"/>
          <ac:spMkLst>
            <pc:docMk/>
            <pc:sldMk cId="0" sldId="296"/>
            <ac:spMk id="23" creationId="{00000000-0000-0000-0000-000000000000}"/>
          </ac:spMkLst>
        </pc:spChg>
        <pc:spChg chg="mod">
          <ac:chgData name="Zheng, Xinyue" userId="463dbdee-3a91-4da5-8c02-eb7d819f400f" providerId="ADAL" clId="{6166D0B7-0C52-520D-8E8C-744A4B1D6A1D}" dt="2026-04-18T22:01:56.430" v="8834" actId="1076"/>
          <ac:spMkLst>
            <pc:docMk/>
            <pc:sldMk cId="0" sldId="296"/>
            <ac:spMk id="24" creationId="{00000000-0000-0000-0000-000000000000}"/>
          </ac:spMkLst>
        </pc:spChg>
        <pc:spChg chg="mod">
          <ac:chgData name="Zheng, Xinyue" userId="463dbdee-3a91-4da5-8c02-eb7d819f400f" providerId="ADAL" clId="{6166D0B7-0C52-520D-8E8C-744A4B1D6A1D}" dt="2026-04-18T22:00:39.793" v="8829" actId="20577"/>
          <ac:spMkLst>
            <pc:docMk/>
            <pc:sldMk cId="0" sldId="296"/>
            <ac:spMk id="26" creationId="{00000000-0000-0000-0000-000000000000}"/>
          </ac:spMkLst>
        </pc:spChg>
        <pc:spChg chg="mod">
          <ac:chgData name="Zheng, Xinyue" userId="463dbdee-3a91-4da5-8c02-eb7d819f400f" providerId="ADAL" clId="{6166D0B7-0C52-520D-8E8C-744A4B1D6A1D}" dt="2026-04-18T22:02:28.335" v="8882" actId="20577"/>
          <ac:spMkLst>
            <pc:docMk/>
            <pc:sldMk cId="0" sldId="296"/>
            <ac:spMk id="33" creationId="{00000000-0000-0000-0000-000000000000}"/>
          </ac:spMkLst>
        </pc:spChg>
        <pc:spChg chg="mod">
          <ac:chgData name="Zheng, Xinyue" userId="463dbdee-3a91-4da5-8c02-eb7d819f400f" providerId="ADAL" clId="{6166D0B7-0C52-520D-8E8C-744A4B1D6A1D}" dt="2026-04-18T21:56:55.986" v="8784" actId="20577"/>
          <ac:spMkLst>
            <pc:docMk/>
            <pc:sldMk cId="0" sldId="296"/>
            <ac:spMk id="35" creationId="{00000000-0000-0000-0000-000000000000}"/>
          </ac:spMkLst>
        </pc:spChg>
        <pc:spChg chg="mod">
          <ac:chgData name="Zheng, Xinyue" userId="463dbdee-3a91-4da5-8c02-eb7d819f400f" providerId="ADAL" clId="{6166D0B7-0C52-520D-8E8C-744A4B1D6A1D}" dt="2026-04-18T21:59:17.647" v="8792" actId="20577"/>
          <ac:spMkLst>
            <pc:docMk/>
            <pc:sldMk cId="0" sldId="296"/>
            <ac:spMk id="37" creationId="{00000000-0000-0000-0000-000000000000}"/>
          </ac:spMkLst>
        </pc:spChg>
        <pc:spChg chg="mod">
          <ac:chgData name="Zheng, Xinyue" userId="463dbdee-3a91-4da5-8c02-eb7d819f400f" providerId="ADAL" clId="{6166D0B7-0C52-520D-8E8C-744A4B1D6A1D}" dt="2026-04-18T21:59:59.303" v="8794"/>
          <ac:spMkLst>
            <pc:docMk/>
            <pc:sldMk cId="0" sldId="296"/>
            <ac:spMk id="39" creationId="{00000000-0000-0000-0000-000000000000}"/>
          </ac:spMkLst>
        </pc:spChg>
        <pc:spChg chg="mod">
          <ac:chgData name="Zheng, Xinyue" userId="463dbdee-3a91-4da5-8c02-eb7d819f400f" providerId="ADAL" clId="{6166D0B7-0C52-520D-8E8C-744A4B1D6A1D}" dt="2026-04-18T21:58:49.502" v="8789" actId="207"/>
          <ac:spMkLst>
            <pc:docMk/>
            <pc:sldMk cId="0" sldId="296"/>
            <ac:spMk id="43" creationId="{00000000-0000-0000-0000-000000000000}"/>
          </ac:spMkLst>
        </pc:spChg>
      </pc:sldChg>
      <pc:sldChg chg="addSp delSp modSp add mod setBg">
        <pc:chgData name="Zheng, Xinyue" userId="463dbdee-3a91-4da5-8c02-eb7d819f400f" providerId="ADAL" clId="{6166D0B7-0C52-520D-8E8C-744A4B1D6A1D}" dt="2026-04-18T22:43:22.255" v="9178" actId="20577"/>
        <pc:sldMkLst>
          <pc:docMk/>
          <pc:sldMk cId="0" sldId="297"/>
        </pc:sldMkLst>
        <pc:spChg chg="mod">
          <ac:chgData name="Zheng, Xinyue" userId="463dbdee-3a91-4da5-8c02-eb7d819f400f" providerId="ADAL" clId="{6166D0B7-0C52-520D-8E8C-744A4B1D6A1D}" dt="2026-04-18T22:23:38.808" v="9055" actId="20577"/>
          <ac:spMkLst>
            <pc:docMk/>
            <pc:sldMk cId="0" sldId="297"/>
            <ac:spMk id="3" creationId="{00000000-0000-0000-0000-000000000000}"/>
          </ac:spMkLst>
        </pc:spChg>
        <pc:spChg chg="mod">
          <ac:chgData name="Zheng, Xinyue" userId="463dbdee-3a91-4da5-8c02-eb7d819f400f" providerId="ADAL" clId="{6166D0B7-0C52-520D-8E8C-744A4B1D6A1D}" dt="2026-04-18T22:16:23.014" v="8889"/>
          <ac:spMkLst>
            <pc:docMk/>
            <pc:sldMk cId="0" sldId="297"/>
            <ac:spMk id="9" creationId="{00000000-0000-0000-0000-000000000000}"/>
          </ac:spMkLst>
        </pc:spChg>
        <pc:spChg chg="mod">
          <ac:chgData name="Zheng, Xinyue" userId="463dbdee-3a91-4da5-8c02-eb7d819f400f" providerId="ADAL" clId="{6166D0B7-0C52-520D-8E8C-744A4B1D6A1D}" dt="2026-04-18T22:41:28.955" v="9115" actId="1076"/>
          <ac:spMkLst>
            <pc:docMk/>
            <pc:sldMk cId="0" sldId="297"/>
            <ac:spMk id="10" creationId="{00000000-0000-0000-0000-000000000000}"/>
          </ac:spMkLst>
        </pc:spChg>
        <pc:spChg chg="mod">
          <ac:chgData name="Zheng, Xinyue" userId="463dbdee-3a91-4da5-8c02-eb7d819f400f" providerId="ADAL" clId="{6166D0B7-0C52-520D-8E8C-744A4B1D6A1D}" dt="2026-04-18T22:41:28.955" v="9115" actId="1076"/>
          <ac:spMkLst>
            <pc:docMk/>
            <pc:sldMk cId="0" sldId="297"/>
            <ac:spMk id="11" creationId="{00000000-0000-0000-0000-000000000000}"/>
          </ac:spMkLst>
        </pc:spChg>
        <pc:spChg chg="mod">
          <ac:chgData name="Zheng, Xinyue" userId="463dbdee-3a91-4da5-8c02-eb7d819f400f" providerId="ADAL" clId="{6166D0B7-0C52-520D-8E8C-744A4B1D6A1D}" dt="2026-04-18T22:41:28.955" v="9115" actId="1076"/>
          <ac:spMkLst>
            <pc:docMk/>
            <pc:sldMk cId="0" sldId="297"/>
            <ac:spMk id="12" creationId="{00000000-0000-0000-0000-000000000000}"/>
          </ac:spMkLst>
        </pc:spChg>
        <pc:spChg chg="del">
          <ac:chgData name="Zheng, Xinyue" userId="463dbdee-3a91-4da5-8c02-eb7d819f400f" providerId="ADAL" clId="{6166D0B7-0C52-520D-8E8C-744A4B1D6A1D}" dt="2026-04-18T22:41:13.805" v="9113" actId="478"/>
          <ac:spMkLst>
            <pc:docMk/>
            <pc:sldMk cId="0" sldId="297"/>
            <ac:spMk id="13" creationId="{00000000-0000-0000-0000-000000000000}"/>
          </ac:spMkLst>
        </pc:spChg>
        <pc:spChg chg="del mod">
          <ac:chgData name="Zheng, Xinyue" userId="463dbdee-3a91-4da5-8c02-eb7d819f400f" providerId="ADAL" clId="{6166D0B7-0C52-520D-8E8C-744A4B1D6A1D}" dt="2026-04-18T22:41:13.805" v="9113" actId="478"/>
          <ac:spMkLst>
            <pc:docMk/>
            <pc:sldMk cId="0" sldId="297"/>
            <ac:spMk id="14" creationId="{00000000-0000-0000-0000-000000000000}"/>
          </ac:spMkLst>
        </pc:spChg>
        <pc:spChg chg="del mod">
          <ac:chgData name="Zheng, Xinyue" userId="463dbdee-3a91-4da5-8c02-eb7d819f400f" providerId="ADAL" clId="{6166D0B7-0C52-520D-8E8C-744A4B1D6A1D}" dt="2026-04-18T22:41:13.805" v="9113" actId="478"/>
          <ac:spMkLst>
            <pc:docMk/>
            <pc:sldMk cId="0" sldId="297"/>
            <ac:spMk id="15" creationId="{00000000-0000-0000-0000-000000000000}"/>
          </ac:spMkLst>
        </pc:spChg>
        <pc:spChg chg="mod">
          <ac:chgData name="Zheng, Xinyue" userId="463dbdee-3a91-4da5-8c02-eb7d819f400f" providerId="ADAL" clId="{6166D0B7-0C52-520D-8E8C-744A4B1D6A1D}" dt="2026-04-18T22:41:23.469" v="9114" actId="1076"/>
          <ac:spMkLst>
            <pc:docMk/>
            <pc:sldMk cId="0" sldId="297"/>
            <ac:spMk id="16" creationId="{00000000-0000-0000-0000-000000000000}"/>
          </ac:spMkLst>
        </pc:spChg>
        <pc:spChg chg="mod">
          <ac:chgData name="Zheng, Xinyue" userId="463dbdee-3a91-4da5-8c02-eb7d819f400f" providerId="ADAL" clId="{6166D0B7-0C52-520D-8E8C-744A4B1D6A1D}" dt="2026-04-18T22:41:23.469" v="9114" actId="1076"/>
          <ac:spMkLst>
            <pc:docMk/>
            <pc:sldMk cId="0" sldId="297"/>
            <ac:spMk id="17" creationId="{00000000-0000-0000-0000-000000000000}"/>
          </ac:spMkLst>
        </pc:spChg>
        <pc:spChg chg="mod">
          <ac:chgData name="Zheng, Xinyue" userId="463dbdee-3a91-4da5-8c02-eb7d819f400f" providerId="ADAL" clId="{6166D0B7-0C52-520D-8E8C-744A4B1D6A1D}" dt="2026-04-18T22:41:23.469" v="9114" actId="1076"/>
          <ac:spMkLst>
            <pc:docMk/>
            <pc:sldMk cId="0" sldId="297"/>
            <ac:spMk id="18" creationId="{00000000-0000-0000-0000-000000000000}"/>
          </ac:spMkLst>
        </pc:spChg>
        <pc:spChg chg="mod">
          <ac:chgData name="Zheng, Xinyue" userId="463dbdee-3a91-4da5-8c02-eb7d819f400f" providerId="ADAL" clId="{6166D0B7-0C52-520D-8E8C-744A4B1D6A1D}" dt="2026-04-18T22:21:46.733" v="9003"/>
          <ac:spMkLst>
            <pc:docMk/>
            <pc:sldMk cId="0" sldId="297"/>
            <ac:spMk id="24" creationId="{00000000-0000-0000-0000-000000000000}"/>
          </ac:spMkLst>
        </pc:spChg>
        <pc:spChg chg="mod">
          <ac:chgData name="Zheng, Xinyue" userId="463dbdee-3a91-4da5-8c02-eb7d819f400f" providerId="ADAL" clId="{6166D0B7-0C52-520D-8E8C-744A4B1D6A1D}" dt="2026-04-18T22:22:20.162" v="9006" actId="108"/>
          <ac:spMkLst>
            <pc:docMk/>
            <pc:sldMk cId="0" sldId="297"/>
            <ac:spMk id="25" creationId="{00000000-0000-0000-0000-000000000000}"/>
          </ac:spMkLst>
        </pc:spChg>
        <pc:spChg chg="mod">
          <ac:chgData name="Zheng, Xinyue" userId="463dbdee-3a91-4da5-8c02-eb7d819f400f" providerId="ADAL" clId="{6166D0B7-0C52-520D-8E8C-744A4B1D6A1D}" dt="2026-04-18T22:41:47.150" v="9118" actId="1076"/>
          <ac:spMkLst>
            <pc:docMk/>
            <pc:sldMk cId="0" sldId="297"/>
            <ac:spMk id="26" creationId="{00000000-0000-0000-0000-000000000000}"/>
          </ac:spMkLst>
        </pc:spChg>
        <pc:spChg chg="mod">
          <ac:chgData name="Zheng, Xinyue" userId="463dbdee-3a91-4da5-8c02-eb7d819f400f" providerId="ADAL" clId="{6166D0B7-0C52-520D-8E8C-744A4B1D6A1D}" dt="2026-04-18T22:41:47.150" v="9118" actId="1076"/>
          <ac:spMkLst>
            <pc:docMk/>
            <pc:sldMk cId="0" sldId="297"/>
            <ac:spMk id="27" creationId="{00000000-0000-0000-0000-000000000000}"/>
          </ac:spMkLst>
        </pc:spChg>
        <pc:spChg chg="mod">
          <ac:chgData name="Zheng, Xinyue" userId="463dbdee-3a91-4da5-8c02-eb7d819f400f" providerId="ADAL" clId="{6166D0B7-0C52-520D-8E8C-744A4B1D6A1D}" dt="2026-04-18T22:41:47.150" v="9118" actId="1076"/>
          <ac:spMkLst>
            <pc:docMk/>
            <pc:sldMk cId="0" sldId="297"/>
            <ac:spMk id="28" creationId="{00000000-0000-0000-0000-000000000000}"/>
          </ac:spMkLst>
        </pc:spChg>
        <pc:spChg chg="mod">
          <ac:chgData name="Zheng, Xinyue" userId="463dbdee-3a91-4da5-8c02-eb7d819f400f" providerId="ADAL" clId="{6166D0B7-0C52-520D-8E8C-744A4B1D6A1D}" dt="2026-04-18T22:41:42.310" v="9117" actId="1076"/>
          <ac:spMkLst>
            <pc:docMk/>
            <pc:sldMk cId="0" sldId="297"/>
            <ac:spMk id="29" creationId="{00000000-0000-0000-0000-000000000000}"/>
          </ac:spMkLst>
        </pc:spChg>
        <pc:spChg chg="mod">
          <ac:chgData name="Zheng, Xinyue" userId="463dbdee-3a91-4da5-8c02-eb7d819f400f" providerId="ADAL" clId="{6166D0B7-0C52-520D-8E8C-744A4B1D6A1D}" dt="2026-04-18T22:42:22.446" v="9120"/>
          <ac:spMkLst>
            <pc:docMk/>
            <pc:sldMk cId="0" sldId="297"/>
            <ac:spMk id="30" creationId="{00000000-0000-0000-0000-000000000000}"/>
          </ac:spMkLst>
        </pc:spChg>
        <pc:spChg chg="mod">
          <ac:chgData name="Zheng, Xinyue" userId="463dbdee-3a91-4da5-8c02-eb7d819f400f" providerId="ADAL" clId="{6166D0B7-0C52-520D-8E8C-744A4B1D6A1D}" dt="2026-04-18T22:43:22.255" v="9178" actId="20577"/>
          <ac:spMkLst>
            <pc:docMk/>
            <pc:sldMk cId="0" sldId="297"/>
            <ac:spMk id="31" creationId="{00000000-0000-0000-0000-000000000000}"/>
          </ac:spMkLst>
        </pc:spChg>
        <pc:spChg chg="del">
          <ac:chgData name="Zheng, Xinyue" userId="463dbdee-3a91-4da5-8c02-eb7d819f400f" providerId="ADAL" clId="{6166D0B7-0C52-520D-8E8C-744A4B1D6A1D}" dt="2026-04-18T22:41:37.516" v="9116" actId="478"/>
          <ac:spMkLst>
            <pc:docMk/>
            <pc:sldMk cId="0" sldId="297"/>
            <ac:spMk id="32" creationId="{00000000-0000-0000-0000-000000000000}"/>
          </ac:spMkLst>
        </pc:spChg>
        <pc:spChg chg="del">
          <ac:chgData name="Zheng, Xinyue" userId="463dbdee-3a91-4da5-8c02-eb7d819f400f" providerId="ADAL" clId="{6166D0B7-0C52-520D-8E8C-744A4B1D6A1D}" dt="2026-04-18T22:41:37.516" v="9116" actId="478"/>
          <ac:spMkLst>
            <pc:docMk/>
            <pc:sldMk cId="0" sldId="297"/>
            <ac:spMk id="33" creationId="{00000000-0000-0000-0000-000000000000}"/>
          </ac:spMkLst>
        </pc:spChg>
        <pc:spChg chg="del">
          <ac:chgData name="Zheng, Xinyue" userId="463dbdee-3a91-4da5-8c02-eb7d819f400f" providerId="ADAL" clId="{6166D0B7-0C52-520D-8E8C-744A4B1D6A1D}" dt="2026-04-18T22:41:37.516" v="9116" actId="478"/>
          <ac:spMkLst>
            <pc:docMk/>
            <pc:sldMk cId="0" sldId="297"/>
            <ac:spMk id="34" creationId="{00000000-0000-0000-0000-000000000000}"/>
          </ac:spMkLst>
        </pc:spChg>
        <pc:spChg chg="add del mod">
          <ac:chgData name="Zheng, Xinyue" userId="463dbdee-3a91-4da5-8c02-eb7d819f400f" providerId="ADAL" clId="{6166D0B7-0C52-520D-8E8C-744A4B1D6A1D}" dt="2026-04-18T22:16:18.460" v="8887" actId="478"/>
          <ac:spMkLst>
            <pc:docMk/>
            <pc:sldMk cId="0" sldId="297"/>
            <ac:spMk id="37" creationId="{97381C5D-9060-61F6-49CC-CAA28BC3BC75}"/>
          </ac:spMkLst>
        </pc:spChg>
      </pc:sldChg>
      <pc:sldChg chg="add del mod ord modShow">
        <pc:chgData name="Zheng, Xinyue" userId="463dbdee-3a91-4da5-8c02-eb7d819f400f" providerId="ADAL" clId="{6166D0B7-0C52-520D-8E8C-744A4B1D6A1D}" dt="2026-04-19T19:31:03.887" v="11541" actId="2696"/>
        <pc:sldMkLst>
          <pc:docMk/>
          <pc:sldMk cId="1263721741" sldId="298"/>
        </pc:sldMkLst>
      </pc:sldChg>
      <pc:sldChg chg="new del">
        <pc:chgData name="Zheng, Xinyue" userId="463dbdee-3a91-4da5-8c02-eb7d819f400f" providerId="ADAL" clId="{6166D0B7-0C52-520D-8E8C-744A4B1D6A1D}" dt="2026-04-19T07:20:17.643" v="9942" actId="2696"/>
        <pc:sldMkLst>
          <pc:docMk/>
          <pc:sldMk cId="1304610036" sldId="298"/>
        </pc:sldMkLst>
      </pc:sldChg>
      <pc:sldChg chg="addSp delSp modSp add del mod">
        <pc:chgData name="Zheng, Xinyue" userId="463dbdee-3a91-4da5-8c02-eb7d819f400f" providerId="ADAL" clId="{6166D0B7-0C52-520D-8E8C-744A4B1D6A1D}" dt="2026-04-19T07:31:19.513" v="9992" actId="2696"/>
        <pc:sldMkLst>
          <pc:docMk/>
          <pc:sldMk cId="3231959286" sldId="298"/>
        </pc:sldMkLst>
        <pc:spChg chg="add del mod">
          <ac:chgData name="Zheng, Xinyue" userId="463dbdee-3a91-4da5-8c02-eb7d819f400f" providerId="ADAL" clId="{6166D0B7-0C52-520D-8E8C-744A4B1D6A1D}" dt="2026-04-19T07:21:00.722" v="9986" actId="478"/>
          <ac:spMkLst>
            <pc:docMk/>
            <pc:sldMk cId="3231959286" sldId="298"/>
            <ac:spMk id="2" creationId="{05D5CBBC-8B80-7A59-E604-F2C4E713BCAE}"/>
          </ac:spMkLst>
        </pc:spChg>
        <pc:spChg chg="mod">
          <ac:chgData name="Zheng, Xinyue" userId="463dbdee-3a91-4da5-8c02-eb7d819f400f" providerId="ADAL" clId="{6166D0B7-0C52-520D-8E8C-744A4B1D6A1D}" dt="2026-04-19T07:21:25.064" v="9991" actId="1076"/>
          <ac:spMkLst>
            <pc:docMk/>
            <pc:sldMk cId="3231959286" sldId="298"/>
            <ac:spMk id="3" creationId="{AEA34C30-F51B-6DBA-0528-E0FAD85666FE}"/>
          </ac:spMkLst>
        </pc:spChg>
        <pc:spChg chg="mod">
          <ac:chgData name="Zheng, Xinyue" userId="463dbdee-3a91-4da5-8c02-eb7d819f400f" providerId="ADAL" clId="{6166D0B7-0C52-520D-8E8C-744A4B1D6A1D}" dt="2026-04-19T07:21:25.064" v="9991" actId="1076"/>
          <ac:spMkLst>
            <pc:docMk/>
            <pc:sldMk cId="3231959286" sldId="298"/>
            <ac:spMk id="4" creationId="{99A8F9D0-FC06-E2CE-093B-CAA2BBD9C81B}"/>
          </ac:spMkLst>
        </pc:spChg>
        <pc:spChg chg="del">
          <ac:chgData name="Zheng, Xinyue" userId="463dbdee-3a91-4da5-8c02-eb7d819f400f" providerId="ADAL" clId="{6166D0B7-0C52-520D-8E8C-744A4B1D6A1D}" dt="2026-04-19T07:21:21.392" v="9990" actId="478"/>
          <ac:spMkLst>
            <pc:docMk/>
            <pc:sldMk cId="3231959286" sldId="298"/>
            <ac:spMk id="5" creationId="{1A2BE3F5-2D39-1CBA-B849-777E2503003B}"/>
          </ac:spMkLst>
        </pc:spChg>
        <pc:spChg chg="del">
          <ac:chgData name="Zheng, Xinyue" userId="463dbdee-3a91-4da5-8c02-eb7d819f400f" providerId="ADAL" clId="{6166D0B7-0C52-520D-8E8C-744A4B1D6A1D}" dt="2026-04-19T07:21:21.392" v="9990" actId="478"/>
          <ac:spMkLst>
            <pc:docMk/>
            <pc:sldMk cId="3231959286" sldId="298"/>
            <ac:spMk id="7" creationId="{D3DC3DEC-232B-1CB9-398B-9B338241C809}"/>
          </ac:spMkLst>
        </pc:spChg>
        <pc:spChg chg="del">
          <ac:chgData name="Zheng, Xinyue" userId="463dbdee-3a91-4da5-8c02-eb7d819f400f" providerId="ADAL" clId="{6166D0B7-0C52-520D-8E8C-744A4B1D6A1D}" dt="2026-04-19T07:20:56.661" v="9984" actId="478"/>
          <ac:spMkLst>
            <pc:docMk/>
            <pc:sldMk cId="3231959286" sldId="298"/>
            <ac:spMk id="8" creationId="{BB99A4B3-D5A2-9E5A-F140-421FB155E761}"/>
          </ac:spMkLst>
        </pc:spChg>
        <pc:spChg chg="del">
          <ac:chgData name="Zheng, Xinyue" userId="463dbdee-3a91-4da5-8c02-eb7d819f400f" providerId="ADAL" clId="{6166D0B7-0C52-520D-8E8C-744A4B1D6A1D}" dt="2026-04-19T07:20:56.661" v="9984" actId="478"/>
          <ac:spMkLst>
            <pc:docMk/>
            <pc:sldMk cId="3231959286" sldId="298"/>
            <ac:spMk id="9" creationId="{2ED9676A-2C10-3C2D-1C07-E31F0DAD7F33}"/>
          </ac:spMkLst>
        </pc:spChg>
        <pc:spChg chg="del">
          <ac:chgData name="Zheng, Xinyue" userId="463dbdee-3a91-4da5-8c02-eb7d819f400f" providerId="ADAL" clId="{6166D0B7-0C52-520D-8E8C-744A4B1D6A1D}" dt="2026-04-19T07:20:56.661" v="9984" actId="478"/>
          <ac:spMkLst>
            <pc:docMk/>
            <pc:sldMk cId="3231959286" sldId="298"/>
            <ac:spMk id="20" creationId="{1AFC1178-ED05-8F1E-8B2C-404EA526076C}"/>
          </ac:spMkLst>
        </pc:spChg>
        <pc:spChg chg="del">
          <ac:chgData name="Zheng, Xinyue" userId="463dbdee-3a91-4da5-8c02-eb7d819f400f" providerId="ADAL" clId="{6166D0B7-0C52-520D-8E8C-744A4B1D6A1D}" dt="2026-04-19T07:20:56.661" v="9984" actId="478"/>
          <ac:spMkLst>
            <pc:docMk/>
            <pc:sldMk cId="3231959286" sldId="298"/>
            <ac:spMk id="24" creationId="{80FB0CA5-E985-A03E-CE2A-89155D4C51BD}"/>
          </ac:spMkLst>
        </pc:spChg>
        <pc:spChg chg="del">
          <ac:chgData name="Zheng, Xinyue" userId="463dbdee-3a91-4da5-8c02-eb7d819f400f" providerId="ADAL" clId="{6166D0B7-0C52-520D-8E8C-744A4B1D6A1D}" dt="2026-04-19T07:20:56.661" v="9984" actId="478"/>
          <ac:spMkLst>
            <pc:docMk/>
            <pc:sldMk cId="3231959286" sldId="298"/>
            <ac:spMk id="33" creationId="{DA0DD6B2-BAA1-E1F3-CCE1-27F0E2E91146}"/>
          </ac:spMkLst>
        </pc:spChg>
        <pc:spChg chg="del">
          <ac:chgData name="Zheng, Xinyue" userId="463dbdee-3a91-4da5-8c02-eb7d819f400f" providerId="ADAL" clId="{6166D0B7-0C52-520D-8E8C-744A4B1D6A1D}" dt="2026-04-19T07:20:56.661" v="9984" actId="478"/>
          <ac:spMkLst>
            <pc:docMk/>
            <pc:sldMk cId="3231959286" sldId="298"/>
            <ac:spMk id="34" creationId="{EFDACAF7-E138-AB80-D13F-31EAB46485E4}"/>
          </ac:spMkLst>
        </pc:spChg>
        <pc:spChg chg="del">
          <ac:chgData name="Zheng, Xinyue" userId="463dbdee-3a91-4da5-8c02-eb7d819f400f" providerId="ADAL" clId="{6166D0B7-0C52-520D-8E8C-744A4B1D6A1D}" dt="2026-04-19T07:21:21.392" v="9990" actId="478"/>
          <ac:spMkLst>
            <pc:docMk/>
            <pc:sldMk cId="3231959286" sldId="298"/>
            <ac:spMk id="35" creationId="{AB2E7AA3-374E-9B24-C2A3-584E396CCCB2}"/>
          </ac:spMkLst>
        </pc:spChg>
        <pc:spChg chg="del">
          <ac:chgData name="Zheng, Xinyue" userId="463dbdee-3a91-4da5-8c02-eb7d819f400f" providerId="ADAL" clId="{6166D0B7-0C52-520D-8E8C-744A4B1D6A1D}" dt="2026-04-19T07:20:56.661" v="9984" actId="478"/>
          <ac:spMkLst>
            <pc:docMk/>
            <pc:sldMk cId="3231959286" sldId="298"/>
            <ac:spMk id="37" creationId="{B12FC74A-760D-4FB1-5C36-5FD35F7F9B8F}"/>
          </ac:spMkLst>
        </pc:spChg>
        <pc:spChg chg="del">
          <ac:chgData name="Zheng, Xinyue" userId="463dbdee-3a91-4da5-8c02-eb7d819f400f" providerId="ADAL" clId="{6166D0B7-0C52-520D-8E8C-744A4B1D6A1D}" dt="2026-04-19T07:21:21.392" v="9990" actId="478"/>
          <ac:spMkLst>
            <pc:docMk/>
            <pc:sldMk cId="3231959286" sldId="298"/>
            <ac:spMk id="47" creationId="{F74EBF91-12C8-4F61-A8C5-964B39C43DBC}"/>
          </ac:spMkLst>
        </pc:spChg>
        <pc:spChg chg="del">
          <ac:chgData name="Zheng, Xinyue" userId="463dbdee-3a91-4da5-8c02-eb7d819f400f" providerId="ADAL" clId="{6166D0B7-0C52-520D-8E8C-744A4B1D6A1D}" dt="2026-04-19T07:20:56.661" v="9984" actId="478"/>
          <ac:spMkLst>
            <pc:docMk/>
            <pc:sldMk cId="3231959286" sldId="298"/>
            <ac:spMk id="56" creationId="{FAED497C-92DB-DD1B-9E21-59189E7D0F7C}"/>
          </ac:spMkLst>
        </pc:spChg>
        <pc:spChg chg="mod">
          <ac:chgData name="Zheng, Xinyue" userId="463dbdee-3a91-4da5-8c02-eb7d819f400f" providerId="ADAL" clId="{6166D0B7-0C52-520D-8E8C-744A4B1D6A1D}" dt="2026-04-19T07:20:50.306" v="9983" actId="20577"/>
          <ac:spMkLst>
            <pc:docMk/>
            <pc:sldMk cId="3231959286" sldId="298"/>
            <ac:spMk id="86" creationId="{9B0B5133-C544-BFA5-4BA7-42636D209623}"/>
          </ac:spMkLst>
        </pc:spChg>
        <pc:spChg chg="del">
          <ac:chgData name="Zheng, Xinyue" userId="463dbdee-3a91-4da5-8c02-eb7d819f400f" providerId="ADAL" clId="{6166D0B7-0C52-520D-8E8C-744A4B1D6A1D}" dt="2026-04-19T07:20:56.661" v="9984" actId="478"/>
          <ac:spMkLst>
            <pc:docMk/>
            <pc:sldMk cId="3231959286" sldId="298"/>
            <ac:spMk id="99" creationId="{05BA8EB1-EBFA-8EE4-9804-62B22CC30453}"/>
          </ac:spMkLst>
        </pc:spChg>
        <pc:spChg chg="del">
          <ac:chgData name="Zheng, Xinyue" userId="463dbdee-3a91-4da5-8c02-eb7d819f400f" providerId="ADAL" clId="{6166D0B7-0C52-520D-8E8C-744A4B1D6A1D}" dt="2026-04-19T07:21:05.930" v="9987" actId="478"/>
          <ac:spMkLst>
            <pc:docMk/>
            <pc:sldMk cId="3231959286" sldId="298"/>
            <ac:spMk id="105" creationId="{FDC4B329-6031-1C56-3D21-249259CEC044}"/>
          </ac:spMkLst>
        </pc:spChg>
        <pc:spChg chg="del">
          <ac:chgData name="Zheng, Xinyue" userId="463dbdee-3a91-4da5-8c02-eb7d819f400f" providerId="ADAL" clId="{6166D0B7-0C52-520D-8E8C-744A4B1D6A1D}" dt="2026-04-19T07:21:10.324" v="9989" actId="478"/>
          <ac:spMkLst>
            <pc:docMk/>
            <pc:sldMk cId="3231959286" sldId="298"/>
            <ac:spMk id="122" creationId="{324313DF-7617-7B0D-BCEE-C6CE70A2C6FE}"/>
          </ac:spMkLst>
        </pc:spChg>
        <pc:spChg chg="del">
          <ac:chgData name="Zheng, Xinyue" userId="463dbdee-3a91-4da5-8c02-eb7d819f400f" providerId="ADAL" clId="{6166D0B7-0C52-520D-8E8C-744A4B1D6A1D}" dt="2026-04-19T07:20:56.661" v="9984" actId="478"/>
          <ac:spMkLst>
            <pc:docMk/>
            <pc:sldMk cId="3231959286" sldId="298"/>
            <ac:spMk id="126" creationId="{CCFCBF1F-C65E-3451-81FB-5077FA43EF97}"/>
          </ac:spMkLst>
        </pc:spChg>
        <pc:picChg chg="del">
          <ac:chgData name="Zheng, Xinyue" userId="463dbdee-3a91-4da5-8c02-eb7d819f400f" providerId="ADAL" clId="{6166D0B7-0C52-520D-8E8C-744A4B1D6A1D}" dt="2026-04-19T07:21:05.930" v="9987" actId="478"/>
          <ac:picMkLst>
            <pc:docMk/>
            <pc:sldMk cId="3231959286" sldId="298"/>
            <ac:picMk id="118" creationId="{BF68F663-E52B-B41D-A8DC-FDE7182DAF2C}"/>
          </ac:picMkLst>
        </pc:picChg>
        <pc:cxnChg chg="mod">
          <ac:chgData name="Zheng, Xinyue" userId="463dbdee-3a91-4da5-8c02-eb7d819f400f" providerId="ADAL" clId="{6166D0B7-0C52-520D-8E8C-744A4B1D6A1D}" dt="2026-04-19T07:21:25.064" v="9991" actId="1076"/>
          <ac:cxnSpMkLst>
            <pc:docMk/>
            <pc:sldMk cId="3231959286" sldId="298"/>
            <ac:cxnSpMk id="40" creationId="{CBAA8E9F-234B-C087-4B1C-1B588270F6D2}"/>
          </ac:cxnSpMkLst>
        </pc:cxnChg>
        <pc:cxnChg chg="mod">
          <ac:chgData name="Zheng, Xinyue" userId="463dbdee-3a91-4da5-8c02-eb7d819f400f" providerId="ADAL" clId="{6166D0B7-0C52-520D-8E8C-744A4B1D6A1D}" dt="2026-04-19T07:21:25.064" v="9991" actId="1076"/>
          <ac:cxnSpMkLst>
            <pc:docMk/>
            <pc:sldMk cId="3231959286" sldId="298"/>
            <ac:cxnSpMk id="42" creationId="{4419C9B3-7FBA-9FA2-A474-7B4B7634F8B3}"/>
          </ac:cxnSpMkLst>
        </pc:cxnChg>
        <pc:cxnChg chg="del mod">
          <ac:chgData name="Zheng, Xinyue" userId="463dbdee-3a91-4da5-8c02-eb7d819f400f" providerId="ADAL" clId="{6166D0B7-0C52-520D-8E8C-744A4B1D6A1D}" dt="2026-04-19T07:21:21.392" v="9990" actId="478"/>
          <ac:cxnSpMkLst>
            <pc:docMk/>
            <pc:sldMk cId="3231959286" sldId="298"/>
            <ac:cxnSpMk id="45" creationId="{FB4592E8-1856-843F-2AD7-BD166FB82EFC}"/>
          </ac:cxnSpMkLst>
        </pc:cxnChg>
        <pc:cxnChg chg="del">
          <ac:chgData name="Zheng, Xinyue" userId="463dbdee-3a91-4da5-8c02-eb7d819f400f" providerId="ADAL" clId="{6166D0B7-0C52-520D-8E8C-744A4B1D6A1D}" dt="2026-04-19T07:21:07.505" v="9988" actId="478"/>
          <ac:cxnSpMkLst>
            <pc:docMk/>
            <pc:sldMk cId="3231959286" sldId="298"/>
            <ac:cxnSpMk id="120" creationId="{C53478FE-3EB1-347F-3C68-2850D7BFE494}"/>
          </ac:cxnSpMkLst>
        </pc:cxnChg>
      </pc:sldChg>
      <pc:sldChg chg="addSp delSp modSp add mod setBg">
        <pc:chgData name="Zheng, Xinyue" userId="463dbdee-3a91-4da5-8c02-eb7d819f400f" providerId="ADAL" clId="{6166D0B7-0C52-520D-8E8C-744A4B1D6A1D}" dt="2026-04-19T19:34:18.603" v="11555" actId="1076"/>
        <pc:sldMkLst>
          <pc:docMk/>
          <pc:sldMk cId="0" sldId="299"/>
        </pc:sldMkLst>
        <pc:spChg chg="del">
          <ac:chgData name="Zheng, Xinyue" userId="463dbdee-3a91-4da5-8c02-eb7d819f400f" providerId="ADAL" clId="{6166D0B7-0C52-520D-8E8C-744A4B1D6A1D}" dt="2026-04-19T08:42:20.897" v="10156" actId="478"/>
          <ac:spMkLst>
            <pc:docMk/>
            <pc:sldMk cId="0" sldId="299"/>
            <ac:spMk id="2" creationId="{00000000-0000-0000-0000-000000000000}"/>
          </ac:spMkLst>
        </pc:spChg>
        <pc:spChg chg="del">
          <ac:chgData name="Zheng, Xinyue" userId="463dbdee-3a91-4da5-8c02-eb7d819f400f" providerId="ADAL" clId="{6166D0B7-0C52-520D-8E8C-744A4B1D6A1D}" dt="2026-04-19T08:42:20.897" v="10156" actId="478"/>
          <ac:spMkLst>
            <pc:docMk/>
            <pc:sldMk cId="0" sldId="299"/>
            <ac:spMk id="3" creationId="{00000000-0000-0000-0000-000000000000}"/>
          </ac:spMkLst>
        </pc:spChg>
        <pc:spChg chg="del">
          <ac:chgData name="Zheng, Xinyue" userId="463dbdee-3a91-4da5-8c02-eb7d819f400f" providerId="ADAL" clId="{6166D0B7-0C52-520D-8E8C-744A4B1D6A1D}" dt="2026-04-19T08:26:52.605" v="9996" actId="478"/>
          <ac:spMkLst>
            <pc:docMk/>
            <pc:sldMk cId="0" sldId="299"/>
            <ac:spMk id="4" creationId="{00000000-0000-0000-0000-000000000000}"/>
          </ac:spMkLst>
        </pc:spChg>
        <pc:spChg chg="del">
          <ac:chgData name="Zheng, Xinyue" userId="463dbdee-3a91-4da5-8c02-eb7d819f400f" providerId="ADAL" clId="{6166D0B7-0C52-520D-8E8C-744A4B1D6A1D}" dt="2026-04-19T08:26:52.605" v="9996" actId="478"/>
          <ac:spMkLst>
            <pc:docMk/>
            <pc:sldMk cId="0" sldId="299"/>
            <ac:spMk id="5" creationId="{00000000-0000-0000-0000-000000000000}"/>
          </ac:spMkLst>
        </pc:spChg>
        <pc:spChg chg="mod">
          <ac:chgData name="Zheng, Xinyue" userId="463dbdee-3a91-4da5-8c02-eb7d819f400f" providerId="ADAL" clId="{6166D0B7-0C52-520D-8E8C-744A4B1D6A1D}" dt="2026-04-19T08:46:28.376" v="10240" actId="1076"/>
          <ac:spMkLst>
            <pc:docMk/>
            <pc:sldMk cId="0" sldId="299"/>
            <ac:spMk id="6" creationId="{00000000-0000-0000-0000-000000000000}"/>
          </ac:spMkLst>
        </pc:spChg>
        <pc:spChg chg="mod">
          <ac:chgData name="Zheng, Xinyue" userId="463dbdee-3a91-4da5-8c02-eb7d819f400f" providerId="ADAL" clId="{6166D0B7-0C52-520D-8E8C-744A4B1D6A1D}" dt="2026-04-19T08:46:28.376" v="10240" actId="1076"/>
          <ac:spMkLst>
            <pc:docMk/>
            <pc:sldMk cId="0" sldId="299"/>
            <ac:spMk id="7" creationId="{00000000-0000-0000-0000-000000000000}"/>
          </ac:spMkLst>
        </pc:spChg>
        <pc:spChg chg="del">
          <ac:chgData name="Zheng, Xinyue" userId="463dbdee-3a91-4da5-8c02-eb7d819f400f" providerId="ADAL" clId="{6166D0B7-0C52-520D-8E8C-744A4B1D6A1D}" dt="2026-04-19T08:27:20.233" v="10002" actId="478"/>
          <ac:spMkLst>
            <pc:docMk/>
            <pc:sldMk cId="0" sldId="299"/>
            <ac:spMk id="8" creationId="{00000000-0000-0000-0000-000000000000}"/>
          </ac:spMkLst>
        </pc:spChg>
        <pc:spChg chg="mod">
          <ac:chgData name="Zheng, Xinyue" userId="463dbdee-3a91-4da5-8c02-eb7d819f400f" providerId="ADAL" clId="{6166D0B7-0C52-520D-8E8C-744A4B1D6A1D}" dt="2026-04-19T08:46:28.376" v="10240" actId="1076"/>
          <ac:spMkLst>
            <pc:docMk/>
            <pc:sldMk cId="0" sldId="299"/>
            <ac:spMk id="9" creationId="{00000000-0000-0000-0000-000000000000}"/>
          </ac:spMkLst>
        </pc:spChg>
        <pc:spChg chg="del">
          <ac:chgData name="Zheng, Xinyue" userId="463dbdee-3a91-4da5-8c02-eb7d819f400f" providerId="ADAL" clId="{6166D0B7-0C52-520D-8E8C-744A4B1D6A1D}" dt="2026-04-19T08:28:51.522" v="10077" actId="478"/>
          <ac:spMkLst>
            <pc:docMk/>
            <pc:sldMk cId="0" sldId="299"/>
            <ac:spMk id="10" creationId="{00000000-0000-0000-0000-000000000000}"/>
          </ac:spMkLst>
        </pc:spChg>
        <pc:spChg chg="del mod">
          <ac:chgData name="Zheng, Xinyue" userId="463dbdee-3a91-4da5-8c02-eb7d819f400f" providerId="ADAL" clId="{6166D0B7-0C52-520D-8E8C-744A4B1D6A1D}" dt="2026-04-19T08:28:59.872" v="10080" actId="478"/>
          <ac:spMkLst>
            <pc:docMk/>
            <pc:sldMk cId="0" sldId="299"/>
            <ac:spMk id="11" creationId="{00000000-0000-0000-0000-000000000000}"/>
          </ac:spMkLst>
        </pc:spChg>
        <pc:spChg chg="del">
          <ac:chgData name="Zheng, Xinyue" userId="463dbdee-3a91-4da5-8c02-eb7d819f400f" providerId="ADAL" clId="{6166D0B7-0C52-520D-8E8C-744A4B1D6A1D}" dt="2026-04-19T08:28:59.872" v="10080" actId="478"/>
          <ac:spMkLst>
            <pc:docMk/>
            <pc:sldMk cId="0" sldId="299"/>
            <ac:spMk id="12" creationId="{00000000-0000-0000-0000-000000000000}"/>
          </ac:spMkLst>
        </pc:spChg>
        <pc:spChg chg="del">
          <ac:chgData name="Zheng, Xinyue" userId="463dbdee-3a91-4da5-8c02-eb7d819f400f" providerId="ADAL" clId="{6166D0B7-0C52-520D-8E8C-744A4B1D6A1D}" dt="2026-04-19T08:28:43.325" v="10074" actId="478"/>
          <ac:spMkLst>
            <pc:docMk/>
            <pc:sldMk cId="0" sldId="299"/>
            <ac:spMk id="13" creationId="{00000000-0000-0000-0000-000000000000}"/>
          </ac:spMkLst>
        </pc:spChg>
        <pc:spChg chg="del">
          <ac:chgData name="Zheng, Xinyue" userId="463dbdee-3a91-4da5-8c02-eb7d819f400f" providerId="ADAL" clId="{6166D0B7-0C52-520D-8E8C-744A4B1D6A1D}" dt="2026-04-19T08:28:40.883" v="10073" actId="478"/>
          <ac:spMkLst>
            <pc:docMk/>
            <pc:sldMk cId="0" sldId="299"/>
            <ac:spMk id="14" creationId="{00000000-0000-0000-0000-000000000000}"/>
          </ac:spMkLst>
        </pc:spChg>
        <pc:spChg chg="del">
          <ac:chgData name="Zheng, Xinyue" userId="463dbdee-3a91-4da5-8c02-eb7d819f400f" providerId="ADAL" clId="{6166D0B7-0C52-520D-8E8C-744A4B1D6A1D}" dt="2026-04-19T08:28:46.990" v="10075" actId="478"/>
          <ac:spMkLst>
            <pc:docMk/>
            <pc:sldMk cId="0" sldId="299"/>
            <ac:spMk id="15" creationId="{00000000-0000-0000-0000-000000000000}"/>
          </ac:spMkLst>
        </pc:spChg>
        <pc:spChg chg="del">
          <ac:chgData name="Zheng, Xinyue" userId="463dbdee-3a91-4da5-8c02-eb7d819f400f" providerId="ADAL" clId="{6166D0B7-0C52-520D-8E8C-744A4B1D6A1D}" dt="2026-04-19T08:28:50.554" v="10076" actId="478"/>
          <ac:spMkLst>
            <pc:docMk/>
            <pc:sldMk cId="0" sldId="299"/>
            <ac:spMk id="16" creationId="{00000000-0000-0000-0000-000000000000}"/>
          </ac:spMkLst>
        </pc:spChg>
        <pc:spChg chg="del">
          <ac:chgData name="Zheng, Xinyue" userId="463dbdee-3a91-4da5-8c02-eb7d819f400f" providerId="ADAL" clId="{6166D0B7-0C52-520D-8E8C-744A4B1D6A1D}" dt="2026-04-19T08:28:54.348" v="10078" actId="478"/>
          <ac:spMkLst>
            <pc:docMk/>
            <pc:sldMk cId="0" sldId="299"/>
            <ac:spMk id="17" creationId="{00000000-0000-0000-0000-000000000000}"/>
          </ac:spMkLst>
        </pc:spChg>
        <pc:spChg chg="del">
          <ac:chgData name="Zheng, Xinyue" userId="463dbdee-3a91-4da5-8c02-eb7d819f400f" providerId="ADAL" clId="{6166D0B7-0C52-520D-8E8C-744A4B1D6A1D}" dt="2026-04-19T08:28:54.348" v="10078" actId="478"/>
          <ac:spMkLst>
            <pc:docMk/>
            <pc:sldMk cId="0" sldId="299"/>
            <ac:spMk id="18" creationId="{00000000-0000-0000-0000-000000000000}"/>
          </ac:spMkLst>
        </pc:spChg>
        <pc:spChg chg="del">
          <ac:chgData name="Zheng, Xinyue" userId="463dbdee-3a91-4da5-8c02-eb7d819f400f" providerId="ADAL" clId="{6166D0B7-0C52-520D-8E8C-744A4B1D6A1D}" dt="2026-04-19T08:33:16.470" v="10093" actId="478"/>
          <ac:spMkLst>
            <pc:docMk/>
            <pc:sldMk cId="0" sldId="299"/>
            <ac:spMk id="19" creationId="{00000000-0000-0000-0000-000000000000}"/>
          </ac:spMkLst>
        </pc:spChg>
        <pc:spChg chg="del">
          <ac:chgData name="Zheng, Xinyue" userId="463dbdee-3a91-4da5-8c02-eb7d819f400f" providerId="ADAL" clId="{6166D0B7-0C52-520D-8E8C-744A4B1D6A1D}" dt="2026-04-19T08:29:40.080" v="10090" actId="478"/>
          <ac:spMkLst>
            <pc:docMk/>
            <pc:sldMk cId="0" sldId="299"/>
            <ac:spMk id="20" creationId="{00000000-0000-0000-0000-000000000000}"/>
          </ac:spMkLst>
        </pc:spChg>
        <pc:spChg chg="del">
          <ac:chgData name="Zheng, Xinyue" userId="463dbdee-3a91-4da5-8c02-eb7d819f400f" providerId="ADAL" clId="{6166D0B7-0C52-520D-8E8C-744A4B1D6A1D}" dt="2026-04-19T08:29:36.268" v="10088" actId="478"/>
          <ac:spMkLst>
            <pc:docMk/>
            <pc:sldMk cId="0" sldId="299"/>
            <ac:spMk id="21" creationId="{00000000-0000-0000-0000-000000000000}"/>
          </ac:spMkLst>
        </pc:spChg>
        <pc:spChg chg="del mod">
          <ac:chgData name="Zheng, Xinyue" userId="463dbdee-3a91-4da5-8c02-eb7d819f400f" providerId="ADAL" clId="{6166D0B7-0C52-520D-8E8C-744A4B1D6A1D}" dt="2026-04-19T08:33:26.230" v="10095" actId="478"/>
          <ac:spMkLst>
            <pc:docMk/>
            <pc:sldMk cId="0" sldId="299"/>
            <ac:spMk id="22" creationId="{00000000-0000-0000-0000-000000000000}"/>
          </ac:spMkLst>
        </pc:spChg>
        <pc:spChg chg="del mod">
          <ac:chgData name="Zheng, Xinyue" userId="463dbdee-3a91-4da5-8c02-eb7d819f400f" providerId="ADAL" clId="{6166D0B7-0C52-520D-8E8C-744A4B1D6A1D}" dt="2026-04-19T08:33:30.277" v="10098" actId="478"/>
          <ac:spMkLst>
            <pc:docMk/>
            <pc:sldMk cId="0" sldId="299"/>
            <ac:spMk id="23" creationId="{00000000-0000-0000-0000-000000000000}"/>
          </ac:spMkLst>
        </pc:spChg>
        <pc:spChg chg="del">
          <ac:chgData name="Zheng, Xinyue" userId="463dbdee-3a91-4da5-8c02-eb7d819f400f" providerId="ADAL" clId="{6166D0B7-0C52-520D-8E8C-744A4B1D6A1D}" dt="2026-04-19T08:29:38.009" v="10089" actId="478"/>
          <ac:spMkLst>
            <pc:docMk/>
            <pc:sldMk cId="0" sldId="299"/>
            <ac:spMk id="24" creationId="{00000000-0000-0000-0000-000000000000}"/>
          </ac:spMkLst>
        </pc:spChg>
        <pc:spChg chg="del">
          <ac:chgData name="Zheng, Xinyue" userId="463dbdee-3a91-4da5-8c02-eb7d819f400f" providerId="ADAL" clId="{6166D0B7-0C52-520D-8E8C-744A4B1D6A1D}" dt="2026-04-19T08:33:50.133" v="10106" actId="478"/>
          <ac:spMkLst>
            <pc:docMk/>
            <pc:sldMk cId="0" sldId="299"/>
            <ac:spMk id="25" creationId="{00000000-0000-0000-0000-000000000000}"/>
          </ac:spMkLst>
        </pc:spChg>
        <pc:spChg chg="del">
          <ac:chgData name="Zheng, Xinyue" userId="463dbdee-3a91-4da5-8c02-eb7d819f400f" providerId="ADAL" clId="{6166D0B7-0C52-520D-8E8C-744A4B1D6A1D}" dt="2026-04-19T08:33:51.623" v="10107" actId="478"/>
          <ac:spMkLst>
            <pc:docMk/>
            <pc:sldMk cId="0" sldId="299"/>
            <ac:spMk id="26" creationId="{00000000-0000-0000-0000-000000000000}"/>
          </ac:spMkLst>
        </pc:spChg>
        <pc:spChg chg="del">
          <ac:chgData name="Zheng, Xinyue" userId="463dbdee-3a91-4da5-8c02-eb7d819f400f" providerId="ADAL" clId="{6166D0B7-0C52-520D-8E8C-744A4B1D6A1D}" dt="2026-04-19T08:33:04.626" v="10091" actId="478"/>
          <ac:spMkLst>
            <pc:docMk/>
            <pc:sldMk cId="0" sldId="299"/>
            <ac:spMk id="27" creationId="{00000000-0000-0000-0000-000000000000}"/>
          </ac:spMkLst>
        </pc:spChg>
        <pc:spChg chg="mod">
          <ac:chgData name="Zheng, Xinyue" userId="463dbdee-3a91-4da5-8c02-eb7d819f400f" providerId="ADAL" clId="{6166D0B7-0C52-520D-8E8C-744A4B1D6A1D}" dt="2026-04-19T08:48:24.955" v="10262" actId="1076"/>
          <ac:spMkLst>
            <pc:docMk/>
            <pc:sldMk cId="0" sldId="299"/>
            <ac:spMk id="28" creationId="{00000000-0000-0000-0000-000000000000}"/>
          </ac:spMkLst>
        </pc:spChg>
        <pc:spChg chg="mod">
          <ac:chgData name="Zheng, Xinyue" userId="463dbdee-3a91-4da5-8c02-eb7d819f400f" providerId="ADAL" clId="{6166D0B7-0C52-520D-8E8C-744A4B1D6A1D}" dt="2026-04-19T08:48:24.955" v="10262" actId="1076"/>
          <ac:spMkLst>
            <pc:docMk/>
            <pc:sldMk cId="0" sldId="299"/>
            <ac:spMk id="29" creationId="{00000000-0000-0000-0000-000000000000}"/>
          </ac:spMkLst>
        </pc:spChg>
        <pc:spChg chg="del">
          <ac:chgData name="Zheng, Xinyue" userId="463dbdee-3a91-4da5-8c02-eb7d819f400f" providerId="ADAL" clId="{6166D0B7-0C52-520D-8E8C-744A4B1D6A1D}" dt="2026-04-19T08:45:52.069" v="10227" actId="478"/>
          <ac:spMkLst>
            <pc:docMk/>
            <pc:sldMk cId="0" sldId="299"/>
            <ac:spMk id="30" creationId="{00000000-0000-0000-0000-000000000000}"/>
          </ac:spMkLst>
        </pc:spChg>
        <pc:spChg chg="del">
          <ac:chgData name="Zheng, Xinyue" userId="463dbdee-3a91-4da5-8c02-eb7d819f400f" providerId="ADAL" clId="{6166D0B7-0C52-520D-8E8C-744A4B1D6A1D}" dt="2026-04-19T08:45:51.138" v="10226" actId="478"/>
          <ac:spMkLst>
            <pc:docMk/>
            <pc:sldMk cId="0" sldId="299"/>
            <ac:spMk id="31" creationId="{00000000-0000-0000-0000-000000000000}"/>
          </ac:spMkLst>
        </pc:spChg>
        <pc:spChg chg="del">
          <ac:chgData name="Zheng, Xinyue" userId="463dbdee-3a91-4da5-8c02-eb7d819f400f" providerId="ADAL" clId="{6166D0B7-0C52-520D-8E8C-744A4B1D6A1D}" dt="2026-04-19T08:45:51.138" v="10226" actId="478"/>
          <ac:spMkLst>
            <pc:docMk/>
            <pc:sldMk cId="0" sldId="299"/>
            <ac:spMk id="32" creationId="{00000000-0000-0000-0000-000000000000}"/>
          </ac:spMkLst>
        </pc:spChg>
        <pc:spChg chg="del">
          <ac:chgData name="Zheng, Xinyue" userId="463dbdee-3a91-4da5-8c02-eb7d819f400f" providerId="ADAL" clId="{6166D0B7-0C52-520D-8E8C-744A4B1D6A1D}" dt="2026-04-19T08:45:51.138" v="10226" actId="478"/>
          <ac:spMkLst>
            <pc:docMk/>
            <pc:sldMk cId="0" sldId="299"/>
            <ac:spMk id="33" creationId="{00000000-0000-0000-0000-000000000000}"/>
          </ac:spMkLst>
        </pc:spChg>
        <pc:spChg chg="del">
          <ac:chgData name="Zheng, Xinyue" userId="463dbdee-3a91-4da5-8c02-eb7d819f400f" providerId="ADAL" clId="{6166D0B7-0C52-520D-8E8C-744A4B1D6A1D}" dt="2026-04-19T08:45:55.554" v="10228" actId="478"/>
          <ac:spMkLst>
            <pc:docMk/>
            <pc:sldMk cId="0" sldId="299"/>
            <ac:spMk id="34" creationId="{00000000-0000-0000-0000-000000000000}"/>
          </ac:spMkLst>
        </pc:spChg>
        <pc:spChg chg="del">
          <ac:chgData name="Zheng, Xinyue" userId="463dbdee-3a91-4da5-8c02-eb7d819f400f" providerId="ADAL" clId="{6166D0B7-0C52-520D-8E8C-744A4B1D6A1D}" dt="2026-04-19T08:45:55.554" v="10228" actId="478"/>
          <ac:spMkLst>
            <pc:docMk/>
            <pc:sldMk cId="0" sldId="299"/>
            <ac:spMk id="35" creationId="{00000000-0000-0000-0000-000000000000}"/>
          </ac:spMkLst>
        </pc:spChg>
        <pc:spChg chg="del">
          <ac:chgData name="Zheng, Xinyue" userId="463dbdee-3a91-4da5-8c02-eb7d819f400f" providerId="ADAL" clId="{6166D0B7-0C52-520D-8E8C-744A4B1D6A1D}" dt="2026-04-19T08:45:55.554" v="10228" actId="478"/>
          <ac:spMkLst>
            <pc:docMk/>
            <pc:sldMk cId="0" sldId="299"/>
            <ac:spMk id="36" creationId="{00000000-0000-0000-0000-000000000000}"/>
          </ac:spMkLst>
        </pc:spChg>
        <pc:spChg chg="del">
          <ac:chgData name="Zheng, Xinyue" userId="463dbdee-3a91-4da5-8c02-eb7d819f400f" providerId="ADAL" clId="{6166D0B7-0C52-520D-8E8C-744A4B1D6A1D}" dt="2026-04-19T08:45:55.554" v="10228" actId="478"/>
          <ac:spMkLst>
            <pc:docMk/>
            <pc:sldMk cId="0" sldId="299"/>
            <ac:spMk id="37" creationId="{00000000-0000-0000-0000-000000000000}"/>
          </ac:spMkLst>
        </pc:spChg>
        <pc:spChg chg="del">
          <ac:chgData name="Zheng, Xinyue" userId="463dbdee-3a91-4da5-8c02-eb7d819f400f" providerId="ADAL" clId="{6166D0B7-0C52-520D-8E8C-744A4B1D6A1D}" dt="2026-04-19T08:44:45.698" v="10222" actId="478"/>
          <ac:spMkLst>
            <pc:docMk/>
            <pc:sldMk cId="0" sldId="299"/>
            <ac:spMk id="39" creationId="{00000000-0000-0000-0000-000000000000}"/>
          </ac:spMkLst>
        </pc:spChg>
        <pc:spChg chg="del">
          <ac:chgData name="Zheng, Xinyue" userId="463dbdee-3a91-4da5-8c02-eb7d819f400f" providerId="ADAL" clId="{6166D0B7-0C52-520D-8E8C-744A4B1D6A1D}" dt="2026-04-19T08:44:45.698" v="10222" actId="478"/>
          <ac:spMkLst>
            <pc:docMk/>
            <pc:sldMk cId="0" sldId="299"/>
            <ac:spMk id="40" creationId="{00000000-0000-0000-0000-000000000000}"/>
          </ac:spMkLst>
        </pc:spChg>
        <pc:spChg chg="del">
          <ac:chgData name="Zheng, Xinyue" userId="463dbdee-3a91-4da5-8c02-eb7d819f400f" providerId="ADAL" clId="{6166D0B7-0C52-520D-8E8C-744A4B1D6A1D}" dt="2026-04-19T08:44:45.698" v="10222" actId="478"/>
          <ac:spMkLst>
            <pc:docMk/>
            <pc:sldMk cId="0" sldId="299"/>
            <ac:spMk id="43" creationId="{00000000-0000-0000-0000-000000000000}"/>
          </ac:spMkLst>
        </pc:spChg>
        <pc:spChg chg="del">
          <ac:chgData name="Zheng, Xinyue" userId="463dbdee-3a91-4da5-8c02-eb7d819f400f" providerId="ADAL" clId="{6166D0B7-0C52-520D-8E8C-744A4B1D6A1D}" dt="2026-04-19T08:44:45.698" v="10222" actId="478"/>
          <ac:spMkLst>
            <pc:docMk/>
            <pc:sldMk cId="0" sldId="299"/>
            <ac:spMk id="44" creationId="{00000000-0000-0000-0000-000000000000}"/>
          </ac:spMkLst>
        </pc:spChg>
        <pc:spChg chg="del">
          <ac:chgData name="Zheng, Xinyue" userId="463dbdee-3a91-4da5-8c02-eb7d819f400f" providerId="ADAL" clId="{6166D0B7-0C52-520D-8E8C-744A4B1D6A1D}" dt="2026-04-19T08:44:45.698" v="10222" actId="478"/>
          <ac:spMkLst>
            <pc:docMk/>
            <pc:sldMk cId="0" sldId="299"/>
            <ac:spMk id="46" creationId="{00000000-0000-0000-0000-000000000000}"/>
          </ac:spMkLst>
        </pc:spChg>
        <pc:spChg chg="del">
          <ac:chgData name="Zheng, Xinyue" userId="463dbdee-3a91-4da5-8c02-eb7d819f400f" providerId="ADAL" clId="{6166D0B7-0C52-520D-8E8C-744A4B1D6A1D}" dt="2026-04-19T08:44:45.698" v="10222" actId="478"/>
          <ac:spMkLst>
            <pc:docMk/>
            <pc:sldMk cId="0" sldId="299"/>
            <ac:spMk id="47" creationId="{00000000-0000-0000-0000-000000000000}"/>
          </ac:spMkLst>
        </pc:spChg>
        <pc:spChg chg="del">
          <ac:chgData name="Zheng, Xinyue" userId="463dbdee-3a91-4da5-8c02-eb7d819f400f" providerId="ADAL" clId="{6166D0B7-0C52-520D-8E8C-744A4B1D6A1D}" dt="2026-04-19T08:44:45.698" v="10222" actId="478"/>
          <ac:spMkLst>
            <pc:docMk/>
            <pc:sldMk cId="0" sldId="299"/>
            <ac:spMk id="48" creationId="{00000000-0000-0000-0000-000000000000}"/>
          </ac:spMkLst>
        </pc:spChg>
        <pc:spChg chg="del">
          <ac:chgData name="Zheng, Xinyue" userId="463dbdee-3a91-4da5-8c02-eb7d819f400f" providerId="ADAL" clId="{6166D0B7-0C52-520D-8E8C-744A4B1D6A1D}" dt="2026-04-19T08:44:45.698" v="10222" actId="478"/>
          <ac:spMkLst>
            <pc:docMk/>
            <pc:sldMk cId="0" sldId="299"/>
            <ac:spMk id="49" creationId="{00000000-0000-0000-0000-000000000000}"/>
          </ac:spMkLst>
        </pc:spChg>
        <pc:spChg chg="del">
          <ac:chgData name="Zheng, Xinyue" userId="463dbdee-3a91-4da5-8c02-eb7d819f400f" providerId="ADAL" clId="{6166D0B7-0C52-520D-8E8C-744A4B1D6A1D}" dt="2026-04-19T08:44:45.698" v="10222" actId="478"/>
          <ac:spMkLst>
            <pc:docMk/>
            <pc:sldMk cId="0" sldId="299"/>
            <ac:spMk id="50" creationId="{00000000-0000-0000-0000-000000000000}"/>
          </ac:spMkLst>
        </pc:spChg>
        <pc:spChg chg="del">
          <ac:chgData name="Zheng, Xinyue" userId="463dbdee-3a91-4da5-8c02-eb7d819f400f" providerId="ADAL" clId="{6166D0B7-0C52-520D-8E8C-744A4B1D6A1D}" dt="2026-04-19T08:44:45.698" v="10222" actId="478"/>
          <ac:spMkLst>
            <pc:docMk/>
            <pc:sldMk cId="0" sldId="299"/>
            <ac:spMk id="51" creationId="{00000000-0000-0000-0000-000000000000}"/>
          </ac:spMkLst>
        </pc:spChg>
        <pc:spChg chg="add mod">
          <ac:chgData name="Zheng, Xinyue" userId="463dbdee-3a91-4da5-8c02-eb7d819f400f" providerId="ADAL" clId="{6166D0B7-0C52-520D-8E8C-744A4B1D6A1D}" dt="2026-04-19T08:27:16.510" v="10001" actId="1076"/>
          <ac:spMkLst>
            <pc:docMk/>
            <pc:sldMk cId="0" sldId="299"/>
            <ac:spMk id="52" creationId="{21AA8AD8-CC47-A0C9-E446-93EDE983E5CA}"/>
          </ac:spMkLst>
        </pc:spChg>
        <pc:spChg chg="add mod">
          <ac:chgData name="Zheng, Xinyue" userId="463dbdee-3a91-4da5-8c02-eb7d819f400f" providerId="ADAL" clId="{6166D0B7-0C52-520D-8E8C-744A4B1D6A1D}" dt="2026-04-19T08:27:16.510" v="10001" actId="1076"/>
          <ac:spMkLst>
            <pc:docMk/>
            <pc:sldMk cId="0" sldId="299"/>
            <ac:spMk id="53" creationId="{18FD0EC8-CED8-C717-6DAE-F2B1414305A3}"/>
          </ac:spMkLst>
        </pc:spChg>
        <pc:spChg chg="add mod">
          <ac:chgData name="Zheng, Xinyue" userId="463dbdee-3a91-4da5-8c02-eb7d819f400f" providerId="ADAL" clId="{6166D0B7-0C52-520D-8E8C-744A4B1D6A1D}" dt="2026-04-19T09:02:54.358" v="10513" actId="20577"/>
          <ac:spMkLst>
            <pc:docMk/>
            <pc:sldMk cId="0" sldId="299"/>
            <ac:spMk id="56" creationId="{FA030793-05FE-BEE1-DD73-52DB7599D020}"/>
          </ac:spMkLst>
        </pc:spChg>
        <pc:spChg chg="add mod">
          <ac:chgData name="Zheng, Xinyue" userId="463dbdee-3a91-4da5-8c02-eb7d819f400f" providerId="ADAL" clId="{6166D0B7-0C52-520D-8E8C-744A4B1D6A1D}" dt="2026-04-19T09:03:25.581" v="10514" actId="1076"/>
          <ac:spMkLst>
            <pc:docMk/>
            <pc:sldMk cId="0" sldId="299"/>
            <ac:spMk id="57" creationId="{C14B2650-525A-A08E-505C-1D51CE0762FF}"/>
          </ac:spMkLst>
        </pc:spChg>
        <pc:spChg chg="add del mod">
          <ac:chgData name="Zheng, Xinyue" userId="463dbdee-3a91-4da5-8c02-eb7d819f400f" providerId="ADAL" clId="{6166D0B7-0C52-520D-8E8C-744A4B1D6A1D}" dt="2026-04-19T08:56:36.267" v="10384" actId="478"/>
          <ac:spMkLst>
            <pc:docMk/>
            <pc:sldMk cId="0" sldId="299"/>
            <ac:spMk id="62" creationId="{33AC0AD4-1B16-F810-BF33-2539F9727D2B}"/>
          </ac:spMkLst>
        </pc:spChg>
        <pc:spChg chg="add mod">
          <ac:chgData name="Zheng, Xinyue" userId="463dbdee-3a91-4da5-8c02-eb7d819f400f" providerId="ADAL" clId="{6166D0B7-0C52-520D-8E8C-744A4B1D6A1D}" dt="2026-04-19T08:42:21.481" v="10157"/>
          <ac:spMkLst>
            <pc:docMk/>
            <pc:sldMk cId="0" sldId="299"/>
            <ac:spMk id="63" creationId="{42427D16-3C60-A231-2B1A-2850E1F166E5}"/>
          </ac:spMkLst>
        </pc:spChg>
        <pc:spChg chg="add mod">
          <ac:chgData name="Zheng, Xinyue" userId="463dbdee-3a91-4da5-8c02-eb7d819f400f" providerId="ADAL" clId="{6166D0B7-0C52-520D-8E8C-744A4B1D6A1D}" dt="2026-04-19T08:42:21.481" v="10157"/>
          <ac:spMkLst>
            <pc:docMk/>
            <pc:sldMk cId="0" sldId="299"/>
            <ac:spMk id="64" creationId="{85E9FDB7-13F9-CCB8-C405-CB5822691611}"/>
          </ac:spMkLst>
        </pc:spChg>
        <pc:spChg chg="add del mod">
          <ac:chgData name="Zheng, Xinyue" userId="463dbdee-3a91-4da5-8c02-eb7d819f400f" providerId="ADAL" clId="{6166D0B7-0C52-520D-8E8C-744A4B1D6A1D}" dt="2026-04-19T08:50:40.792" v="10311" actId="478"/>
          <ac:spMkLst>
            <pc:docMk/>
            <pc:sldMk cId="0" sldId="299"/>
            <ac:spMk id="77" creationId="{B44C106B-272D-F0B5-5AAD-A9BED17A1F91}"/>
          </ac:spMkLst>
        </pc:spChg>
        <pc:spChg chg="add mod">
          <ac:chgData name="Zheng, Xinyue" userId="463dbdee-3a91-4da5-8c02-eb7d819f400f" providerId="ADAL" clId="{6166D0B7-0C52-520D-8E8C-744A4B1D6A1D}" dt="2026-04-19T08:48:24.955" v="10262" actId="1076"/>
          <ac:spMkLst>
            <pc:docMk/>
            <pc:sldMk cId="0" sldId="299"/>
            <ac:spMk id="83" creationId="{D739AF3E-5FB0-D669-DD36-1E26B35C3591}"/>
          </ac:spMkLst>
        </pc:spChg>
        <pc:spChg chg="add mod">
          <ac:chgData name="Zheng, Xinyue" userId="463dbdee-3a91-4da5-8c02-eb7d819f400f" providerId="ADAL" clId="{6166D0B7-0C52-520D-8E8C-744A4B1D6A1D}" dt="2026-04-19T08:48:24.955" v="10262" actId="1076"/>
          <ac:spMkLst>
            <pc:docMk/>
            <pc:sldMk cId="0" sldId="299"/>
            <ac:spMk id="86" creationId="{666E50A3-3815-0D3D-9091-6FA89E9D9E04}"/>
          </ac:spMkLst>
        </pc:spChg>
        <pc:spChg chg="add mod">
          <ac:chgData name="Zheng, Xinyue" userId="463dbdee-3a91-4da5-8c02-eb7d819f400f" providerId="ADAL" clId="{6166D0B7-0C52-520D-8E8C-744A4B1D6A1D}" dt="2026-04-19T08:48:24.955" v="10262" actId="1076"/>
          <ac:spMkLst>
            <pc:docMk/>
            <pc:sldMk cId="0" sldId="299"/>
            <ac:spMk id="87" creationId="{599EA18C-D8F8-5533-245F-DA51898D8251}"/>
          </ac:spMkLst>
        </pc:spChg>
        <pc:spChg chg="add mod">
          <ac:chgData name="Zheng, Xinyue" userId="463dbdee-3a91-4da5-8c02-eb7d819f400f" providerId="ADAL" clId="{6166D0B7-0C52-520D-8E8C-744A4B1D6A1D}" dt="2026-04-19T08:48:24.955" v="10262" actId="1076"/>
          <ac:spMkLst>
            <pc:docMk/>
            <pc:sldMk cId="0" sldId="299"/>
            <ac:spMk id="89" creationId="{032B7FF9-F264-901D-A729-D4C342CFFE64}"/>
          </ac:spMkLst>
        </pc:spChg>
        <pc:spChg chg="add mod">
          <ac:chgData name="Zheng, Xinyue" userId="463dbdee-3a91-4da5-8c02-eb7d819f400f" providerId="ADAL" clId="{6166D0B7-0C52-520D-8E8C-744A4B1D6A1D}" dt="2026-04-19T08:48:24.955" v="10262" actId="1076"/>
          <ac:spMkLst>
            <pc:docMk/>
            <pc:sldMk cId="0" sldId="299"/>
            <ac:spMk id="91" creationId="{CA8E997B-735A-5E8C-B542-1EF135A3FD51}"/>
          </ac:spMkLst>
        </pc:spChg>
        <pc:spChg chg="add mod">
          <ac:chgData name="Zheng, Xinyue" userId="463dbdee-3a91-4da5-8c02-eb7d819f400f" providerId="ADAL" clId="{6166D0B7-0C52-520D-8E8C-744A4B1D6A1D}" dt="2026-04-19T08:48:24.955" v="10262" actId="1076"/>
          <ac:spMkLst>
            <pc:docMk/>
            <pc:sldMk cId="0" sldId="299"/>
            <ac:spMk id="92" creationId="{4389EB7A-1C38-E8B7-EFB6-00F1096B5720}"/>
          </ac:spMkLst>
        </pc:spChg>
        <pc:spChg chg="add mod">
          <ac:chgData name="Zheng, Xinyue" userId="463dbdee-3a91-4da5-8c02-eb7d819f400f" providerId="ADAL" clId="{6166D0B7-0C52-520D-8E8C-744A4B1D6A1D}" dt="2026-04-19T08:48:24.955" v="10262" actId="1076"/>
          <ac:spMkLst>
            <pc:docMk/>
            <pc:sldMk cId="0" sldId="299"/>
            <ac:spMk id="93" creationId="{36489E9E-F3B7-6110-7668-A09942D185E9}"/>
          </ac:spMkLst>
        </pc:spChg>
        <pc:spChg chg="add mod">
          <ac:chgData name="Zheng, Xinyue" userId="463dbdee-3a91-4da5-8c02-eb7d819f400f" providerId="ADAL" clId="{6166D0B7-0C52-520D-8E8C-744A4B1D6A1D}" dt="2026-04-19T08:47:43.594" v="10253" actId="208"/>
          <ac:spMkLst>
            <pc:docMk/>
            <pc:sldMk cId="0" sldId="299"/>
            <ac:spMk id="94" creationId="{3062C66D-A1E5-9E85-E68A-677340F539FE}"/>
          </ac:spMkLst>
        </pc:spChg>
        <pc:spChg chg="add mod">
          <ac:chgData name="Zheng, Xinyue" userId="463dbdee-3a91-4da5-8c02-eb7d819f400f" providerId="ADAL" clId="{6166D0B7-0C52-520D-8E8C-744A4B1D6A1D}" dt="2026-04-19T08:50:27.705" v="10310" actId="1076"/>
          <ac:spMkLst>
            <pc:docMk/>
            <pc:sldMk cId="0" sldId="299"/>
            <ac:spMk id="96" creationId="{E39C3E3B-0FF4-246E-2F95-BEF42ED9C1CB}"/>
          </ac:spMkLst>
        </pc:spChg>
        <pc:spChg chg="add mod">
          <ac:chgData name="Zheng, Xinyue" userId="463dbdee-3a91-4da5-8c02-eb7d819f400f" providerId="ADAL" clId="{6166D0B7-0C52-520D-8E8C-744A4B1D6A1D}" dt="2026-04-19T08:56:51.612" v="10389" actId="1076"/>
          <ac:spMkLst>
            <pc:docMk/>
            <pc:sldMk cId="0" sldId="299"/>
            <ac:spMk id="100" creationId="{53E4C5BF-735C-3264-E0B2-452BBD641918}"/>
          </ac:spMkLst>
        </pc:spChg>
        <pc:spChg chg="add mod">
          <ac:chgData name="Zheng, Xinyue" userId="463dbdee-3a91-4da5-8c02-eb7d819f400f" providerId="ADAL" clId="{6166D0B7-0C52-520D-8E8C-744A4B1D6A1D}" dt="2026-04-19T09:01:40.043" v="10509" actId="14100"/>
          <ac:spMkLst>
            <pc:docMk/>
            <pc:sldMk cId="0" sldId="299"/>
            <ac:spMk id="103" creationId="{B6052F11-62D7-8D75-E700-5003092F4A69}"/>
          </ac:spMkLst>
        </pc:spChg>
        <pc:spChg chg="add del mod">
          <ac:chgData name="Zheng, Xinyue" userId="463dbdee-3a91-4da5-8c02-eb7d819f400f" providerId="ADAL" clId="{6166D0B7-0C52-520D-8E8C-744A4B1D6A1D}" dt="2026-04-19T08:56:37.374" v="10385" actId="478"/>
          <ac:spMkLst>
            <pc:docMk/>
            <pc:sldMk cId="0" sldId="299"/>
            <ac:spMk id="104" creationId="{52E19B20-B97C-FCD5-73C9-4BB80C669BE2}"/>
          </ac:spMkLst>
        </pc:spChg>
        <pc:spChg chg="add mod">
          <ac:chgData name="Zheng, Xinyue" userId="463dbdee-3a91-4da5-8c02-eb7d819f400f" providerId="ADAL" clId="{6166D0B7-0C52-520D-8E8C-744A4B1D6A1D}" dt="2026-04-19T08:59:14.498" v="10486" actId="692"/>
          <ac:spMkLst>
            <pc:docMk/>
            <pc:sldMk cId="0" sldId="299"/>
            <ac:spMk id="109" creationId="{8560D899-4604-1F32-B5D6-67E9EFD04877}"/>
          </ac:spMkLst>
        </pc:spChg>
        <pc:spChg chg="add mod">
          <ac:chgData name="Zheng, Xinyue" userId="463dbdee-3a91-4da5-8c02-eb7d819f400f" providerId="ADAL" clId="{6166D0B7-0C52-520D-8E8C-744A4B1D6A1D}" dt="2026-04-19T19:34:16.650" v="11554" actId="1076"/>
          <ac:spMkLst>
            <pc:docMk/>
            <pc:sldMk cId="0" sldId="299"/>
            <ac:spMk id="112" creationId="{767C42F5-B84D-A794-328C-D00319193BA2}"/>
          </ac:spMkLst>
        </pc:spChg>
        <pc:picChg chg="add mod">
          <ac:chgData name="Zheng, Xinyue" userId="463dbdee-3a91-4da5-8c02-eb7d819f400f" providerId="ADAL" clId="{6166D0B7-0C52-520D-8E8C-744A4B1D6A1D}" dt="2026-04-19T08:47:14.046" v="10249" actId="1076"/>
          <ac:picMkLst>
            <pc:docMk/>
            <pc:sldMk cId="0" sldId="299"/>
            <ac:picMk id="82" creationId="{CD5EC26F-81D7-D6D8-62ED-84E6E349B325}"/>
          </ac:picMkLst>
        </pc:picChg>
        <pc:picChg chg="add mod">
          <ac:chgData name="Zheng, Xinyue" userId="463dbdee-3a91-4da5-8c02-eb7d819f400f" providerId="ADAL" clId="{6166D0B7-0C52-520D-8E8C-744A4B1D6A1D}" dt="2026-04-19T08:47:14.046" v="10249" actId="1076"/>
          <ac:picMkLst>
            <pc:docMk/>
            <pc:sldMk cId="0" sldId="299"/>
            <ac:picMk id="84" creationId="{76AC2510-1057-EE3A-82D6-ACEC91D70E20}"/>
          </ac:picMkLst>
        </pc:picChg>
        <pc:picChg chg="add mod">
          <ac:chgData name="Zheng, Xinyue" userId="463dbdee-3a91-4da5-8c02-eb7d819f400f" providerId="ADAL" clId="{6166D0B7-0C52-520D-8E8C-744A4B1D6A1D}" dt="2026-04-19T08:47:30.229" v="10250" actId="1076"/>
          <ac:picMkLst>
            <pc:docMk/>
            <pc:sldMk cId="0" sldId="299"/>
            <ac:picMk id="85" creationId="{364DF689-B806-D52A-ECDF-0D38356ED6A5}"/>
          </ac:picMkLst>
        </pc:picChg>
        <pc:picChg chg="add mod">
          <ac:chgData name="Zheng, Xinyue" userId="463dbdee-3a91-4da5-8c02-eb7d819f400f" providerId="ADAL" clId="{6166D0B7-0C52-520D-8E8C-744A4B1D6A1D}" dt="2026-04-19T08:46:00.469" v="10230" actId="1076"/>
          <ac:picMkLst>
            <pc:docMk/>
            <pc:sldMk cId="0" sldId="299"/>
            <ac:picMk id="88" creationId="{DB8AD9CF-7C01-E31D-5273-07B98F732D64}"/>
          </ac:picMkLst>
        </pc:picChg>
        <pc:picChg chg="add mod">
          <ac:chgData name="Zheng, Xinyue" userId="463dbdee-3a91-4da5-8c02-eb7d819f400f" providerId="ADAL" clId="{6166D0B7-0C52-520D-8E8C-744A4B1D6A1D}" dt="2026-04-19T08:46:00.469" v="10230" actId="1076"/>
          <ac:picMkLst>
            <pc:docMk/>
            <pc:sldMk cId="0" sldId="299"/>
            <ac:picMk id="90" creationId="{3FA6B26F-D5C8-5147-9D04-705934BD6158}"/>
          </ac:picMkLst>
        </pc:picChg>
        <pc:picChg chg="add mod">
          <ac:chgData name="Zheng, Xinyue" userId="463dbdee-3a91-4da5-8c02-eb7d819f400f" providerId="ADAL" clId="{6166D0B7-0C52-520D-8E8C-744A4B1D6A1D}" dt="2026-04-19T19:34:16.650" v="11554" actId="1076"/>
          <ac:picMkLst>
            <pc:docMk/>
            <pc:sldMk cId="0" sldId="299"/>
            <ac:picMk id="111" creationId="{325AB597-DE7F-ACE3-86AA-7EDE5A4AD9CA}"/>
          </ac:picMkLst>
        </pc:picChg>
        <pc:picChg chg="add mod">
          <ac:chgData name="Zheng, Xinyue" userId="463dbdee-3a91-4da5-8c02-eb7d819f400f" providerId="ADAL" clId="{6166D0B7-0C52-520D-8E8C-744A4B1D6A1D}" dt="2026-04-19T19:34:18.603" v="11555" actId="1076"/>
          <ac:picMkLst>
            <pc:docMk/>
            <pc:sldMk cId="0" sldId="299"/>
            <ac:picMk id="1026" creationId="{D74E963D-A8A5-750E-9F2F-3105BD0EBC0C}"/>
          </ac:picMkLst>
        </pc:picChg>
        <pc:cxnChg chg="add mod">
          <ac:chgData name="Zheng, Xinyue" userId="463dbdee-3a91-4da5-8c02-eb7d819f400f" providerId="ADAL" clId="{6166D0B7-0C52-520D-8E8C-744A4B1D6A1D}" dt="2026-04-19T08:27:33" v="10004" actId="13822"/>
          <ac:cxnSpMkLst>
            <pc:docMk/>
            <pc:sldMk cId="0" sldId="299"/>
            <ac:cxnSpMk id="55" creationId="{2A84CC24-21D2-F455-5CC4-4E721AF95F4D}"/>
          </ac:cxnSpMkLst>
        </pc:cxnChg>
        <pc:cxnChg chg="add del mod">
          <ac:chgData name="Zheng, Xinyue" userId="463dbdee-3a91-4da5-8c02-eb7d819f400f" providerId="ADAL" clId="{6166D0B7-0C52-520D-8E8C-744A4B1D6A1D}" dt="2026-04-19T08:40:21.528" v="10115" actId="478"/>
          <ac:cxnSpMkLst>
            <pc:docMk/>
            <pc:sldMk cId="0" sldId="299"/>
            <ac:cxnSpMk id="59" creationId="{0CBCAD99-0B69-33E0-EE45-9BC3C3687732}"/>
          </ac:cxnSpMkLst>
        </pc:cxnChg>
        <pc:cxnChg chg="add del mod">
          <ac:chgData name="Zheng, Xinyue" userId="463dbdee-3a91-4da5-8c02-eb7d819f400f" providerId="ADAL" clId="{6166D0B7-0C52-520D-8E8C-744A4B1D6A1D}" dt="2026-04-19T08:52:29.558" v="10324" actId="478"/>
          <ac:cxnSpMkLst>
            <pc:docMk/>
            <pc:sldMk cId="0" sldId="299"/>
            <ac:cxnSpMk id="61" creationId="{C29F551F-C2F3-02B9-C4C9-0B8985071442}"/>
          </ac:cxnSpMkLst>
        </pc:cxnChg>
        <pc:cxnChg chg="add del mod">
          <ac:chgData name="Zheng, Xinyue" userId="463dbdee-3a91-4da5-8c02-eb7d819f400f" providerId="ADAL" clId="{6166D0B7-0C52-520D-8E8C-744A4B1D6A1D}" dt="2026-04-19T08:52:30.829" v="10325" actId="478"/>
          <ac:cxnSpMkLst>
            <pc:docMk/>
            <pc:sldMk cId="0" sldId="299"/>
            <ac:cxnSpMk id="68" creationId="{AF3A574C-C1A0-38CE-C997-DA149E472108}"/>
          </ac:cxnSpMkLst>
        </pc:cxnChg>
        <pc:cxnChg chg="add del mod">
          <ac:chgData name="Zheng, Xinyue" userId="463dbdee-3a91-4da5-8c02-eb7d819f400f" providerId="ADAL" clId="{6166D0B7-0C52-520D-8E8C-744A4B1D6A1D}" dt="2026-04-19T08:50:40.792" v="10311" actId="478"/>
          <ac:cxnSpMkLst>
            <pc:docMk/>
            <pc:sldMk cId="0" sldId="299"/>
            <ac:cxnSpMk id="79" creationId="{DF658615-2348-0805-BE38-A52AAD822877}"/>
          </ac:cxnSpMkLst>
        </pc:cxnChg>
        <pc:cxnChg chg="add del mod">
          <ac:chgData name="Zheng, Xinyue" userId="463dbdee-3a91-4da5-8c02-eb7d819f400f" providerId="ADAL" clId="{6166D0B7-0C52-520D-8E8C-744A4B1D6A1D}" dt="2026-04-19T08:50:40.792" v="10311" actId="478"/>
          <ac:cxnSpMkLst>
            <pc:docMk/>
            <pc:sldMk cId="0" sldId="299"/>
            <ac:cxnSpMk id="81" creationId="{D9478A26-7BAE-DCE9-A85C-810FA8A2D84E}"/>
          </ac:cxnSpMkLst>
        </pc:cxnChg>
        <pc:cxnChg chg="add mod">
          <ac:chgData name="Zheng, Xinyue" userId="463dbdee-3a91-4da5-8c02-eb7d819f400f" providerId="ADAL" clId="{6166D0B7-0C52-520D-8E8C-744A4B1D6A1D}" dt="2026-04-19T08:56:48.580" v="10388" actId="14100"/>
          <ac:cxnSpMkLst>
            <pc:docMk/>
            <pc:sldMk cId="0" sldId="299"/>
            <ac:cxnSpMk id="98" creationId="{FD154D8B-4F32-1BE4-DF30-607CA01C1824}"/>
          </ac:cxnSpMkLst>
        </pc:cxnChg>
        <pc:cxnChg chg="add mod">
          <ac:chgData name="Zheng, Xinyue" userId="463dbdee-3a91-4da5-8c02-eb7d819f400f" providerId="ADAL" clId="{6166D0B7-0C52-520D-8E8C-744A4B1D6A1D}" dt="2026-04-19T09:03:30.476" v="10515" actId="14100"/>
          <ac:cxnSpMkLst>
            <pc:docMk/>
            <pc:sldMk cId="0" sldId="299"/>
            <ac:cxnSpMk id="102" creationId="{9C1192B0-F08D-2D6F-6749-2497E40BAC58}"/>
          </ac:cxnSpMkLst>
        </pc:cxnChg>
        <pc:cxnChg chg="add mod">
          <ac:chgData name="Zheng, Xinyue" userId="463dbdee-3a91-4da5-8c02-eb7d819f400f" providerId="ADAL" clId="{6166D0B7-0C52-520D-8E8C-744A4B1D6A1D}" dt="2026-04-19T08:57:51.674" v="10430" actId="13822"/>
          <ac:cxnSpMkLst>
            <pc:docMk/>
            <pc:sldMk cId="0" sldId="299"/>
            <ac:cxnSpMk id="108" creationId="{B1275E03-D709-68D5-E164-B0F8626AE7A3}"/>
          </ac:cxnSpMkLst>
        </pc:cxnChg>
      </pc:sldChg>
      <pc:sldChg chg="addSp delSp modSp add del mod setBg">
        <pc:chgData name="Zheng, Xinyue" userId="463dbdee-3a91-4da5-8c02-eb7d819f400f" providerId="ADAL" clId="{6166D0B7-0C52-520D-8E8C-744A4B1D6A1D}" dt="2026-04-19T10:47:37.387" v="11251"/>
        <pc:sldMkLst>
          <pc:docMk/>
          <pc:sldMk cId="0" sldId="300"/>
        </pc:sldMkLst>
        <pc:spChg chg="mod">
          <ac:chgData name="Zheng, Xinyue" userId="463dbdee-3a91-4da5-8c02-eb7d819f400f" providerId="ADAL" clId="{6166D0B7-0C52-520D-8E8C-744A4B1D6A1D}" dt="2026-04-19T10:26:27.393" v="11053" actId="20577"/>
          <ac:spMkLst>
            <pc:docMk/>
            <pc:sldMk cId="0" sldId="300"/>
            <ac:spMk id="3" creationId="{00000000-0000-0000-0000-000000000000}"/>
          </ac:spMkLst>
        </pc:spChg>
        <pc:spChg chg="del">
          <ac:chgData name="Zheng, Xinyue" userId="463dbdee-3a91-4da5-8c02-eb7d819f400f" providerId="ADAL" clId="{6166D0B7-0C52-520D-8E8C-744A4B1D6A1D}" dt="2026-04-19T09:54:22.412" v="10616" actId="478"/>
          <ac:spMkLst>
            <pc:docMk/>
            <pc:sldMk cId="0" sldId="300"/>
            <ac:spMk id="6" creationId="{00000000-0000-0000-0000-000000000000}"/>
          </ac:spMkLst>
        </pc:spChg>
        <pc:spChg chg="del">
          <ac:chgData name="Zheng, Xinyue" userId="463dbdee-3a91-4da5-8c02-eb7d819f400f" providerId="ADAL" clId="{6166D0B7-0C52-520D-8E8C-744A4B1D6A1D}" dt="2026-04-19T09:54:27.260" v="10617" actId="478"/>
          <ac:spMkLst>
            <pc:docMk/>
            <pc:sldMk cId="0" sldId="300"/>
            <ac:spMk id="7" creationId="{00000000-0000-0000-0000-000000000000}"/>
          </ac:spMkLst>
        </pc:spChg>
        <pc:spChg chg="del">
          <ac:chgData name="Zheng, Xinyue" userId="463dbdee-3a91-4da5-8c02-eb7d819f400f" providerId="ADAL" clId="{6166D0B7-0C52-520D-8E8C-744A4B1D6A1D}" dt="2026-04-19T09:54:40.590" v="10620" actId="478"/>
          <ac:spMkLst>
            <pc:docMk/>
            <pc:sldMk cId="0" sldId="300"/>
            <ac:spMk id="8" creationId="{00000000-0000-0000-0000-000000000000}"/>
          </ac:spMkLst>
        </pc:spChg>
        <pc:spChg chg="del">
          <ac:chgData name="Zheng, Xinyue" userId="463dbdee-3a91-4da5-8c02-eb7d819f400f" providerId="ADAL" clId="{6166D0B7-0C52-520D-8E8C-744A4B1D6A1D}" dt="2026-04-19T09:54:44.818" v="10622" actId="478"/>
          <ac:spMkLst>
            <pc:docMk/>
            <pc:sldMk cId="0" sldId="300"/>
            <ac:spMk id="9" creationId="{00000000-0000-0000-0000-000000000000}"/>
          </ac:spMkLst>
        </pc:spChg>
        <pc:spChg chg="del">
          <ac:chgData name="Zheng, Xinyue" userId="463dbdee-3a91-4da5-8c02-eb7d819f400f" providerId="ADAL" clId="{6166D0B7-0C52-520D-8E8C-744A4B1D6A1D}" dt="2026-04-19T09:54:51.901" v="10625" actId="478"/>
          <ac:spMkLst>
            <pc:docMk/>
            <pc:sldMk cId="0" sldId="300"/>
            <ac:spMk id="10" creationId="{00000000-0000-0000-0000-000000000000}"/>
          </ac:spMkLst>
        </pc:spChg>
        <pc:spChg chg="del">
          <ac:chgData name="Zheng, Xinyue" userId="463dbdee-3a91-4da5-8c02-eb7d819f400f" providerId="ADAL" clId="{6166D0B7-0C52-520D-8E8C-744A4B1D6A1D}" dt="2026-04-19T09:54:50.468" v="10624" actId="478"/>
          <ac:spMkLst>
            <pc:docMk/>
            <pc:sldMk cId="0" sldId="300"/>
            <ac:spMk id="11" creationId="{00000000-0000-0000-0000-000000000000}"/>
          </ac:spMkLst>
        </pc:spChg>
        <pc:spChg chg="del">
          <ac:chgData name="Zheng, Xinyue" userId="463dbdee-3a91-4da5-8c02-eb7d819f400f" providerId="ADAL" clId="{6166D0B7-0C52-520D-8E8C-744A4B1D6A1D}" dt="2026-04-19T09:55:27.928" v="10646" actId="478"/>
          <ac:spMkLst>
            <pc:docMk/>
            <pc:sldMk cId="0" sldId="300"/>
            <ac:spMk id="12" creationId="{00000000-0000-0000-0000-000000000000}"/>
          </ac:spMkLst>
        </pc:spChg>
        <pc:spChg chg="mod">
          <ac:chgData name="Zheng, Xinyue" userId="463dbdee-3a91-4da5-8c02-eb7d819f400f" providerId="ADAL" clId="{6166D0B7-0C52-520D-8E8C-744A4B1D6A1D}" dt="2026-04-19T10:26:51.389" v="11060" actId="114"/>
          <ac:spMkLst>
            <pc:docMk/>
            <pc:sldMk cId="0" sldId="300"/>
            <ac:spMk id="13" creationId="{00000000-0000-0000-0000-000000000000}"/>
          </ac:spMkLst>
        </pc:spChg>
        <pc:spChg chg="del mod">
          <ac:chgData name="Zheng, Xinyue" userId="463dbdee-3a91-4da5-8c02-eb7d819f400f" providerId="ADAL" clId="{6166D0B7-0C52-520D-8E8C-744A4B1D6A1D}" dt="2026-04-19T10:25:36.089" v="11029" actId="478"/>
          <ac:spMkLst>
            <pc:docMk/>
            <pc:sldMk cId="0" sldId="300"/>
            <ac:spMk id="14" creationId="{00000000-0000-0000-0000-000000000000}"/>
          </ac:spMkLst>
        </pc:spChg>
        <pc:spChg chg="del">
          <ac:chgData name="Zheng, Xinyue" userId="463dbdee-3a91-4da5-8c02-eb7d819f400f" providerId="ADAL" clId="{6166D0B7-0C52-520D-8E8C-744A4B1D6A1D}" dt="2026-04-19T10:25:38.216" v="11030" actId="478"/>
          <ac:spMkLst>
            <pc:docMk/>
            <pc:sldMk cId="0" sldId="300"/>
            <ac:spMk id="15" creationId="{00000000-0000-0000-0000-000000000000}"/>
          </ac:spMkLst>
        </pc:spChg>
        <pc:spChg chg="del mod">
          <ac:chgData name="Zheng, Xinyue" userId="463dbdee-3a91-4da5-8c02-eb7d819f400f" providerId="ADAL" clId="{6166D0B7-0C52-520D-8E8C-744A4B1D6A1D}" dt="2026-04-19T10:11:31.144" v="10652" actId="478"/>
          <ac:spMkLst>
            <pc:docMk/>
            <pc:sldMk cId="0" sldId="300"/>
            <ac:spMk id="16" creationId="{00000000-0000-0000-0000-000000000000}"/>
          </ac:spMkLst>
        </pc:spChg>
        <pc:spChg chg="del">
          <ac:chgData name="Zheng, Xinyue" userId="463dbdee-3a91-4da5-8c02-eb7d819f400f" providerId="ADAL" clId="{6166D0B7-0C52-520D-8E8C-744A4B1D6A1D}" dt="2026-04-19T10:11:31.144" v="10652" actId="478"/>
          <ac:spMkLst>
            <pc:docMk/>
            <pc:sldMk cId="0" sldId="300"/>
            <ac:spMk id="17" creationId="{00000000-0000-0000-0000-000000000000}"/>
          </ac:spMkLst>
        </pc:spChg>
        <pc:spChg chg="del">
          <ac:chgData name="Zheng, Xinyue" userId="463dbdee-3a91-4da5-8c02-eb7d819f400f" providerId="ADAL" clId="{6166D0B7-0C52-520D-8E8C-744A4B1D6A1D}" dt="2026-04-19T10:11:36.025" v="10654" actId="478"/>
          <ac:spMkLst>
            <pc:docMk/>
            <pc:sldMk cId="0" sldId="300"/>
            <ac:spMk id="18" creationId="{00000000-0000-0000-0000-000000000000}"/>
          </ac:spMkLst>
        </pc:spChg>
        <pc:spChg chg="del">
          <ac:chgData name="Zheng, Xinyue" userId="463dbdee-3a91-4da5-8c02-eb7d819f400f" providerId="ADAL" clId="{6166D0B7-0C52-520D-8E8C-744A4B1D6A1D}" dt="2026-04-19T10:18:10.836" v="10806" actId="478"/>
          <ac:spMkLst>
            <pc:docMk/>
            <pc:sldMk cId="0" sldId="300"/>
            <ac:spMk id="19" creationId="{00000000-0000-0000-0000-000000000000}"/>
          </ac:spMkLst>
        </pc:spChg>
        <pc:spChg chg="mod">
          <ac:chgData name="Zheng, Xinyue" userId="463dbdee-3a91-4da5-8c02-eb7d819f400f" providerId="ADAL" clId="{6166D0B7-0C52-520D-8E8C-744A4B1D6A1D}" dt="2026-04-19T10:27:01.357" v="11063" actId="1076"/>
          <ac:spMkLst>
            <pc:docMk/>
            <pc:sldMk cId="0" sldId="300"/>
            <ac:spMk id="20" creationId="{00000000-0000-0000-0000-000000000000}"/>
          </ac:spMkLst>
        </pc:spChg>
        <pc:spChg chg="del">
          <ac:chgData name="Zheng, Xinyue" userId="463dbdee-3a91-4da5-8c02-eb7d819f400f" providerId="ADAL" clId="{6166D0B7-0C52-520D-8E8C-744A4B1D6A1D}" dt="2026-04-19T10:12:38.986" v="10678" actId="478"/>
          <ac:spMkLst>
            <pc:docMk/>
            <pc:sldMk cId="0" sldId="300"/>
            <ac:spMk id="21" creationId="{00000000-0000-0000-0000-000000000000}"/>
          </ac:spMkLst>
        </pc:spChg>
        <pc:spChg chg="del">
          <ac:chgData name="Zheng, Xinyue" userId="463dbdee-3a91-4da5-8c02-eb7d819f400f" providerId="ADAL" clId="{6166D0B7-0C52-520D-8E8C-744A4B1D6A1D}" dt="2026-04-19T10:18:10.836" v="10806" actId="478"/>
          <ac:spMkLst>
            <pc:docMk/>
            <pc:sldMk cId="0" sldId="300"/>
            <ac:spMk id="22" creationId="{00000000-0000-0000-0000-000000000000}"/>
          </ac:spMkLst>
        </pc:spChg>
        <pc:spChg chg="del mod">
          <ac:chgData name="Zheng, Xinyue" userId="463dbdee-3a91-4da5-8c02-eb7d819f400f" providerId="ADAL" clId="{6166D0B7-0C52-520D-8E8C-744A4B1D6A1D}" dt="2026-04-19T10:18:10.836" v="10806" actId="478"/>
          <ac:spMkLst>
            <pc:docMk/>
            <pc:sldMk cId="0" sldId="300"/>
            <ac:spMk id="23" creationId="{00000000-0000-0000-0000-000000000000}"/>
          </ac:spMkLst>
        </pc:spChg>
        <pc:spChg chg="del">
          <ac:chgData name="Zheng, Xinyue" userId="463dbdee-3a91-4da5-8c02-eb7d819f400f" providerId="ADAL" clId="{6166D0B7-0C52-520D-8E8C-744A4B1D6A1D}" dt="2026-04-19T10:12:37.823" v="10677" actId="478"/>
          <ac:spMkLst>
            <pc:docMk/>
            <pc:sldMk cId="0" sldId="300"/>
            <ac:spMk id="24" creationId="{00000000-0000-0000-0000-000000000000}"/>
          </ac:spMkLst>
        </pc:spChg>
        <pc:spChg chg="del">
          <ac:chgData name="Zheng, Xinyue" userId="463dbdee-3a91-4da5-8c02-eb7d819f400f" providerId="ADAL" clId="{6166D0B7-0C52-520D-8E8C-744A4B1D6A1D}" dt="2026-04-19T10:11:31.144" v="10652" actId="478"/>
          <ac:spMkLst>
            <pc:docMk/>
            <pc:sldMk cId="0" sldId="300"/>
            <ac:spMk id="25" creationId="{00000000-0000-0000-0000-000000000000}"/>
          </ac:spMkLst>
        </pc:spChg>
        <pc:spChg chg="del">
          <ac:chgData name="Zheng, Xinyue" userId="463dbdee-3a91-4da5-8c02-eb7d819f400f" providerId="ADAL" clId="{6166D0B7-0C52-520D-8E8C-744A4B1D6A1D}" dt="2026-04-19T10:11:34.429" v="10653" actId="478"/>
          <ac:spMkLst>
            <pc:docMk/>
            <pc:sldMk cId="0" sldId="300"/>
            <ac:spMk id="26" creationId="{00000000-0000-0000-0000-000000000000}"/>
          </ac:spMkLst>
        </pc:spChg>
        <pc:spChg chg="mod">
          <ac:chgData name="Zheng, Xinyue" userId="463dbdee-3a91-4da5-8c02-eb7d819f400f" providerId="ADAL" clId="{6166D0B7-0C52-520D-8E8C-744A4B1D6A1D}" dt="2026-04-19T10:28:16.003" v="11082" actId="1076"/>
          <ac:spMkLst>
            <pc:docMk/>
            <pc:sldMk cId="0" sldId="300"/>
            <ac:spMk id="27" creationId="{00000000-0000-0000-0000-000000000000}"/>
          </ac:spMkLst>
        </pc:spChg>
        <pc:spChg chg="mod">
          <ac:chgData name="Zheng, Xinyue" userId="463dbdee-3a91-4da5-8c02-eb7d819f400f" providerId="ADAL" clId="{6166D0B7-0C52-520D-8E8C-744A4B1D6A1D}" dt="2026-04-19T10:28:16.003" v="11082" actId="1076"/>
          <ac:spMkLst>
            <pc:docMk/>
            <pc:sldMk cId="0" sldId="300"/>
            <ac:spMk id="28" creationId="{00000000-0000-0000-0000-000000000000}"/>
          </ac:spMkLst>
        </pc:spChg>
        <pc:spChg chg="mod">
          <ac:chgData name="Zheng, Xinyue" userId="463dbdee-3a91-4da5-8c02-eb7d819f400f" providerId="ADAL" clId="{6166D0B7-0C52-520D-8E8C-744A4B1D6A1D}" dt="2026-04-19T10:28:16.003" v="11082" actId="1076"/>
          <ac:spMkLst>
            <pc:docMk/>
            <pc:sldMk cId="0" sldId="300"/>
            <ac:spMk id="29" creationId="{00000000-0000-0000-0000-000000000000}"/>
          </ac:spMkLst>
        </pc:spChg>
        <pc:spChg chg="mod">
          <ac:chgData name="Zheng, Xinyue" userId="463dbdee-3a91-4da5-8c02-eb7d819f400f" providerId="ADAL" clId="{6166D0B7-0C52-520D-8E8C-744A4B1D6A1D}" dt="2026-04-19T10:29:40.466" v="11126" actId="20577"/>
          <ac:spMkLst>
            <pc:docMk/>
            <pc:sldMk cId="0" sldId="300"/>
            <ac:spMk id="30" creationId="{00000000-0000-0000-0000-000000000000}"/>
          </ac:spMkLst>
        </pc:spChg>
        <pc:spChg chg="del">
          <ac:chgData name="Zheng, Xinyue" userId="463dbdee-3a91-4da5-8c02-eb7d819f400f" providerId="ADAL" clId="{6166D0B7-0C52-520D-8E8C-744A4B1D6A1D}" dt="2026-04-19T09:51:40.738" v="10602" actId="478"/>
          <ac:spMkLst>
            <pc:docMk/>
            <pc:sldMk cId="0" sldId="300"/>
            <ac:spMk id="31" creationId="{00000000-0000-0000-0000-000000000000}"/>
          </ac:spMkLst>
        </pc:spChg>
        <pc:spChg chg="del">
          <ac:chgData name="Zheng, Xinyue" userId="463dbdee-3a91-4da5-8c02-eb7d819f400f" providerId="ADAL" clId="{6166D0B7-0C52-520D-8E8C-744A4B1D6A1D}" dt="2026-04-19T09:51:39.730" v="10601" actId="478"/>
          <ac:spMkLst>
            <pc:docMk/>
            <pc:sldMk cId="0" sldId="300"/>
            <ac:spMk id="32" creationId="{00000000-0000-0000-0000-000000000000}"/>
          </ac:spMkLst>
        </pc:spChg>
        <pc:spChg chg="del">
          <ac:chgData name="Zheng, Xinyue" userId="463dbdee-3a91-4da5-8c02-eb7d819f400f" providerId="ADAL" clId="{6166D0B7-0C52-520D-8E8C-744A4B1D6A1D}" dt="2026-04-19T09:51:39.730" v="10601" actId="478"/>
          <ac:spMkLst>
            <pc:docMk/>
            <pc:sldMk cId="0" sldId="300"/>
            <ac:spMk id="33" creationId="{00000000-0000-0000-0000-000000000000}"/>
          </ac:spMkLst>
        </pc:spChg>
        <pc:spChg chg="del mod">
          <ac:chgData name="Zheng, Xinyue" userId="463dbdee-3a91-4da5-8c02-eb7d819f400f" providerId="ADAL" clId="{6166D0B7-0C52-520D-8E8C-744A4B1D6A1D}" dt="2026-04-19T09:51:30.628" v="10597" actId="478"/>
          <ac:spMkLst>
            <pc:docMk/>
            <pc:sldMk cId="0" sldId="300"/>
            <ac:spMk id="34" creationId="{00000000-0000-0000-0000-000000000000}"/>
          </ac:spMkLst>
        </pc:spChg>
        <pc:spChg chg="add del">
          <ac:chgData name="Zheng, Xinyue" userId="463dbdee-3a91-4da5-8c02-eb7d819f400f" providerId="ADAL" clId="{6166D0B7-0C52-520D-8E8C-744A4B1D6A1D}" dt="2026-04-19T09:51:37.081" v="10600" actId="478"/>
          <ac:spMkLst>
            <pc:docMk/>
            <pc:sldMk cId="0" sldId="300"/>
            <ac:spMk id="35" creationId="{00000000-0000-0000-0000-000000000000}"/>
          </ac:spMkLst>
        </pc:spChg>
        <pc:spChg chg="mod">
          <ac:chgData name="Zheng, Xinyue" userId="463dbdee-3a91-4da5-8c02-eb7d819f400f" providerId="ADAL" clId="{6166D0B7-0C52-520D-8E8C-744A4B1D6A1D}" dt="2026-04-19T10:27:01.357" v="11063" actId="1076"/>
          <ac:spMkLst>
            <pc:docMk/>
            <pc:sldMk cId="0" sldId="300"/>
            <ac:spMk id="36" creationId="{00000000-0000-0000-0000-000000000000}"/>
          </ac:spMkLst>
        </pc:spChg>
        <pc:spChg chg="mod">
          <ac:chgData name="Zheng, Xinyue" userId="463dbdee-3a91-4da5-8c02-eb7d819f400f" providerId="ADAL" clId="{6166D0B7-0C52-520D-8E8C-744A4B1D6A1D}" dt="2026-04-19T10:27:01.357" v="11063" actId="1076"/>
          <ac:spMkLst>
            <pc:docMk/>
            <pc:sldMk cId="0" sldId="300"/>
            <ac:spMk id="37" creationId="{00000000-0000-0000-0000-000000000000}"/>
          </ac:spMkLst>
        </pc:spChg>
        <pc:spChg chg="mod">
          <ac:chgData name="Zheng, Xinyue" userId="463dbdee-3a91-4da5-8c02-eb7d819f400f" providerId="ADAL" clId="{6166D0B7-0C52-520D-8E8C-744A4B1D6A1D}" dt="2026-04-19T10:27:01.357" v="11063" actId="1076"/>
          <ac:spMkLst>
            <pc:docMk/>
            <pc:sldMk cId="0" sldId="300"/>
            <ac:spMk id="38" creationId="{00000000-0000-0000-0000-000000000000}"/>
          </ac:spMkLst>
        </pc:spChg>
        <pc:spChg chg="mod">
          <ac:chgData name="Zheng, Xinyue" userId="463dbdee-3a91-4da5-8c02-eb7d819f400f" providerId="ADAL" clId="{6166D0B7-0C52-520D-8E8C-744A4B1D6A1D}" dt="2026-04-19T10:27:01.357" v="11063" actId="1076"/>
          <ac:spMkLst>
            <pc:docMk/>
            <pc:sldMk cId="0" sldId="300"/>
            <ac:spMk id="39" creationId="{00000000-0000-0000-0000-000000000000}"/>
          </ac:spMkLst>
        </pc:spChg>
        <pc:spChg chg="mod">
          <ac:chgData name="Zheng, Xinyue" userId="463dbdee-3a91-4da5-8c02-eb7d819f400f" providerId="ADAL" clId="{6166D0B7-0C52-520D-8E8C-744A4B1D6A1D}" dt="2026-04-19T10:27:01.357" v="11063" actId="1076"/>
          <ac:spMkLst>
            <pc:docMk/>
            <pc:sldMk cId="0" sldId="300"/>
            <ac:spMk id="40" creationId="{00000000-0000-0000-0000-000000000000}"/>
          </ac:spMkLst>
        </pc:spChg>
        <pc:spChg chg="mod">
          <ac:chgData name="Zheng, Xinyue" userId="463dbdee-3a91-4da5-8c02-eb7d819f400f" providerId="ADAL" clId="{6166D0B7-0C52-520D-8E8C-744A4B1D6A1D}" dt="2026-04-19T10:27:01.357" v="11063" actId="1076"/>
          <ac:spMkLst>
            <pc:docMk/>
            <pc:sldMk cId="0" sldId="300"/>
            <ac:spMk id="41" creationId="{00000000-0000-0000-0000-000000000000}"/>
          </ac:spMkLst>
        </pc:spChg>
        <pc:spChg chg="mod">
          <ac:chgData name="Zheng, Xinyue" userId="463dbdee-3a91-4da5-8c02-eb7d819f400f" providerId="ADAL" clId="{6166D0B7-0C52-520D-8E8C-744A4B1D6A1D}" dt="2026-04-19T10:32:18.793" v="11159" actId="1076"/>
          <ac:spMkLst>
            <pc:docMk/>
            <pc:sldMk cId="0" sldId="300"/>
            <ac:spMk id="42" creationId="{00000000-0000-0000-0000-000000000000}"/>
          </ac:spMkLst>
        </pc:spChg>
        <pc:spChg chg="mod">
          <ac:chgData name="Zheng, Xinyue" userId="463dbdee-3a91-4da5-8c02-eb7d819f400f" providerId="ADAL" clId="{6166D0B7-0C52-520D-8E8C-744A4B1D6A1D}" dt="2026-04-19T10:43:23.065" v="11246" actId="20577"/>
          <ac:spMkLst>
            <pc:docMk/>
            <pc:sldMk cId="0" sldId="300"/>
            <ac:spMk id="43" creationId="{00000000-0000-0000-0000-000000000000}"/>
          </ac:spMkLst>
        </pc:spChg>
        <pc:spChg chg="mod">
          <ac:chgData name="Zheng, Xinyue" userId="463dbdee-3a91-4da5-8c02-eb7d819f400f" providerId="ADAL" clId="{6166D0B7-0C52-520D-8E8C-744A4B1D6A1D}" dt="2026-04-19T10:47:37.387" v="11251"/>
          <ac:spMkLst>
            <pc:docMk/>
            <pc:sldMk cId="0" sldId="300"/>
            <ac:spMk id="44" creationId="{00000000-0000-0000-0000-000000000000}"/>
          </ac:spMkLst>
        </pc:spChg>
        <pc:spChg chg="mod">
          <ac:chgData name="Zheng, Xinyue" userId="463dbdee-3a91-4da5-8c02-eb7d819f400f" providerId="ADAL" clId="{6166D0B7-0C52-520D-8E8C-744A4B1D6A1D}" dt="2026-04-19T10:42:41.425" v="11233" actId="14100"/>
          <ac:spMkLst>
            <pc:docMk/>
            <pc:sldMk cId="0" sldId="300"/>
            <ac:spMk id="45" creationId="{00000000-0000-0000-0000-000000000000}"/>
          </ac:spMkLst>
        </pc:spChg>
        <pc:spChg chg="mod">
          <ac:chgData name="Zheng, Xinyue" userId="463dbdee-3a91-4da5-8c02-eb7d819f400f" providerId="ADAL" clId="{6166D0B7-0C52-520D-8E8C-744A4B1D6A1D}" dt="2026-04-19T10:42:46.113" v="11235" actId="1076"/>
          <ac:spMkLst>
            <pc:docMk/>
            <pc:sldMk cId="0" sldId="300"/>
            <ac:spMk id="46" creationId="{00000000-0000-0000-0000-000000000000}"/>
          </ac:spMkLst>
        </pc:spChg>
        <pc:spChg chg="mod">
          <ac:chgData name="Zheng, Xinyue" userId="463dbdee-3a91-4da5-8c02-eb7d819f400f" providerId="ADAL" clId="{6166D0B7-0C52-520D-8E8C-744A4B1D6A1D}" dt="2026-04-19T10:42:44.071" v="11234" actId="1076"/>
          <ac:spMkLst>
            <pc:docMk/>
            <pc:sldMk cId="0" sldId="300"/>
            <ac:spMk id="47" creationId="{00000000-0000-0000-0000-000000000000}"/>
          </ac:spMkLst>
        </pc:spChg>
        <pc:spChg chg="add mod">
          <ac:chgData name="Zheng, Xinyue" userId="463dbdee-3a91-4da5-8c02-eb7d819f400f" providerId="ADAL" clId="{6166D0B7-0C52-520D-8E8C-744A4B1D6A1D}" dt="2026-04-19T10:27:08.213" v="11065" actId="14100"/>
          <ac:spMkLst>
            <pc:docMk/>
            <pc:sldMk cId="0" sldId="300"/>
            <ac:spMk id="48" creationId="{F6D48DBB-39AA-1577-2314-CE3DE7103841}"/>
          </ac:spMkLst>
        </pc:spChg>
        <pc:spChg chg="add del mod">
          <ac:chgData name="Zheng, Xinyue" userId="463dbdee-3a91-4da5-8c02-eb7d819f400f" providerId="ADAL" clId="{6166D0B7-0C52-520D-8E8C-744A4B1D6A1D}" dt="2026-04-19T09:54:42.991" v="10621" actId="478"/>
          <ac:spMkLst>
            <pc:docMk/>
            <pc:sldMk cId="0" sldId="300"/>
            <ac:spMk id="49" creationId="{0CC341AC-ABA9-7513-CE19-5879244DBA09}"/>
          </ac:spMkLst>
        </pc:spChg>
        <pc:spChg chg="add del mod">
          <ac:chgData name="Zheng, Xinyue" userId="463dbdee-3a91-4da5-8c02-eb7d819f400f" providerId="ADAL" clId="{6166D0B7-0C52-520D-8E8C-744A4B1D6A1D}" dt="2026-04-19T10:25:58.576" v="11038" actId="478"/>
          <ac:spMkLst>
            <pc:docMk/>
            <pc:sldMk cId="0" sldId="300"/>
            <ac:spMk id="51" creationId="{084BA940-EEC8-A14D-B539-F8D8E8AAE0E0}"/>
          </ac:spMkLst>
        </pc:spChg>
        <pc:spChg chg="add mod">
          <ac:chgData name="Zheng, Xinyue" userId="463dbdee-3a91-4da5-8c02-eb7d819f400f" providerId="ADAL" clId="{6166D0B7-0C52-520D-8E8C-744A4B1D6A1D}" dt="2026-04-19T10:29:14.377" v="11109" actId="207"/>
          <ac:spMkLst>
            <pc:docMk/>
            <pc:sldMk cId="0" sldId="300"/>
            <ac:spMk id="60" creationId="{20C7682E-A624-4FF9-7D72-2C636E321C89}"/>
          </ac:spMkLst>
        </pc:spChg>
        <pc:spChg chg="add mod">
          <ac:chgData name="Zheng, Xinyue" userId="463dbdee-3a91-4da5-8c02-eb7d819f400f" providerId="ADAL" clId="{6166D0B7-0C52-520D-8E8C-744A4B1D6A1D}" dt="2026-04-19T10:27:53.557" v="11077" actId="1076"/>
          <ac:spMkLst>
            <pc:docMk/>
            <pc:sldMk cId="0" sldId="300"/>
            <ac:spMk id="61" creationId="{48074E17-C864-58FD-BD56-C03F76C70952}"/>
          </ac:spMkLst>
        </pc:spChg>
        <pc:spChg chg="add mod">
          <ac:chgData name="Zheng, Xinyue" userId="463dbdee-3a91-4da5-8c02-eb7d819f400f" providerId="ADAL" clId="{6166D0B7-0C52-520D-8E8C-744A4B1D6A1D}" dt="2026-04-19T10:26:11.373" v="11042" actId="1076"/>
          <ac:spMkLst>
            <pc:docMk/>
            <pc:sldMk cId="0" sldId="300"/>
            <ac:spMk id="64" creationId="{7A1D3F93-C6CF-17FA-9F07-B6AA005F9C35}"/>
          </ac:spMkLst>
        </pc:spChg>
        <pc:spChg chg="add mod">
          <ac:chgData name="Zheng, Xinyue" userId="463dbdee-3a91-4da5-8c02-eb7d819f400f" providerId="ADAL" clId="{6166D0B7-0C52-520D-8E8C-744A4B1D6A1D}" dt="2026-04-19T10:37:27.715" v="11162" actId="1076"/>
          <ac:spMkLst>
            <pc:docMk/>
            <pc:sldMk cId="0" sldId="300"/>
            <ac:spMk id="76" creationId="{B61F9F06-E504-D389-0A0C-7CE50B2F7FAD}"/>
          </ac:spMkLst>
        </pc:spChg>
        <pc:spChg chg="add del mod">
          <ac:chgData name="Zheng, Xinyue" userId="463dbdee-3a91-4da5-8c02-eb7d819f400f" providerId="ADAL" clId="{6166D0B7-0C52-520D-8E8C-744A4B1D6A1D}" dt="2026-04-19T10:47:31.756" v="11249" actId="478"/>
          <ac:spMkLst>
            <pc:docMk/>
            <pc:sldMk cId="0" sldId="300"/>
            <ac:spMk id="81" creationId="{38D0A586-580E-3A2D-62C9-92D28D90B60D}"/>
          </ac:spMkLst>
        </pc:spChg>
        <pc:cxnChg chg="add mod">
          <ac:chgData name="Zheng, Xinyue" userId="463dbdee-3a91-4da5-8c02-eb7d819f400f" providerId="ADAL" clId="{6166D0B7-0C52-520D-8E8C-744A4B1D6A1D}" dt="2026-04-19T09:42:08.439" v="10546" actId="693"/>
          <ac:cxnSpMkLst>
            <pc:docMk/>
            <pc:sldMk cId="0" sldId="300"/>
            <ac:cxnSpMk id="39" creationId="{872A7EFA-B0B0-F1EB-CA52-EFC13F43356F}"/>
          </ac:cxnSpMkLst>
        </pc:cxnChg>
        <pc:cxnChg chg="add mod">
          <ac:chgData name="Zheng, Xinyue" userId="463dbdee-3a91-4da5-8c02-eb7d819f400f" providerId="ADAL" clId="{6166D0B7-0C52-520D-8E8C-744A4B1D6A1D}" dt="2026-04-19T10:27:04.862" v="11064" actId="1076"/>
          <ac:cxnSpMkLst>
            <pc:docMk/>
            <pc:sldMk cId="0" sldId="300"/>
            <ac:cxnSpMk id="50" creationId="{A581C979-A3CE-DD03-2EE0-844E16FDFC19}"/>
          </ac:cxnSpMkLst>
        </pc:cxnChg>
        <pc:cxnChg chg="add del mod">
          <ac:chgData name="Zheng, Xinyue" userId="463dbdee-3a91-4da5-8c02-eb7d819f400f" providerId="ADAL" clId="{6166D0B7-0C52-520D-8E8C-744A4B1D6A1D}" dt="2026-04-19T10:25:57.462" v="11037" actId="478"/>
          <ac:cxnSpMkLst>
            <pc:docMk/>
            <pc:sldMk cId="0" sldId="300"/>
            <ac:cxnSpMk id="53" creationId="{5D2ADB06-3C2A-864D-7CD0-8FA194086D5B}"/>
          </ac:cxnSpMkLst>
        </pc:cxnChg>
        <pc:cxnChg chg="add mod">
          <ac:chgData name="Zheng, Xinyue" userId="463dbdee-3a91-4da5-8c02-eb7d819f400f" providerId="ADAL" clId="{6166D0B7-0C52-520D-8E8C-744A4B1D6A1D}" dt="2026-04-19T10:27:55.764" v="11078" actId="14100"/>
          <ac:cxnSpMkLst>
            <pc:docMk/>
            <pc:sldMk cId="0" sldId="300"/>
            <ac:cxnSpMk id="58" creationId="{E7DE7A47-87C4-6EC8-9D9E-20A9EA60D50C}"/>
          </ac:cxnSpMkLst>
        </pc:cxnChg>
        <pc:cxnChg chg="add mod">
          <ac:chgData name="Zheng, Xinyue" userId="463dbdee-3a91-4da5-8c02-eb7d819f400f" providerId="ADAL" clId="{6166D0B7-0C52-520D-8E8C-744A4B1D6A1D}" dt="2026-04-19T10:27:53.557" v="11077" actId="1076"/>
          <ac:cxnSpMkLst>
            <pc:docMk/>
            <pc:sldMk cId="0" sldId="300"/>
            <ac:cxnSpMk id="65" creationId="{A8222B10-AF2E-707F-83C0-062F42CF5D60}"/>
          </ac:cxnSpMkLst>
        </pc:cxnChg>
        <pc:cxnChg chg="add mod">
          <ac:chgData name="Zheng, Xinyue" userId="463dbdee-3a91-4da5-8c02-eb7d819f400f" providerId="ADAL" clId="{6166D0B7-0C52-520D-8E8C-744A4B1D6A1D}" dt="2026-04-19T10:30:42.389" v="11134" actId="693"/>
          <ac:cxnSpMkLst>
            <pc:docMk/>
            <pc:sldMk cId="0" sldId="300"/>
            <ac:cxnSpMk id="78" creationId="{D32F8A04-47B6-2DF3-9582-D3EC7AD68E20}"/>
          </ac:cxnSpMkLst>
        </pc:cxnChg>
        <pc:cxnChg chg="add mod">
          <ac:chgData name="Zheng, Xinyue" userId="463dbdee-3a91-4da5-8c02-eb7d819f400f" providerId="ADAL" clId="{6166D0B7-0C52-520D-8E8C-744A4B1D6A1D}" dt="2026-04-19T10:30:35.054" v="11133" actId="693"/>
          <ac:cxnSpMkLst>
            <pc:docMk/>
            <pc:sldMk cId="0" sldId="300"/>
            <ac:cxnSpMk id="80" creationId="{D765691E-6F96-E292-FA6A-9C4B6CA6A03E}"/>
          </ac:cxnSpMkLst>
        </pc:cxnChg>
      </pc:sldChg>
      <pc:sldChg chg="addSp delSp modSp add mod setBg">
        <pc:chgData name="Zheng, Xinyue" userId="463dbdee-3a91-4da5-8c02-eb7d819f400f" providerId="ADAL" clId="{6166D0B7-0C52-520D-8E8C-744A4B1D6A1D}" dt="2026-04-19T11:21:10.072" v="11532" actId="693"/>
        <pc:sldMkLst>
          <pc:docMk/>
          <pc:sldMk cId="0" sldId="301"/>
        </pc:sldMkLst>
        <pc:spChg chg="mod">
          <ac:chgData name="Zheng, Xinyue" userId="463dbdee-3a91-4da5-8c02-eb7d819f400f" providerId="ADAL" clId="{6166D0B7-0C52-520D-8E8C-744A4B1D6A1D}" dt="2026-04-19T11:06:06.364" v="11392" actId="14100"/>
          <ac:spMkLst>
            <pc:docMk/>
            <pc:sldMk cId="0" sldId="301"/>
            <ac:spMk id="10" creationId="{00000000-0000-0000-0000-000000000000}"/>
          </ac:spMkLst>
        </pc:spChg>
        <pc:spChg chg="mod">
          <ac:chgData name="Zheng, Xinyue" userId="463dbdee-3a91-4da5-8c02-eb7d819f400f" providerId="ADAL" clId="{6166D0B7-0C52-520D-8E8C-744A4B1D6A1D}" dt="2026-04-19T11:05:27.088" v="11384" actId="20577"/>
          <ac:spMkLst>
            <pc:docMk/>
            <pc:sldMk cId="0" sldId="301"/>
            <ac:spMk id="12" creationId="{00000000-0000-0000-0000-000000000000}"/>
          </ac:spMkLst>
        </pc:spChg>
        <pc:spChg chg="mod">
          <ac:chgData name="Zheng, Xinyue" userId="463dbdee-3a91-4da5-8c02-eb7d819f400f" providerId="ADAL" clId="{6166D0B7-0C52-520D-8E8C-744A4B1D6A1D}" dt="2026-04-19T11:05:23.302" v="11381" actId="1076"/>
          <ac:spMkLst>
            <pc:docMk/>
            <pc:sldMk cId="0" sldId="301"/>
            <ac:spMk id="15" creationId="{00000000-0000-0000-0000-000000000000}"/>
          </ac:spMkLst>
        </pc:spChg>
        <pc:spChg chg="mod">
          <ac:chgData name="Zheng, Xinyue" userId="463dbdee-3a91-4da5-8c02-eb7d819f400f" providerId="ADAL" clId="{6166D0B7-0C52-520D-8E8C-744A4B1D6A1D}" dt="2026-04-19T11:05:02.739" v="11377" actId="20577"/>
          <ac:spMkLst>
            <pc:docMk/>
            <pc:sldMk cId="0" sldId="301"/>
            <ac:spMk id="16" creationId="{00000000-0000-0000-0000-000000000000}"/>
          </ac:spMkLst>
        </pc:spChg>
        <pc:spChg chg="mod">
          <ac:chgData name="Zheng, Xinyue" userId="463dbdee-3a91-4da5-8c02-eb7d819f400f" providerId="ADAL" clId="{6166D0B7-0C52-520D-8E8C-744A4B1D6A1D}" dt="2026-04-19T11:05:46.647" v="11388" actId="1076"/>
          <ac:spMkLst>
            <pc:docMk/>
            <pc:sldMk cId="0" sldId="301"/>
            <ac:spMk id="19" creationId="{00000000-0000-0000-0000-000000000000}"/>
          </ac:spMkLst>
        </pc:spChg>
        <pc:spChg chg="del">
          <ac:chgData name="Zheng, Xinyue" userId="463dbdee-3a91-4da5-8c02-eb7d819f400f" providerId="ADAL" clId="{6166D0B7-0C52-520D-8E8C-744A4B1D6A1D}" dt="2026-04-19T11:05:31.332" v="11385" actId="478"/>
          <ac:spMkLst>
            <pc:docMk/>
            <pc:sldMk cId="0" sldId="301"/>
            <ac:spMk id="20" creationId="{00000000-0000-0000-0000-000000000000}"/>
          </ac:spMkLst>
        </pc:spChg>
        <pc:spChg chg="del">
          <ac:chgData name="Zheng, Xinyue" userId="463dbdee-3a91-4da5-8c02-eb7d819f400f" providerId="ADAL" clId="{6166D0B7-0C52-520D-8E8C-744A4B1D6A1D}" dt="2026-04-19T11:05:51.764" v="11390" actId="478"/>
          <ac:spMkLst>
            <pc:docMk/>
            <pc:sldMk cId="0" sldId="301"/>
            <ac:spMk id="21" creationId="{00000000-0000-0000-0000-000000000000}"/>
          </ac:spMkLst>
        </pc:spChg>
        <pc:spChg chg="del">
          <ac:chgData name="Zheng, Xinyue" userId="463dbdee-3a91-4da5-8c02-eb7d819f400f" providerId="ADAL" clId="{6166D0B7-0C52-520D-8E8C-744A4B1D6A1D}" dt="2026-04-19T11:05:50.231" v="11389" actId="478"/>
          <ac:spMkLst>
            <pc:docMk/>
            <pc:sldMk cId="0" sldId="301"/>
            <ac:spMk id="22" creationId="{00000000-0000-0000-0000-000000000000}"/>
          </ac:spMkLst>
        </pc:spChg>
        <pc:spChg chg="del">
          <ac:chgData name="Zheng, Xinyue" userId="463dbdee-3a91-4da5-8c02-eb7d819f400f" providerId="ADAL" clId="{6166D0B7-0C52-520D-8E8C-744A4B1D6A1D}" dt="2026-04-19T11:05:50.231" v="11389" actId="478"/>
          <ac:spMkLst>
            <pc:docMk/>
            <pc:sldMk cId="0" sldId="301"/>
            <ac:spMk id="23" creationId="{00000000-0000-0000-0000-000000000000}"/>
          </ac:spMkLst>
        </pc:spChg>
        <pc:spChg chg="del">
          <ac:chgData name="Zheng, Xinyue" userId="463dbdee-3a91-4da5-8c02-eb7d819f400f" providerId="ADAL" clId="{6166D0B7-0C52-520D-8E8C-744A4B1D6A1D}" dt="2026-04-19T11:05:50.231" v="11389" actId="478"/>
          <ac:spMkLst>
            <pc:docMk/>
            <pc:sldMk cId="0" sldId="301"/>
            <ac:spMk id="24" creationId="{00000000-0000-0000-0000-000000000000}"/>
          </ac:spMkLst>
        </pc:spChg>
        <pc:spChg chg="mod">
          <ac:chgData name="Zheng, Xinyue" userId="463dbdee-3a91-4da5-8c02-eb7d819f400f" providerId="ADAL" clId="{6166D0B7-0C52-520D-8E8C-744A4B1D6A1D}" dt="2026-04-19T11:06:03.048" v="11391" actId="1076"/>
          <ac:spMkLst>
            <pc:docMk/>
            <pc:sldMk cId="0" sldId="301"/>
            <ac:spMk id="25" creationId="{00000000-0000-0000-0000-000000000000}"/>
          </ac:spMkLst>
        </pc:spChg>
        <pc:spChg chg="mod">
          <ac:chgData name="Zheng, Xinyue" userId="463dbdee-3a91-4da5-8c02-eb7d819f400f" providerId="ADAL" clId="{6166D0B7-0C52-520D-8E8C-744A4B1D6A1D}" dt="2026-04-19T11:06:03.048" v="11391" actId="1076"/>
          <ac:spMkLst>
            <pc:docMk/>
            <pc:sldMk cId="0" sldId="301"/>
            <ac:spMk id="26" creationId="{00000000-0000-0000-0000-000000000000}"/>
          </ac:spMkLst>
        </pc:spChg>
        <pc:spChg chg="add del mod">
          <ac:chgData name="Zheng, Xinyue" userId="463dbdee-3a91-4da5-8c02-eb7d819f400f" providerId="ADAL" clId="{6166D0B7-0C52-520D-8E8C-744A4B1D6A1D}" dt="2026-04-19T11:09:24.253" v="11402"/>
          <ac:spMkLst>
            <pc:docMk/>
            <pc:sldMk cId="0" sldId="301"/>
            <ac:spMk id="27" creationId="{00000000-0000-0000-0000-000000000000}"/>
          </ac:spMkLst>
        </pc:spChg>
        <pc:spChg chg="add del mod">
          <ac:chgData name="Zheng, Xinyue" userId="463dbdee-3a91-4da5-8c02-eb7d819f400f" providerId="ADAL" clId="{6166D0B7-0C52-520D-8E8C-744A4B1D6A1D}" dt="2026-04-19T11:09:19.850" v="11400" actId="478"/>
          <ac:spMkLst>
            <pc:docMk/>
            <pc:sldMk cId="0" sldId="301"/>
            <ac:spMk id="28" creationId="{00000000-0000-0000-0000-000000000000}"/>
          </ac:spMkLst>
        </pc:spChg>
        <pc:spChg chg="del mod">
          <ac:chgData name="Zheng, Xinyue" userId="463dbdee-3a91-4da5-8c02-eb7d819f400f" providerId="ADAL" clId="{6166D0B7-0C52-520D-8E8C-744A4B1D6A1D}" dt="2026-04-19T11:06:08.002" v="11393" actId="478"/>
          <ac:spMkLst>
            <pc:docMk/>
            <pc:sldMk cId="0" sldId="301"/>
            <ac:spMk id="29" creationId="{00000000-0000-0000-0000-000000000000}"/>
          </ac:spMkLst>
        </pc:spChg>
        <pc:spChg chg="del">
          <ac:chgData name="Zheng, Xinyue" userId="463dbdee-3a91-4da5-8c02-eb7d819f400f" providerId="ADAL" clId="{6166D0B7-0C52-520D-8E8C-744A4B1D6A1D}" dt="2026-04-19T10:57:28.070" v="11254" actId="478"/>
          <ac:spMkLst>
            <pc:docMk/>
            <pc:sldMk cId="0" sldId="301"/>
            <ac:spMk id="30" creationId="{00000000-0000-0000-0000-000000000000}"/>
          </ac:spMkLst>
        </pc:spChg>
        <pc:spChg chg="del">
          <ac:chgData name="Zheng, Xinyue" userId="463dbdee-3a91-4da5-8c02-eb7d819f400f" providerId="ADAL" clId="{6166D0B7-0C52-520D-8E8C-744A4B1D6A1D}" dt="2026-04-19T10:57:26.441" v="11253" actId="478"/>
          <ac:spMkLst>
            <pc:docMk/>
            <pc:sldMk cId="0" sldId="301"/>
            <ac:spMk id="32" creationId="{00000000-0000-0000-0000-000000000000}"/>
          </ac:spMkLst>
        </pc:spChg>
        <pc:spChg chg="mod">
          <ac:chgData name="Zheng, Xinyue" userId="463dbdee-3a91-4da5-8c02-eb7d819f400f" providerId="ADAL" clId="{6166D0B7-0C52-520D-8E8C-744A4B1D6A1D}" dt="2026-04-19T10:57:53.171" v="11259" actId="1076"/>
          <ac:spMkLst>
            <pc:docMk/>
            <pc:sldMk cId="0" sldId="301"/>
            <ac:spMk id="33" creationId="{00000000-0000-0000-0000-000000000000}"/>
          </ac:spMkLst>
        </pc:spChg>
        <pc:spChg chg="mod">
          <ac:chgData name="Zheng, Xinyue" userId="463dbdee-3a91-4da5-8c02-eb7d819f400f" providerId="ADAL" clId="{6166D0B7-0C52-520D-8E8C-744A4B1D6A1D}" dt="2026-04-19T11:00:12.794" v="11309" actId="14100"/>
          <ac:spMkLst>
            <pc:docMk/>
            <pc:sldMk cId="0" sldId="301"/>
            <ac:spMk id="34" creationId="{00000000-0000-0000-0000-000000000000}"/>
          </ac:spMkLst>
        </pc:spChg>
        <pc:spChg chg="mod">
          <ac:chgData name="Zheng, Xinyue" userId="463dbdee-3a91-4da5-8c02-eb7d819f400f" providerId="ADAL" clId="{6166D0B7-0C52-520D-8E8C-744A4B1D6A1D}" dt="2026-04-19T11:00:15.197" v="11310" actId="14100"/>
          <ac:spMkLst>
            <pc:docMk/>
            <pc:sldMk cId="0" sldId="301"/>
            <ac:spMk id="35" creationId="{00000000-0000-0000-0000-000000000000}"/>
          </ac:spMkLst>
        </pc:spChg>
        <pc:spChg chg="mod">
          <ac:chgData name="Zheng, Xinyue" userId="463dbdee-3a91-4da5-8c02-eb7d819f400f" providerId="ADAL" clId="{6166D0B7-0C52-520D-8E8C-744A4B1D6A1D}" dt="2026-04-19T11:00:07.422" v="11307" actId="14100"/>
          <ac:spMkLst>
            <pc:docMk/>
            <pc:sldMk cId="0" sldId="301"/>
            <ac:spMk id="36" creationId="{00000000-0000-0000-0000-000000000000}"/>
          </ac:spMkLst>
        </pc:spChg>
        <pc:spChg chg="mod">
          <ac:chgData name="Zheng, Xinyue" userId="463dbdee-3a91-4da5-8c02-eb7d819f400f" providerId="ADAL" clId="{6166D0B7-0C52-520D-8E8C-744A4B1D6A1D}" dt="2026-04-19T11:00:39.957" v="11348" actId="14100"/>
          <ac:spMkLst>
            <pc:docMk/>
            <pc:sldMk cId="0" sldId="301"/>
            <ac:spMk id="37" creationId="{00000000-0000-0000-0000-000000000000}"/>
          </ac:spMkLst>
        </pc:spChg>
        <pc:spChg chg="del">
          <ac:chgData name="Zheng, Xinyue" userId="463dbdee-3a91-4da5-8c02-eb7d819f400f" providerId="ADAL" clId="{6166D0B7-0C52-520D-8E8C-744A4B1D6A1D}" dt="2026-04-19T11:20:44.802" v="11529" actId="478"/>
          <ac:spMkLst>
            <pc:docMk/>
            <pc:sldMk cId="0" sldId="301"/>
            <ac:spMk id="39" creationId="{00000000-0000-0000-0000-000000000000}"/>
          </ac:spMkLst>
        </pc:spChg>
        <pc:spChg chg="mod">
          <ac:chgData name="Zheng, Xinyue" userId="463dbdee-3a91-4da5-8c02-eb7d819f400f" providerId="ADAL" clId="{6166D0B7-0C52-520D-8E8C-744A4B1D6A1D}" dt="2026-04-19T11:20:38.743" v="11528" actId="20577"/>
          <ac:spMkLst>
            <pc:docMk/>
            <pc:sldMk cId="0" sldId="301"/>
            <ac:spMk id="43" creationId="{00000000-0000-0000-0000-000000000000}"/>
          </ac:spMkLst>
        </pc:spChg>
        <pc:spChg chg="mod">
          <ac:chgData name="Zheng, Xinyue" userId="463dbdee-3a91-4da5-8c02-eb7d819f400f" providerId="ADAL" clId="{6166D0B7-0C52-520D-8E8C-744A4B1D6A1D}" dt="2026-04-19T10:59:21.981" v="11304" actId="20577"/>
          <ac:spMkLst>
            <pc:docMk/>
            <pc:sldMk cId="0" sldId="301"/>
            <ac:spMk id="46" creationId="{00000000-0000-0000-0000-000000000000}"/>
          </ac:spMkLst>
        </pc:spChg>
        <pc:spChg chg="mod">
          <ac:chgData name="Zheng, Xinyue" userId="463dbdee-3a91-4da5-8c02-eb7d819f400f" providerId="ADAL" clId="{6166D0B7-0C52-520D-8E8C-744A4B1D6A1D}" dt="2026-04-19T10:59:12.782" v="11291" actId="20577"/>
          <ac:spMkLst>
            <pc:docMk/>
            <pc:sldMk cId="0" sldId="301"/>
            <ac:spMk id="47" creationId="{00000000-0000-0000-0000-000000000000}"/>
          </ac:spMkLst>
        </pc:spChg>
        <pc:spChg chg="add mod">
          <ac:chgData name="Zheng, Xinyue" userId="463dbdee-3a91-4da5-8c02-eb7d819f400f" providerId="ADAL" clId="{6166D0B7-0C52-520D-8E8C-744A4B1D6A1D}" dt="2026-04-19T11:00:35.886" v="11347" actId="1076"/>
          <ac:spMkLst>
            <pc:docMk/>
            <pc:sldMk cId="0" sldId="301"/>
            <ac:spMk id="51" creationId="{68D36240-7C5E-65C5-1136-896390CB2BA8}"/>
          </ac:spMkLst>
        </pc:spChg>
        <pc:spChg chg="add del">
          <ac:chgData name="Zheng, Xinyue" userId="463dbdee-3a91-4da5-8c02-eb7d819f400f" providerId="ADAL" clId="{6166D0B7-0C52-520D-8E8C-744A4B1D6A1D}" dt="2026-04-19T11:09:16.842" v="11397" actId="22"/>
          <ac:spMkLst>
            <pc:docMk/>
            <pc:sldMk cId="0" sldId="301"/>
            <ac:spMk id="54" creationId="{00D33A23-7CA0-F12E-6423-A6F51104730D}"/>
          </ac:spMkLst>
        </pc:spChg>
        <pc:cxnChg chg="add mod">
          <ac:chgData name="Zheng, Xinyue" userId="463dbdee-3a91-4da5-8c02-eb7d819f400f" providerId="ADAL" clId="{6166D0B7-0C52-520D-8E8C-744A4B1D6A1D}" dt="2026-04-19T11:00:12.794" v="11309" actId="14100"/>
          <ac:cxnSpMkLst>
            <pc:docMk/>
            <pc:sldMk cId="0" sldId="301"/>
            <ac:cxnSpMk id="48" creationId="{ECD8856D-D1EE-38C3-3158-C58EEF75E195}"/>
          </ac:cxnSpMkLst>
        </pc:cxnChg>
        <pc:cxnChg chg="add mod">
          <ac:chgData name="Zheng, Xinyue" userId="463dbdee-3a91-4da5-8c02-eb7d819f400f" providerId="ADAL" clId="{6166D0B7-0C52-520D-8E8C-744A4B1D6A1D}" dt="2026-04-19T10:57:49.392" v="11258" actId="13822"/>
          <ac:cxnSpMkLst>
            <pc:docMk/>
            <pc:sldMk cId="0" sldId="301"/>
            <ac:cxnSpMk id="50" creationId="{95075B1F-E9BE-D340-9F80-C835871219FE}"/>
          </ac:cxnSpMkLst>
        </pc:cxnChg>
        <pc:cxnChg chg="add mod">
          <ac:chgData name="Zheng, Xinyue" userId="463dbdee-3a91-4da5-8c02-eb7d819f400f" providerId="ADAL" clId="{6166D0B7-0C52-520D-8E8C-744A4B1D6A1D}" dt="2026-04-19T11:21:10.072" v="11532" actId="693"/>
          <ac:cxnSpMkLst>
            <pc:docMk/>
            <pc:sldMk cId="0" sldId="301"/>
            <ac:cxnSpMk id="56" creationId="{F1F688E1-1945-E836-5A9A-4BC2E6387905}"/>
          </ac:cxnSpMkLst>
        </pc:cxnChg>
      </pc:sldChg>
      <pc:sldChg chg="addSp delSp modSp add mod setBg">
        <pc:chgData name="Zheng, Xinyue" userId="463dbdee-3a91-4da5-8c02-eb7d819f400f" providerId="ADAL" clId="{6166D0B7-0C52-520D-8E8C-744A4B1D6A1D}" dt="2026-04-19T11:19:22.068" v="11454" actId="1076"/>
        <pc:sldMkLst>
          <pc:docMk/>
          <pc:sldMk cId="0" sldId="302"/>
        </pc:sldMkLst>
        <pc:spChg chg="mod">
          <ac:chgData name="Zheng, Xinyue" userId="463dbdee-3a91-4da5-8c02-eb7d819f400f" providerId="ADAL" clId="{6166D0B7-0C52-520D-8E8C-744A4B1D6A1D}" dt="2026-04-19T11:09:58.145" v="11424" actId="20577"/>
          <ac:spMkLst>
            <pc:docMk/>
            <pc:sldMk cId="0" sldId="302"/>
            <ac:spMk id="14" creationId="{00000000-0000-0000-0000-000000000000}"/>
          </ac:spMkLst>
        </pc:spChg>
        <pc:spChg chg="del">
          <ac:chgData name="Zheng, Xinyue" userId="463dbdee-3a91-4da5-8c02-eb7d819f400f" providerId="ADAL" clId="{6166D0B7-0C52-520D-8E8C-744A4B1D6A1D}" dt="2026-04-19T11:18:57.434" v="11447" actId="478"/>
          <ac:spMkLst>
            <pc:docMk/>
            <pc:sldMk cId="0" sldId="302"/>
            <ac:spMk id="25" creationId="{00000000-0000-0000-0000-000000000000}"/>
          </ac:spMkLst>
        </pc:spChg>
        <pc:spChg chg="mod">
          <ac:chgData name="Zheng, Xinyue" userId="463dbdee-3a91-4da5-8c02-eb7d819f400f" providerId="ADAL" clId="{6166D0B7-0C52-520D-8E8C-744A4B1D6A1D}" dt="2026-04-19T11:18:47.136" v="11445" actId="1076"/>
          <ac:spMkLst>
            <pc:docMk/>
            <pc:sldMk cId="0" sldId="302"/>
            <ac:spMk id="26" creationId="{00000000-0000-0000-0000-000000000000}"/>
          </ac:spMkLst>
        </pc:spChg>
        <pc:spChg chg="del">
          <ac:chgData name="Zheng, Xinyue" userId="463dbdee-3a91-4da5-8c02-eb7d819f400f" providerId="ADAL" clId="{6166D0B7-0C52-520D-8E8C-744A4B1D6A1D}" dt="2026-04-19T11:19:08.227" v="11450" actId="478"/>
          <ac:spMkLst>
            <pc:docMk/>
            <pc:sldMk cId="0" sldId="302"/>
            <ac:spMk id="31" creationId="{00000000-0000-0000-0000-000000000000}"/>
          </ac:spMkLst>
        </pc:spChg>
        <pc:spChg chg="mod">
          <ac:chgData name="Zheng, Xinyue" userId="463dbdee-3a91-4da5-8c02-eb7d819f400f" providerId="ADAL" clId="{6166D0B7-0C52-520D-8E8C-744A4B1D6A1D}" dt="2026-04-19T11:18:51.186" v="11446" actId="1076"/>
          <ac:spMkLst>
            <pc:docMk/>
            <pc:sldMk cId="0" sldId="302"/>
            <ac:spMk id="32" creationId="{00000000-0000-0000-0000-000000000000}"/>
          </ac:spMkLst>
        </pc:spChg>
        <pc:spChg chg="mod">
          <ac:chgData name="Zheng, Xinyue" userId="463dbdee-3a91-4da5-8c02-eb7d819f400f" providerId="ADAL" clId="{6166D0B7-0C52-520D-8E8C-744A4B1D6A1D}" dt="2026-04-19T11:18:37.205" v="11444" actId="20577"/>
          <ac:spMkLst>
            <pc:docMk/>
            <pc:sldMk cId="0" sldId="302"/>
            <ac:spMk id="36" creationId="{00000000-0000-0000-0000-000000000000}"/>
          </ac:spMkLst>
        </pc:spChg>
        <pc:cxnChg chg="add mod">
          <ac:chgData name="Zheng, Xinyue" userId="463dbdee-3a91-4da5-8c02-eb7d819f400f" providerId="ADAL" clId="{6166D0B7-0C52-520D-8E8C-744A4B1D6A1D}" dt="2026-04-19T11:19:04.542" v="11449" actId="13822"/>
          <ac:cxnSpMkLst>
            <pc:docMk/>
            <pc:sldMk cId="0" sldId="302"/>
            <ac:cxnSpMk id="42" creationId="{179B1EE9-C020-A45B-588D-20558D753DD4}"/>
          </ac:cxnSpMkLst>
        </pc:cxnChg>
        <pc:cxnChg chg="add mod">
          <ac:chgData name="Zheng, Xinyue" userId="463dbdee-3a91-4da5-8c02-eb7d819f400f" providerId="ADAL" clId="{6166D0B7-0C52-520D-8E8C-744A4B1D6A1D}" dt="2026-04-19T11:19:22.068" v="11454" actId="1076"/>
          <ac:cxnSpMkLst>
            <pc:docMk/>
            <pc:sldMk cId="0" sldId="302"/>
            <ac:cxnSpMk id="44" creationId="{5BB30CD8-8262-DC84-67F0-85B91C30C126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723255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5F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0C9A0"/>
          </a:solidFill>
          <a:ln w="12700">
            <a:solidFill>
              <a:srgbClr val="00C9A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94360" y="1097280"/>
            <a:ext cx="7955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USID Outage Impact Assessment</a:t>
            </a:r>
            <a:endParaRPr lang="en-US" sz="4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E6199AB-8713-2411-DE58-394E436CFA50}"/>
              </a:ext>
            </a:extLst>
          </p:cNvPr>
          <p:cNvSpPr txBox="1"/>
          <p:nvPr/>
        </p:nvSpPr>
        <p:spPr>
          <a:xfrm>
            <a:off x="4924926" y="2189747"/>
            <a:ext cx="340894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Presenter: Xinyue Zheng</a:t>
            </a:r>
          </a:p>
          <a:p>
            <a:r>
              <a:rPr lang="en-US" dirty="0">
                <a:solidFill>
                  <a:schemeClr val="bg1"/>
                </a:solidFill>
              </a:rPr>
              <a:t>Collaborator: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E6B5C"/>
          </a:solidFill>
          <a:ln w="12700">
            <a:solidFill>
              <a:srgbClr val="1E6B5C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56032" y="0"/>
            <a:ext cx="863193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Assessing the Impact of Cellular Base Station Outages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365760" y="685800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Scenario: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1234440" y="6858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cellular base station goes offline (maintenance or failure)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65760" y="987552"/>
            <a:ext cx="2057400" cy="713232"/>
          </a:xfrm>
          <a:prstGeom prst="rect">
            <a:avLst/>
          </a:prstGeom>
          <a:solidFill>
            <a:srgbClr val="FFF7ED"/>
          </a:solidFill>
          <a:ln w="10160">
            <a:solidFill>
              <a:srgbClr val="FED7AA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365760" y="987552"/>
            <a:ext cx="256032" cy="256032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65760" y="9875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58368" y="1005840"/>
            <a:ext cx="1719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severe is the impact?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57200" y="1261872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i="1" dirty="0">
                <a:solidFill>
                  <a:srgbClr val="9A3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care calls increase significantly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560320" y="987552"/>
            <a:ext cx="2148840" cy="713232"/>
          </a:xfrm>
          <a:prstGeom prst="rect">
            <a:avLst/>
          </a:prstGeom>
          <a:solidFill>
            <a:srgbClr val="EFF6FF"/>
          </a:solidFill>
          <a:ln w="1016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2560320" y="987552"/>
            <a:ext cx="256032" cy="25603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2560320" y="9875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852928" y="1005840"/>
            <a:ext cx="1801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does the impact occur?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651760" y="1261872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i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geographic zones are most affected?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65760" y="1828800"/>
            <a:ext cx="4343400" cy="274320"/>
          </a:xfrm>
          <a:prstGeom prst="rect">
            <a:avLst/>
          </a:prstGeom>
          <a:solidFill>
            <a:srgbClr val="F0FDF4"/>
          </a:solidFill>
          <a:ln w="8890">
            <a:solidFill>
              <a:srgbClr val="86EFAC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38912" y="182880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Accurate pre-assessment enables proactive planning and resource allocation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754880" y="621792"/>
            <a:ext cx="4224528" cy="1536192"/>
          </a:xfrm>
          <a:prstGeom prst="rect">
            <a:avLst/>
          </a:prstGeom>
          <a:solidFill>
            <a:srgbClr val="F9FAFB"/>
          </a:solidFill>
          <a:ln w="889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5239512" y="713232"/>
            <a:ext cx="3200400" cy="1133856"/>
          </a:xfrm>
          <a:prstGeom prst="ellipse">
            <a:avLst/>
          </a:prstGeom>
          <a:solidFill>
            <a:srgbClr val="FFFFFF">
              <a:alpha val="0"/>
            </a:srgbClr>
          </a:solidFill>
          <a:ln w="12700">
            <a:solidFill>
              <a:srgbClr val="FCA5A5"/>
            </a:solidFill>
            <a:prstDash val="dash"/>
          </a:ln>
        </p:spPr>
        <p:txBody>
          <a:bodyPr/>
          <a:lstStyle/>
          <a:p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5971032" y="914400"/>
            <a:ext cx="1737360" cy="731520"/>
          </a:xfrm>
          <a:prstGeom prst="ellipse">
            <a:avLst/>
          </a:prstGeom>
          <a:solidFill>
            <a:srgbClr val="FEE2E2">
              <a:alpha val="70000"/>
            </a:srgbClr>
          </a:solidFill>
          <a:ln w="6350">
            <a:solidFill>
              <a:srgbClr val="FCA5A5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6858000" y="822960"/>
            <a:ext cx="32004" cy="292608"/>
          </a:xfrm>
          <a:prstGeom prst="rect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6793992" y="822960"/>
            <a:ext cx="137160" cy="22860"/>
          </a:xfrm>
          <a:prstGeom prst="rect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6757416" y="713232"/>
            <a:ext cx="164592" cy="164592"/>
          </a:xfrm>
          <a:prstGeom prst="ellipse">
            <a:avLst/>
          </a:prstGeom>
          <a:solidFill>
            <a:srgbClr val="EF4444"/>
          </a:solidFill>
          <a:ln w="1016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6949440" y="704088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</a:t>
            </a:r>
            <a:endParaRPr lang="en-US" sz="600" dirty="0"/>
          </a:p>
        </p:txBody>
      </p:sp>
      <p:sp>
        <p:nvSpPr>
          <p:cNvPr id="25" name="Shape 23"/>
          <p:cNvSpPr/>
          <p:nvPr/>
        </p:nvSpPr>
        <p:spPr>
          <a:xfrm>
            <a:off x="6675120" y="1207008"/>
            <a:ext cx="68580" cy="68580"/>
          </a:xfrm>
          <a:prstGeom prst="ellipse">
            <a:avLst/>
          </a:prstGeom>
          <a:solidFill>
            <a:srgbClr val="EF4444"/>
          </a:solidFill>
          <a:ln w="381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6" name="Shape 24"/>
          <p:cNvSpPr/>
          <p:nvPr/>
        </p:nvSpPr>
        <p:spPr>
          <a:xfrm>
            <a:off x="6784848" y="1307592"/>
            <a:ext cx="68580" cy="68580"/>
          </a:xfrm>
          <a:prstGeom prst="ellipse">
            <a:avLst/>
          </a:prstGeom>
          <a:solidFill>
            <a:srgbClr val="EF4444"/>
          </a:solidFill>
          <a:ln w="381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7" name="Shape 25"/>
          <p:cNvSpPr/>
          <p:nvPr/>
        </p:nvSpPr>
        <p:spPr>
          <a:xfrm>
            <a:off x="6912864" y="1207008"/>
            <a:ext cx="68580" cy="68580"/>
          </a:xfrm>
          <a:prstGeom prst="ellipse">
            <a:avLst/>
          </a:prstGeom>
          <a:solidFill>
            <a:srgbClr val="EF4444"/>
          </a:solidFill>
          <a:ln w="381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8" name="Shape 26"/>
          <p:cNvSpPr/>
          <p:nvPr/>
        </p:nvSpPr>
        <p:spPr>
          <a:xfrm>
            <a:off x="6803136" y="1417320"/>
            <a:ext cx="68580" cy="68580"/>
          </a:xfrm>
          <a:prstGeom prst="ellipse">
            <a:avLst/>
          </a:prstGeom>
          <a:solidFill>
            <a:srgbClr val="EF4444"/>
          </a:solidFill>
          <a:ln w="381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9" name="Shape 27"/>
          <p:cNvSpPr/>
          <p:nvPr/>
        </p:nvSpPr>
        <p:spPr>
          <a:xfrm>
            <a:off x="6976872" y="1344168"/>
            <a:ext cx="68580" cy="68580"/>
          </a:xfrm>
          <a:prstGeom prst="ellipse">
            <a:avLst/>
          </a:prstGeom>
          <a:solidFill>
            <a:srgbClr val="EF4444"/>
          </a:solidFill>
          <a:ln w="381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0" name="Shape 28"/>
          <p:cNvSpPr/>
          <p:nvPr/>
        </p:nvSpPr>
        <p:spPr>
          <a:xfrm>
            <a:off x="6684264" y="1435608"/>
            <a:ext cx="68580" cy="68580"/>
          </a:xfrm>
          <a:prstGeom prst="ellipse">
            <a:avLst/>
          </a:prstGeom>
          <a:solidFill>
            <a:srgbClr val="EF4444"/>
          </a:solidFill>
          <a:ln w="381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1" name="Shape 29"/>
          <p:cNvSpPr/>
          <p:nvPr/>
        </p:nvSpPr>
        <p:spPr>
          <a:xfrm>
            <a:off x="5559552" y="1051560"/>
            <a:ext cx="68580" cy="68580"/>
          </a:xfrm>
          <a:prstGeom prst="ellipse">
            <a:avLst/>
          </a:prstGeom>
          <a:solidFill>
            <a:srgbClr val="9CA3AF"/>
          </a:solidFill>
          <a:ln w="381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2" name="Shape 30"/>
          <p:cNvSpPr/>
          <p:nvPr/>
        </p:nvSpPr>
        <p:spPr>
          <a:xfrm>
            <a:off x="5669280" y="1353312"/>
            <a:ext cx="68580" cy="68580"/>
          </a:xfrm>
          <a:prstGeom prst="ellipse">
            <a:avLst/>
          </a:prstGeom>
          <a:solidFill>
            <a:srgbClr val="9CA3AF"/>
          </a:solidFill>
          <a:ln w="381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3" name="Shape 31"/>
          <p:cNvSpPr/>
          <p:nvPr/>
        </p:nvSpPr>
        <p:spPr>
          <a:xfrm>
            <a:off x="5650992" y="1627632"/>
            <a:ext cx="68580" cy="68580"/>
          </a:xfrm>
          <a:prstGeom prst="ellipse">
            <a:avLst/>
          </a:prstGeom>
          <a:solidFill>
            <a:srgbClr val="9CA3AF"/>
          </a:solidFill>
          <a:ln w="381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4" name="Shape 32"/>
          <p:cNvSpPr/>
          <p:nvPr/>
        </p:nvSpPr>
        <p:spPr>
          <a:xfrm>
            <a:off x="8138160" y="1024128"/>
            <a:ext cx="68580" cy="68580"/>
          </a:xfrm>
          <a:prstGeom prst="ellipse">
            <a:avLst/>
          </a:prstGeom>
          <a:solidFill>
            <a:srgbClr val="9CA3AF"/>
          </a:solidFill>
          <a:ln w="381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5" name="Shape 33"/>
          <p:cNvSpPr/>
          <p:nvPr/>
        </p:nvSpPr>
        <p:spPr>
          <a:xfrm>
            <a:off x="8229600" y="1371600"/>
            <a:ext cx="68580" cy="68580"/>
          </a:xfrm>
          <a:prstGeom prst="ellipse">
            <a:avLst/>
          </a:prstGeom>
          <a:solidFill>
            <a:srgbClr val="9CA3AF"/>
          </a:solidFill>
          <a:ln w="381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6" name="Shape 34"/>
          <p:cNvSpPr/>
          <p:nvPr/>
        </p:nvSpPr>
        <p:spPr>
          <a:xfrm>
            <a:off x="8101584" y="1664208"/>
            <a:ext cx="68580" cy="68580"/>
          </a:xfrm>
          <a:prstGeom prst="ellipse">
            <a:avLst/>
          </a:prstGeom>
          <a:solidFill>
            <a:srgbClr val="9CA3AF"/>
          </a:solidFill>
          <a:ln w="381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7" name="Shape 35"/>
          <p:cNvSpPr/>
          <p:nvPr/>
        </p:nvSpPr>
        <p:spPr>
          <a:xfrm>
            <a:off x="6611112" y="1828800"/>
            <a:ext cx="68580" cy="68580"/>
          </a:xfrm>
          <a:prstGeom prst="ellipse">
            <a:avLst/>
          </a:prstGeom>
          <a:solidFill>
            <a:srgbClr val="9CA3AF"/>
          </a:solidFill>
          <a:ln w="381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8" name="Shape 36"/>
          <p:cNvSpPr/>
          <p:nvPr/>
        </p:nvSpPr>
        <p:spPr>
          <a:xfrm>
            <a:off x="7159752" y="1828800"/>
            <a:ext cx="68580" cy="68580"/>
          </a:xfrm>
          <a:prstGeom prst="ellipse">
            <a:avLst/>
          </a:prstGeom>
          <a:solidFill>
            <a:srgbClr val="9CA3AF"/>
          </a:solidFill>
          <a:ln w="381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9" name="Shape 37"/>
          <p:cNvSpPr/>
          <p:nvPr/>
        </p:nvSpPr>
        <p:spPr>
          <a:xfrm>
            <a:off x="5335524" y="658368"/>
            <a:ext cx="22860" cy="128016"/>
          </a:xfrm>
          <a:prstGeom prst="rect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40" name="Shape 38"/>
          <p:cNvSpPr/>
          <p:nvPr/>
        </p:nvSpPr>
        <p:spPr>
          <a:xfrm>
            <a:off x="5303520" y="658368"/>
            <a:ext cx="82296" cy="13716"/>
          </a:xfrm>
          <a:prstGeom prst="rect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41" name="Shape 39"/>
          <p:cNvSpPr/>
          <p:nvPr/>
        </p:nvSpPr>
        <p:spPr>
          <a:xfrm>
            <a:off x="6213348" y="621792"/>
            <a:ext cx="22860" cy="128016"/>
          </a:xfrm>
          <a:prstGeom prst="rect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42" name="Shape 40"/>
          <p:cNvSpPr/>
          <p:nvPr/>
        </p:nvSpPr>
        <p:spPr>
          <a:xfrm>
            <a:off x="6181344" y="621792"/>
            <a:ext cx="82296" cy="13716"/>
          </a:xfrm>
          <a:prstGeom prst="rect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43" name="Shape 41"/>
          <p:cNvSpPr/>
          <p:nvPr/>
        </p:nvSpPr>
        <p:spPr>
          <a:xfrm>
            <a:off x="7100316" y="621792"/>
            <a:ext cx="22860" cy="128016"/>
          </a:xfrm>
          <a:prstGeom prst="rect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44" name="Shape 42"/>
          <p:cNvSpPr/>
          <p:nvPr/>
        </p:nvSpPr>
        <p:spPr>
          <a:xfrm>
            <a:off x="7068312" y="621792"/>
            <a:ext cx="82296" cy="13716"/>
          </a:xfrm>
          <a:prstGeom prst="rect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45" name="Shape 43"/>
          <p:cNvSpPr/>
          <p:nvPr/>
        </p:nvSpPr>
        <p:spPr>
          <a:xfrm>
            <a:off x="8042148" y="777240"/>
            <a:ext cx="22860" cy="128016"/>
          </a:xfrm>
          <a:prstGeom prst="rect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46" name="Shape 44"/>
          <p:cNvSpPr/>
          <p:nvPr/>
        </p:nvSpPr>
        <p:spPr>
          <a:xfrm>
            <a:off x="8010144" y="777240"/>
            <a:ext cx="82296" cy="13716"/>
          </a:xfrm>
          <a:prstGeom prst="rect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47" name="Shape 45"/>
          <p:cNvSpPr/>
          <p:nvPr/>
        </p:nvSpPr>
        <p:spPr>
          <a:xfrm>
            <a:off x="8444484" y="1280160"/>
            <a:ext cx="22860" cy="128016"/>
          </a:xfrm>
          <a:prstGeom prst="rect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48" name="Shape 46"/>
          <p:cNvSpPr/>
          <p:nvPr/>
        </p:nvSpPr>
        <p:spPr>
          <a:xfrm>
            <a:off x="8412480" y="1280160"/>
            <a:ext cx="82296" cy="13716"/>
          </a:xfrm>
          <a:prstGeom prst="rect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49" name="Shape 47"/>
          <p:cNvSpPr/>
          <p:nvPr/>
        </p:nvSpPr>
        <p:spPr>
          <a:xfrm>
            <a:off x="8243316" y="1828800"/>
            <a:ext cx="22860" cy="128016"/>
          </a:xfrm>
          <a:prstGeom prst="rect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50" name="Shape 48"/>
          <p:cNvSpPr/>
          <p:nvPr/>
        </p:nvSpPr>
        <p:spPr>
          <a:xfrm>
            <a:off x="8211312" y="1828800"/>
            <a:ext cx="82296" cy="13716"/>
          </a:xfrm>
          <a:prstGeom prst="rect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51" name="Shape 49"/>
          <p:cNvSpPr/>
          <p:nvPr/>
        </p:nvSpPr>
        <p:spPr>
          <a:xfrm>
            <a:off x="6396228" y="1828800"/>
            <a:ext cx="22860" cy="128016"/>
          </a:xfrm>
          <a:prstGeom prst="rect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52" name="Shape 50"/>
          <p:cNvSpPr/>
          <p:nvPr/>
        </p:nvSpPr>
        <p:spPr>
          <a:xfrm>
            <a:off x="6364224" y="1828800"/>
            <a:ext cx="82296" cy="13716"/>
          </a:xfrm>
          <a:prstGeom prst="rect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53" name="Shape 51"/>
          <p:cNvSpPr/>
          <p:nvPr/>
        </p:nvSpPr>
        <p:spPr>
          <a:xfrm>
            <a:off x="5454396" y="1755648"/>
            <a:ext cx="22860" cy="128016"/>
          </a:xfrm>
          <a:prstGeom prst="rect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54" name="Shape 52"/>
          <p:cNvSpPr/>
          <p:nvPr/>
        </p:nvSpPr>
        <p:spPr>
          <a:xfrm>
            <a:off x="5422392" y="1755648"/>
            <a:ext cx="82296" cy="13716"/>
          </a:xfrm>
          <a:prstGeom prst="rect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55" name="Shape 53"/>
          <p:cNvSpPr/>
          <p:nvPr/>
        </p:nvSpPr>
        <p:spPr>
          <a:xfrm>
            <a:off x="4892040" y="1993392"/>
            <a:ext cx="73152" cy="73152"/>
          </a:xfrm>
          <a:prstGeom prst="ellipse">
            <a:avLst/>
          </a:prstGeom>
          <a:solidFill>
            <a:srgbClr val="EF4444"/>
          </a:solidFill>
          <a:ln w="381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56" name="Text 54"/>
          <p:cNvSpPr/>
          <p:nvPr/>
        </p:nvSpPr>
        <p:spPr>
          <a:xfrm>
            <a:off x="4992624" y="1984248"/>
            <a:ext cx="8686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Affected users</a:t>
            </a:r>
            <a:endParaRPr lang="en-US" sz="700" dirty="0"/>
          </a:p>
        </p:txBody>
      </p:sp>
      <p:sp>
        <p:nvSpPr>
          <p:cNvPr id="57" name="Shape 55"/>
          <p:cNvSpPr/>
          <p:nvPr/>
        </p:nvSpPr>
        <p:spPr>
          <a:xfrm>
            <a:off x="5943600" y="1993392"/>
            <a:ext cx="73152" cy="73152"/>
          </a:xfrm>
          <a:prstGeom prst="ellipse">
            <a:avLst/>
          </a:prstGeom>
          <a:solidFill>
            <a:srgbClr val="9CA3AF"/>
          </a:solidFill>
          <a:ln w="381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58" name="Text 56"/>
          <p:cNvSpPr/>
          <p:nvPr/>
        </p:nvSpPr>
        <p:spPr>
          <a:xfrm>
            <a:off x="6044184" y="1984248"/>
            <a:ext cx="9601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Unaffected users</a:t>
            </a:r>
            <a:endParaRPr lang="en-US" sz="700" dirty="0"/>
          </a:p>
        </p:txBody>
      </p:sp>
      <p:sp>
        <p:nvSpPr>
          <p:cNvPr id="59" name="Shape 57"/>
          <p:cNvSpPr/>
          <p:nvPr/>
        </p:nvSpPr>
        <p:spPr>
          <a:xfrm>
            <a:off x="7077456" y="1993392"/>
            <a:ext cx="73152" cy="13716"/>
          </a:xfrm>
          <a:prstGeom prst="rect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60" name="Shape 58"/>
          <p:cNvSpPr/>
          <p:nvPr/>
        </p:nvSpPr>
        <p:spPr>
          <a:xfrm>
            <a:off x="7104888" y="2007108"/>
            <a:ext cx="22860" cy="54864"/>
          </a:xfrm>
          <a:prstGeom prst="rect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61" name="Text 59"/>
          <p:cNvSpPr/>
          <p:nvPr/>
        </p:nvSpPr>
        <p:spPr>
          <a:xfrm>
            <a:off x="7178040" y="1984248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Tower</a:t>
            </a:r>
            <a:endParaRPr lang="en-US" sz="700" dirty="0"/>
          </a:p>
        </p:txBody>
      </p:sp>
      <p:sp>
        <p:nvSpPr>
          <p:cNvPr id="62" name="Shape 60"/>
          <p:cNvSpPr/>
          <p:nvPr/>
        </p:nvSpPr>
        <p:spPr>
          <a:xfrm>
            <a:off x="0" y="2194560"/>
            <a:ext cx="9144000" cy="22860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63" name="Text 61"/>
          <p:cNvSpPr/>
          <p:nvPr/>
        </p:nvSpPr>
        <p:spPr>
          <a:xfrm>
            <a:off x="365760" y="221284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2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FORMULATION  —  HOW WE MODEL IT</a:t>
            </a:r>
            <a:endParaRPr lang="en-US" sz="750" dirty="0"/>
          </a:p>
        </p:txBody>
      </p:sp>
      <p:sp>
        <p:nvSpPr>
          <p:cNvPr id="64" name="Shape 62"/>
          <p:cNvSpPr/>
          <p:nvPr/>
        </p:nvSpPr>
        <p:spPr>
          <a:xfrm>
            <a:off x="274320" y="2468880"/>
            <a:ext cx="5120640" cy="2331720"/>
          </a:xfrm>
          <a:prstGeom prst="rect">
            <a:avLst/>
          </a:prstGeom>
          <a:solidFill>
            <a:srgbClr val="F0FDF4"/>
          </a:solidFill>
          <a:ln w="10160">
            <a:solidFill>
              <a:srgbClr val="86EFAC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65" name="Shape 63"/>
          <p:cNvSpPr/>
          <p:nvPr/>
        </p:nvSpPr>
        <p:spPr>
          <a:xfrm>
            <a:off x="274320" y="2468880"/>
            <a:ext cx="5120640" cy="292608"/>
          </a:xfrm>
          <a:prstGeom prst="rect">
            <a:avLst/>
          </a:prstGeom>
          <a:solidFill>
            <a:srgbClr val="16A34A">
              <a:alpha val="45000"/>
            </a:srgbClr>
          </a:solidFill>
          <a:ln w="12700">
            <a:solidFill>
              <a:srgbClr val="86EFAC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66" name="Text 64"/>
          <p:cNvSpPr/>
          <p:nvPr/>
        </p:nvSpPr>
        <p:spPr>
          <a:xfrm>
            <a:off x="384048" y="246888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 —  Multimodal feature data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384048" y="2907792"/>
            <a:ext cx="640080" cy="182880"/>
          </a:xfrm>
          <a:prstGeom prst="roundRect">
            <a:avLst>
              <a:gd name="adj" fmla="val 15000"/>
            </a:avLst>
          </a:prstGeom>
          <a:solidFill>
            <a:srgbClr val="CFFAFE"/>
          </a:solidFill>
          <a:ln w="6350">
            <a:solidFill>
              <a:srgbClr val="67E8F9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68" name="Text 66"/>
          <p:cNvSpPr/>
          <p:nvPr/>
        </p:nvSpPr>
        <p:spPr>
          <a:xfrm>
            <a:off x="384048" y="290779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</a:t>
            </a:r>
            <a:endParaRPr lang="en-US" sz="750" dirty="0"/>
          </a:p>
        </p:txBody>
      </p:sp>
      <p:sp>
        <p:nvSpPr>
          <p:cNvPr id="69" name="Shape 67"/>
          <p:cNvSpPr/>
          <p:nvPr/>
        </p:nvSpPr>
        <p:spPr>
          <a:xfrm>
            <a:off x="1097280" y="2907792"/>
            <a:ext cx="438912" cy="182880"/>
          </a:xfrm>
          <a:prstGeom prst="roundRect">
            <a:avLst>
              <a:gd name="adj" fmla="val 15000"/>
            </a:avLst>
          </a:prstGeom>
          <a:solidFill>
            <a:srgbClr val="E0F2FE"/>
          </a:solidFill>
          <a:ln w="635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70" name="Text 68"/>
          <p:cNvSpPr/>
          <p:nvPr/>
        </p:nvSpPr>
        <p:spPr>
          <a:xfrm>
            <a:off x="1097280" y="2907792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</a:t>
            </a:r>
            <a:endParaRPr lang="en-US" sz="750" dirty="0"/>
          </a:p>
        </p:txBody>
      </p:sp>
      <p:sp>
        <p:nvSpPr>
          <p:cNvPr id="71" name="Text 69"/>
          <p:cNvSpPr/>
          <p:nvPr/>
        </p:nvSpPr>
        <p:spPr>
          <a:xfrm>
            <a:off x="1591056" y="2889504"/>
            <a:ext cx="36941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Per-USID KPI data</a:t>
            </a:r>
            <a:endParaRPr lang="en-US" sz="950" dirty="0"/>
          </a:p>
        </p:txBody>
      </p:sp>
      <p:sp>
        <p:nvSpPr>
          <p:cNvPr id="72" name="Text 70"/>
          <p:cNvSpPr/>
          <p:nvPr/>
        </p:nvSpPr>
        <p:spPr>
          <a:xfrm>
            <a:off x="1591056" y="3127248"/>
            <a:ext cx="3694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throughput &amp; </a:t>
            </a:r>
            <a:r>
              <a:rPr lang="en-US" altLang="zh-CN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</a:t>
            </a: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Hourly traffic profiles</a:t>
            </a:r>
            <a:endParaRPr lang="en-US" sz="850" dirty="0"/>
          </a:p>
        </p:txBody>
      </p:sp>
      <p:sp>
        <p:nvSpPr>
          <p:cNvPr id="73" name="Shape 71"/>
          <p:cNvSpPr/>
          <p:nvPr/>
        </p:nvSpPr>
        <p:spPr>
          <a:xfrm>
            <a:off x="384048" y="3456432"/>
            <a:ext cx="4919472" cy="0"/>
          </a:xfrm>
          <a:prstGeom prst="line">
            <a:avLst/>
          </a:prstGeom>
          <a:noFill/>
          <a:ln w="6350">
            <a:solidFill>
              <a:srgbClr val="D1FAE5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74" name="Shape 72"/>
          <p:cNvSpPr/>
          <p:nvPr/>
        </p:nvSpPr>
        <p:spPr>
          <a:xfrm>
            <a:off x="384048" y="3511296"/>
            <a:ext cx="640080" cy="182880"/>
          </a:xfrm>
          <a:prstGeom prst="roundRect">
            <a:avLst>
              <a:gd name="adj" fmla="val 15000"/>
            </a:avLst>
          </a:prstGeom>
          <a:solidFill>
            <a:srgbClr val="EDE9FE"/>
          </a:solidFill>
          <a:ln w="6350">
            <a:solidFill>
              <a:srgbClr val="C4B5FD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75" name="Text 73"/>
          <p:cNvSpPr/>
          <p:nvPr/>
        </p:nvSpPr>
        <p:spPr>
          <a:xfrm>
            <a:off x="384048" y="3511296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</a:t>
            </a:r>
            <a:endParaRPr lang="en-US" sz="750" dirty="0"/>
          </a:p>
        </p:txBody>
      </p:sp>
      <p:sp>
        <p:nvSpPr>
          <p:cNvPr id="76" name="Shape 74"/>
          <p:cNvSpPr/>
          <p:nvPr/>
        </p:nvSpPr>
        <p:spPr>
          <a:xfrm>
            <a:off x="1097280" y="3511296"/>
            <a:ext cx="438912" cy="182880"/>
          </a:xfrm>
          <a:prstGeom prst="roundRect">
            <a:avLst>
              <a:gd name="adj" fmla="val 15000"/>
            </a:avLst>
          </a:prstGeom>
          <a:solidFill>
            <a:srgbClr val="F5F3FF"/>
          </a:solidFill>
          <a:ln w="635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77" name="Text 75"/>
          <p:cNvSpPr/>
          <p:nvPr/>
        </p:nvSpPr>
        <p:spPr>
          <a:xfrm>
            <a:off x="1097280" y="3511296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Rhea</a:t>
            </a:r>
            <a:endParaRPr lang="en-US" sz="750" dirty="0"/>
          </a:p>
        </p:txBody>
      </p:sp>
      <p:sp>
        <p:nvSpPr>
          <p:cNvPr id="78" name="Text 76"/>
          <p:cNvSpPr/>
          <p:nvPr/>
        </p:nvSpPr>
        <p:spPr>
          <a:xfrm>
            <a:off x="1591056" y="3493008"/>
            <a:ext cx="36941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Geospatial signal measurements</a:t>
            </a:r>
            <a:endParaRPr lang="en-US" sz="950" dirty="0"/>
          </a:p>
        </p:txBody>
      </p:sp>
      <p:sp>
        <p:nvSpPr>
          <p:cNvPr id="79" name="Text 77"/>
          <p:cNvSpPr/>
          <p:nvPr/>
        </p:nvSpPr>
        <p:spPr>
          <a:xfrm>
            <a:off x="1591056" y="3730752"/>
            <a:ext cx="3694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RSRP, SINR, RSRQ at each geographic coordinate  ·  Coverage across service area</a:t>
            </a:r>
            <a:endParaRPr lang="en-US" sz="850" dirty="0"/>
          </a:p>
        </p:txBody>
      </p:sp>
      <p:sp>
        <p:nvSpPr>
          <p:cNvPr id="80" name="Shape 78"/>
          <p:cNvSpPr/>
          <p:nvPr/>
        </p:nvSpPr>
        <p:spPr>
          <a:xfrm>
            <a:off x="384048" y="4059936"/>
            <a:ext cx="4919472" cy="0"/>
          </a:xfrm>
          <a:prstGeom prst="line">
            <a:avLst/>
          </a:prstGeom>
          <a:noFill/>
          <a:ln w="6350">
            <a:solidFill>
              <a:srgbClr val="D1FAE5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81" name="Shape 79"/>
          <p:cNvSpPr/>
          <p:nvPr/>
        </p:nvSpPr>
        <p:spPr>
          <a:xfrm>
            <a:off x="384048" y="4114800"/>
            <a:ext cx="640080" cy="182880"/>
          </a:xfrm>
          <a:prstGeom prst="roundRect">
            <a:avLst>
              <a:gd name="adj" fmla="val 15000"/>
            </a:avLst>
          </a:prstGeom>
          <a:solidFill>
            <a:srgbClr val="DCFCE7"/>
          </a:solidFill>
          <a:ln w="6350">
            <a:solidFill>
              <a:srgbClr val="86EFAC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82" name="Text 80"/>
          <p:cNvSpPr/>
          <p:nvPr/>
        </p:nvSpPr>
        <p:spPr>
          <a:xfrm>
            <a:off x="384048" y="411480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</a:t>
            </a:r>
            <a:endParaRPr lang="en-US" sz="750" dirty="0"/>
          </a:p>
        </p:txBody>
      </p:sp>
      <p:sp>
        <p:nvSpPr>
          <p:cNvPr id="83" name="Shape 81"/>
          <p:cNvSpPr/>
          <p:nvPr/>
        </p:nvSpPr>
        <p:spPr>
          <a:xfrm>
            <a:off x="1097280" y="4114800"/>
            <a:ext cx="438912" cy="182880"/>
          </a:xfrm>
          <a:prstGeom prst="roundRect">
            <a:avLst>
              <a:gd name="adj" fmla="val 15000"/>
            </a:avLst>
          </a:prstGeom>
          <a:solidFill>
            <a:srgbClr val="F0FDF4"/>
          </a:solidFill>
          <a:ln w="635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84" name="Text 82"/>
          <p:cNvSpPr/>
          <p:nvPr/>
        </p:nvSpPr>
        <p:spPr>
          <a:xfrm>
            <a:off x="1097280" y="4114800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</a:t>
            </a:r>
            <a:endParaRPr lang="en-US" sz="750" dirty="0"/>
          </a:p>
        </p:txBody>
      </p:sp>
      <p:sp>
        <p:nvSpPr>
          <p:cNvPr id="85" name="Text 83"/>
          <p:cNvSpPr/>
          <p:nvPr/>
        </p:nvSpPr>
        <p:spPr>
          <a:xfrm>
            <a:off x="1591056" y="4096512"/>
            <a:ext cx="36941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USID static attributes</a:t>
            </a:r>
            <a:endParaRPr lang="en-US" sz="950" dirty="0"/>
          </a:p>
        </p:txBody>
      </p:sp>
      <p:sp>
        <p:nvSpPr>
          <p:cNvPr id="86" name="Text 84"/>
          <p:cNvSpPr/>
          <p:nvPr/>
        </p:nvSpPr>
        <p:spPr>
          <a:xfrm>
            <a:off x="1591056" y="4334256"/>
            <a:ext cx="3694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850" dirty="0">
                <a:solidFill>
                  <a:srgbClr val="6B7280"/>
                </a:solidFill>
                <a:latin typeface="Calibri" pitchFamily="34" charset="0"/>
                <a:cs typeface="Calibri" pitchFamily="34" charset="-120"/>
              </a:rPr>
              <a:t>Physical &amp; spectrum attributes · tower height, 4G/5G</a:t>
            </a:r>
            <a:r>
              <a:rPr lang="en-US" altLang="zh-CN" sz="850" dirty="0">
                <a:solidFill>
                  <a:srgbClr val="6B7280"/>
                </a:solidFill>
                <a:latin typeface="Calibri" pitchFamily="34" charset="0"/>
                <a:cs typeface="Calibri" pitchFamily="34" charset="-120"/>
              </a:rPr>
              <a:t>, …</a:t>
            </a:r>
            <a:endParaRPr lang="en-US" sz="850" dirty="0">
              <a:solidFill>
                <a:srgbClr val="6B7280"/>
              </a:solidFill>
              <a:latin typeface="Calibri" pitchFamily="34" charset="0"/>
              <a:cs typeface="Calibri" pitchFamily="34" charset="-120"/>
            </a:endParaRPr>
          </a:p>
        </p:txBody>
      </p:sp>
      <p:sp>
        <p:nvSpPr>
          <p:cNvPr id="87" name="Text 85"/>
          <p:cNvSpPr/>
          <p:nvPr/>
        </p:nvSpPr>
        <p:spPr>
          <a:xfrm>
            <a:off x="384048" y="4530852"/>
            <a:ext cx="49194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85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·  ·   extensible to additional modalities</a:t>
            </a:r>
            <a:endParaRPr lang="en-US" sz="850" dirty="0"/>
          </a:p>
        </p:txBody>
      </p:sp>
      <p:sp>
        <p:nvSpPr>
          <p:cNvPr id="88" name="Text 86"/>
          <p:cNvSpPr/>
          <p:nvPr/>
        </p:nvSpPr>
        <p:spPr>
          <a:xfrm>
            <a:off x="5440680" y="3433572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89" name="Shape 87"/>
          <p:cNvSpPr/>
          <p:nvPr/>
        </p:nvSpPr>
        <p:spPr>
          <a:xfrm>
            <a:off x="5824728" y="2468880"/>
            <a:ext cx="3063240" cy="1097280"/>
          </a:xfrm>
          <a:prstGeom prst="rect">
            <a:avLst/>
          </a:prstGeom>
          <a:solidFill>
            <a:srgbClr val="F5F3FF"/>
          </a:solidFill>
          <a:ln w="10160">
            <a:solidFill>
              <a:srgbClr val="C4B5FD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90" name="Shape 88"/>
          <p:cNvSpPr/>
          <p:nvPr/>
        </p:nvSpPr>
        <p:spPr>
          <a:xfrm>
            <a:off x="5824728" y="2468880"/>
            <a:ext cx="3063240" cy="292608"/>
          </a:xfrm>
          <a:prstGeom prst="rect">
            <a:avLst/>
          </a:prstGeom>
          <a:solidFill>
            <a:srgbClr val="7C3AED">
              <a:alpha val="45000"/>
            </a:srgbClr>
          </a:solidFill>
          <a:ln w="12700">
            <a:solidFill>
              <a:srgbClr val="C4B5FD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91" name="Text 89"/>
          <p:cNvSpPr/>
          <p:nvPr/>
        </p:nvSpPr>
        <p:spPr>
          <a:xfrm>
            <a:off x="5916168" y="246888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B0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 —  Operational proxy</a:t>
            </a:r>
            <a:endParaRPr lang="en-US" sz="950" dirty="0"/>
          </a:p>
        </p:txBody>
      </p:sp>
      <p:sp>
        <p:nvSpPr>
          <p:cNvPr id="92" name="Text 90"/>
          <p:cNvSpPr/>
          <p:nvPr/>
        </p:nvSpPr>
        <p:spPr>
          <a:xfrm>
            <a:off x="5934456" y="2798064"/>
            <a:ext cx="2862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care calls</a:t>
            </a:r>
            <a:endParaRPr lang="en-US" sz="1100" dirty="0"/>
          </a:p>
        </p:txBody>
      </p:sp>
      <p:sp>
        <p:nvSpPr>
          <p:cNvPr id="93" name="Text 91"/>
          <p:cNvSpPr/>
          <p:nvPr/>
        </p:nvSpPr>
        <p:spPr>
          <a:xfrm>
            <a:off x="5934456" y="3035808"/>
            <a:ext cx="2862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 ·  </a:t>
            </a:r>
            <a:r>
              <a:rPr lang="en-US" sz="850" i="1" dirty="0" err="1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</a:t>
            </a:r>
            <a:r>
              <a:rPr lang="en-US" sz="850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increment</a:t>
            </a:r>
            <a:endParaRPr lang="en-US" sz="850" dirty="0"/>
          </a:p>
        </p:txBody>
      </p:sp>
      <p:sp>
        <p:nvSpPr>
          <p:cNvPr id="94" name="Text 92"/>
          <p:cNvSpPr/>
          <p:nvPr/>
        </p:nvSpPr>
        <p:spPr>
          <a:xfrm>
            <a:off x="5934456" y="3218688"/>
            <a:ext cx="28620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during &amp; post outage window</a:t>
            </a:r>
            <a:endParaRPr lang="en-US" sz="800"/>
          </a:p>
        </p:txBody>
      </p:sp>
      <p:sp>
        <p:nvSpPr>
          <p:cNvPr id="95" name="Shape 93"/>
          <p:cNvSpPr/>
          <p:nvPr/>
        </p:nvSpPr>
        <p:spPr>
          <a:xfrm>
            <a:off x="5824728" y="3639312"/>
            <a:ext cx="3063240" cy="1161288"/>
          </a:xfrm>
          <a:prstGeom prst="rect">
            <a:avLst/>
          </a:prstGeom>
          <a:solidFill>
            <a:srgbClr val="FFFBEB"/>
          </a:solidFill>
          <a:ln w="10160">
            <a:solidFill>
              <a:srgbClr val="FCD3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6" name="Shape 94"/>
          <p:cNvSpPr/>
          <p:nvPr/>
        </p:nvSpPr>
        <p:spPr>
          <a:xfrm>
            <a:off x="5824728" y="3639312"/>
            <a:ext cx="3063240" cy="292608"/>
          </a:xfrm>
          <a:prstGeom prst="rect">
            <a:avLst/>
          </a:prstGeom>
          <a:solidFill>
            <a:srgbClr val="D97706">
              <a:alpha val="45000"/>
            </a:srgbClr>
          </a:solidFill>
          <a:ln w="12700">
            <a:solidFill>
              <a:srgbClr val="FCD3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7" name="Text 95"/>
          <p:cNvSpPr/>
          <p:nvPr/>
        </p:nvSpPr>
        <p:spPr>
          <a:xfrm>
            <a:off x="5916168" y="363931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 —  Severity level</a:t>
            </a:r>
            <a:endParaRPr lang="en-US" sz="950"/>
          </a:p>
        </p:txBody>
      </p:sp>
      <p:sp>
        <p:nvSpPr>
          <p:cNvPr id="98" name="Shape 96"/>
          <p:cNvSpPr/>
          <p:nvPr/>
        </p:nvSpPr>
        <p:spPr>
          <a:xfrm>
            <a:off x="5934456" y="4114800"/>
            <a:ext cx="568757" cy="310896"/>
          </a:xfrm>
          <a:prstGeom prst="roundRect">
            <a:avLst>
              <a:gd name="adj" fmla="val 11765"/>
            </a:avLst>
          </a:prstGeom>
          <a:solidFill>
            <a:srgbClr val="DCFCE7"/>
          </a:solidFill>
          <a:ln w="889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9" name="Shape 97"/>
          <p:cNvSpPr/>
          <p:nvPr/>
        </p:nvSpPr>
        <p:spPr>
          <a:xfrm>
            <a:off x="5934456" y="4114800"/>
            <a:ext cx="54864" cy="31089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" name="Text 98"/>
          <p:cNvSpPr/>
          <p:nvPr/>
        </p:nvSpPr>
        <p:spPr>
          <a:xfrm>
            <a:off x="6007608" y="4114800"/>
            <a:ext cx="47731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</a:t>
            </a:r>
            <a:endParaRPr lang="en-US" sz="900"/>
          </a:p>
        </p:txBody>
      </p:sp>
      <p:sp>
        <p:nvSpPr>
          <p:cNvPr id="101" name="Shape 99"/>
          <p:cNvSpPr/>
          <p:nvPr/>
        </p:nvSpPr>
        <p:spPr>
          <a:xfrm>
            <a:off x="6530645" y="4114800"/>
            <a:ext cx="568757" cy="310896"/>
          </a:xfrm>
          <a:prstGeom prst="roundRect">
            <a:avLst>
              <a:gd name="adj" fmla="val 11765"/>
            </a:avLst>
          </a:prstGeom>
          <a:solidFill>
            <a:srgbClr val="ECFCCB"/>
          </a:solidFill>
          <a:ln w="8890">
            <a:solidFill>
              <a:srgbClr val="65A30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2" name="Shape 100"/>
          <p:cNvSpPr/>
          <p:nvPr/>
        </p:nvSpPr>
        <p:spPr>
          <a:xfrm>
            <a:off x="6530645" y="4114800"/>
            <a:ext cx="54864" cy="310896"/>
          </a:xfrm>
          <a:prstGeom prst="rect">
            <a:avLst/>
          </a:prstGeom>
          <a:solidFill>
            <a:srgbClr val="65A30D"/>
          </a:solidFill>
          <a:ln w="12700">
            <a:solidFill>
              <a:srgbClr val="65A30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3" name="Text 101"/>
          <p:cNvSpPr/>
          <p:nvPr/>
        </p:nvSpPr>
        <p:spPr>
          <a:xfrm>
            <a:off x="6603797" y="4114800"/>
            <a:ext cx="47731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65A3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</a:t>
            </a:r>
            <a:endParaRPr lang="en-US" sz="900"/>
          </a:p>
        </p:txBody>
      </p:sp>
      <p:sp>
        <p:nvSpPr>
          <p:cNvPr id="104" name="Shape 102"/>
          <p:cNvSpPr/>
          <p:nvPr/>
        </p:nvSpPr>
        <p:spPr>
          <a:xfrm>
            <a:off x="7126834" y="4114800"/>
            <a:ext cx="568757" cy="310896"/>
          </a:xfrm>
          <a:prstGeom prst="roundRect">
            <a:avLst>
              <a:gd name="adj" fmla="val 11765"/>
            </a:avLst>
          </a:prstGeom>
          <a:solidFill>
            <a:srgbClr val="FEF3C7"/>
          </a:solidFill>
          <a:ln w="889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5" name="Shape 103"/>
          <p:cNvSpPr/>
          <p:nvPr/>
        </p:nvSpPr>
        <p:spPr>
          <a:xfrm>
            <a:off x="7126834" y="4114800"/>
            <a:ext cx="54864" cy="31089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6" name="Text 104"/>
          <p:cNvSpPr/>
          <p:nvPr/>
        </p:nvSpPr>
        <p:spPr>
          <a:xfrm>
            <a:off x="7199986" y="4114800"/>
            <a:ext cx="47731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</a:t>
            </a:r>
            <a:endParaRPr lang="en-US" sz="900"/>
          </a:p>
        </p:txBody>
      </p:sp>
      <p:sp>
        <p:nvSpPr>
          <p:cNvPr id="107" name="Shape 105"/>
          <p:cNvSpPr/>
          <p:nvPr/>
        </p:nvSpPr>
        <p:spPr>
          <a:xfrm>
            <a:off x="7723022" y="4114800"/>
            <a:ext cx="568757" cy="310896"/>
          </a:xfrm>
          <a:prstGeom prst="roundRect">
            <a:avLst>
              <a:gd name="adj" fmla="val 11765"/>
            </a:avLst>
          </a:prstGeom>
          <a:solidFill>
            <a:srgbClr val="FFEDD5"/>
          </a:solidFill>
          <a:ln w="889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8" name="Shape 106"/>
          <p:cNvSpPr/>
          <p:nvPr/>
        </p:nvSpPr>
        <p:spPr>
          <a:xfrm>
            <a:off x="7723022" y="4114800"/>
            <a:ext cx="54864" cy="310896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9" name="Text 107"/>
          <p:cNvSpPr/>
          <p:nvPr/>
        </p:nvSpPr>
        <p:spPr>
          <a:xfrm>
            <a:off x="7796174" y="4114800"/>
            <a:ext cx="47731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L4</a:t>
            </a:r>
            <a:endParaRPr lang="en-US" sz="900"/>
          </a:p>
        </p:txBody>
      </p:sp>
      <p:sp>
        <p:nvSpPr>
          <p:cNvPr id="110" name="Shape 108"/>
          <p:cNvSpPr/>
          <p:nvPr/>
        </p:nvSpPr>
        <p:spPr>
          <a:xfrm>
            <a:off x="8319211" y="4114800"/>
            <a:ext cx="568757" cy="310896"/>
          </a:xfrm>
          <a:prstGeom prst="roundRect">
            <a:avLst>
              <a:gd name="adj" fmla="val 11765"/>
            </a:avLst>
          </a:prstGeom>
          <a:solidFill>
            <a:srgbClr val="FEE2E2"/>
          </a:solidFill>
          <a:ln w="889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1" name="Shape 109"/>
          <p:cNvSpPr/>
          <p:nvPr/>
        </p:nvSpPr>
        <p:spPr>
          <a:xfrm>
            <a:off x="8319211" y="4114800"/>
            <a:ext cx="54864" cy="31089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2" name="Text 110"/>
          <p:cNvSpPr/>
          <p:nvPr/>
        </p:nvSpPr>
        <p:spPr>
          <a:xfrm>
            <a:off x="8392363" y="4114800"/>
            <a:ext cx="47731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L5</a:t>
            </a:r>
            <a:endParaRPr lang="en-US" sz="900"/>
          </a:p>
        </p:txBody>
      </p:sp>
      <p:sp>
        <p:nvSpPr>
          <p:cNvPr id="113" name="Text 111"/>
          <p:cNvSpPr/>
          <p:nvPr/>
        </p:nvSpPr>
        <p:spPr>
          <a:xfrm>
            <a:off x="5934456" y="4498848"/>
            <a:ext cx="2862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5-class · boundaries defined by domain </a:t>
            </a:r>
            <a:r>
              <a:rPr lang="en-US" altLang="zh-CN" sz="750" i="1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</a:t>
            </a:r>
            <a:endParaRPr lang="en-US" sz="75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2E6B6B"/>
          </a:solidFill>
          <a:ln w="12700">
            <a:solidFill>
              <a:srgbClr val="2E6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">
            <a:extLst>
              <a:ext uri="{FF2B5EF4-FFF2-40B4-BE49-F238E27FC236}">
                <a16:creationId xmlns:a16="http://schemas.microsoft.com/office/drawing/2014/main" id="{C2220F4A-5FFC-7291-775E-F2CAAED5D917}"/>
              </a:ext>
            </a:extLst>
          </p:cNvPr>
          <p:cNvSpPr/>
          <p:nvPr/>
        </p:nvSpPr>
        <p:spPr>
          <a:xfrm>
            <a:off x="438912" y="0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Limitations with Manual Expert Assessment</a:t>
            </a:r>
            <a:endParaRPr lang="en-US" sz="1600"/>
          </a:p>
        </p:txBody>
      </p:sp>
      <p:sp>
        <p:nvSpPr>
          <p:cNvPr id="24" name="Shape 3">
            <a:extLst>
              <a:ext uri="{FF2B5EF4-FFF2-40B4-BE49-F238E27FC236}">
                <a16:creationId xmlns:a16="http://schemas.microsoft.com/office/drawing/2014/main" id="{17B1A151-E1D7-33FF-568A-76A8E2D9C316}"/>
              </a:ext>
            </a:extLst>
          </p:cNvPr>
          <p:cNvSpPr/>
          <p:nvPr/>
        </p:nvSpPr>
        <p:spPr>
          <a:xfrm>
            <a:off x="292608" y="749808"/>
            <a:ext cx="2651760" cy="3474720"/>
          </a:xfrm>
          <a:prstGeom prst="roundRect">
            <a:avLst>
              <a:gd name="adj" fmla="val 3448"/>
            </a:avLst>
          </a:prstGeom>
          <a:solidFill>
            <a:srgbClr val="E8F0FB"/>
          </a:solidFill>
          <a:ln w="12700">
            <a:solidFill>
              <a:srgbClr val="B3C9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5" name="Image 0" descr="preencoded.png">
            <a:extLst>
              <a:ext uri="{FF2B5EF4-FFF2-40B4-BE49-F238E27FC236}">
                <a16:creationId xmlns:a16="http://schemas.microsoft.com/office/drawing/2014/main" id="{15238730-3F5D-C4F4-F268-B40045F733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2456" y="978408"/>
            <a:ext cx="512064" cy="512064"/>
          </a:xfrm>
          <a:prstGeom prst="rect">
            <a:avLst/>
          </a:prstGeom>
        </p:spPr>
      </p:pic>
      <p:sp>
        <p:nvSpPr>
          <p:cNvPr id="26" name="Text 4">
            <a:extLst>
              <a:ext uri="{FF2B5EF4-FFF2-40B4-BE49-F238E27FC236}">
                <a16:creationId xmlns:a16="http://schemas.microsoft.com/office/drawing/2014/main" id="{279E050E-A699-AB34-6332-755D9136FC7D}"/>
              </a:ext>
            </a:extLst>
          </p:cNvPr>
          <p:cNvSpPr/>
          <p:nvPr/>
        </p:nvSpPr>
        <p:spPr>
          <a:xfrm>
            <a:off x="384048" y="157276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1A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</a:t>
            </a:r>
            <a:endParaRPr lang="en-US" sz="1600"/>
          </a:p>
        </p:txBody>
      </p:sp>
      <p:sp>
        <p:nvSpPr>
          <p:cNvPr id="27" name="Shape 5">
            <a:extLst>
              <a:ext uri="{FF2B5EF4-FFF2-40B4-BE49-F238E27FC236}">
                <a16:creationId xmlns:a16="http://schemas.microsoft.com/office/drawing/2014/main" id="{CF36BD11-A5BE-ECF0-351A-3025C0F89300}"/>
              </a:ext>
            </a:extLst>
          </p:cNvPr>
          <p:cNvSpPr/>
          <p:nvPr/>
        </p:nvSpPr>
        <p:spPr>
          <a:xfrm>
            <a:off x="612648" y="2011680"/>
            <a:ext cx="2011680" cy="0"/>
          </a:xfrm>
          <a:prstGeom prst="line">
            <a:avLst/>
          </a:prstGeom>
          <a:noFill/>
          <a:ln w="9525">
            <a:solidFill>
              <a:srgbClr val="B3C9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6">
            <a:extLst>
              <a:ext uri="{FF2B5EF4-FFF2-40B4-BE49-F238E27FC236}">
                <a16:creationId xmlns:a16="http://schemas.microsoft.com/office/drawing/2014/main" id="{B4BA71FD-DD51-869C-0E93-478D342AA0DE}"/>
              </a:ext>
            </a:extLst>
          </p:cNvPr>
          <p:cNvSpPr/>
          <p:nvPr/>
        </p:nvSpPr>
        <p:spPr>
          <a:xfrm>
            <a:off x="457200" y="2103120"/>
            <a:ext cx="2322576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>
                <a:solidFill>
                  <a:srgbClr val="1A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Thousands of base stations</a:t>
            </a:r>
            <a:endParaRPr lang="en-US" sz="125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>
                <a:solidFill>
                  <a:srgbClr val="1A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Parallel assessments required</a:t>
            </a:r>
            <a:endParaRPr lang="en-US" sz="125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>
                <a:solidFill>
                  <a:srgbClr val="1A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Engineers become bottleneck</a:t>
            </a:r>
            <a:endParaRPr lang="en-US" sz="1250"/>
          </a:p>
        </p:txBody>
      </p:sp>
      <p:sp>
        <p:nvSpPr>
          <p:cNvPr id="29" name="Shape 7">
            <a:extLst>
              <a:ext uri="{FF2B5EF4-FFF2-40B4-BE49-F238E27FC236}">
                <a16:creationId xmlns:a16="http://schemas.microsoft.com/office/drawing/2014/main" id="{2E199C5D-5E7C-3AEF-17A5-9F0CC3039A49}"/>
              </a:ext>
            </a:extLst>
          </p:cNvPr>
          <p:cNvSpPr/>
          <p:nvPr/>
        </p:nvSpPr>
        <p:spPr>
          <a:xfrm>
            <a:off x="3264408" y="749808"/>
            <a:ext cx="2651760" cy="3474720"/>
          </a:xfrm>
          <a:prstGeom prst="roundRect">
            <a:avLst>
              <a:gd name="adj" fmla="val 3448"/>
            </a:avLst>
          </a:prstGeom>
          <a:solidFill>
            <a:srgbClr val="FEF3E4"/>
          </a:solidFill>
          <a:ln w="12700">
            <a:solidFill>
              <a:srgbClr val="F5C98A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0" name="Image 1" descr="preencoded.png">
            <a:extLst>
              <a:ext uri="{FF2B5EF4-FFF2-40B4-BE49-F238E27FC236}">
                <a16:creationId xmlns:a16="http://schemas.microsoft.com/office/drawing/2014/main" id="{794A83CF-3D2A-435D-8619-68005D87A6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4256" y="978408"/>
            <a:ext cx="512064" cy="512064"/>
          </a:xfrm>
          <a:prstGeom prst="rect">
            <a:avLst/>
          </a:prstGeom>
        </p:spPr>
      </p:pic>
      <p:sp>
        <p:nvSpPr>
          <p:cNvPr id="31" name="Text 8">
            <a:extLst>
              <a:ext uri="{FF2B5EF4-FFF2-40B4-BE49-F238E27FC236}">
                <a16:creationId xmlns:a16="http://schemas.microsoft.com/office/drawing/2014/main" id="{8B2E647F-AB86-9C20-0632-E61AA5B1A8BF}"/>
              </a:ext>
            </a:extLst>
          </p:cNvPr>
          <p:cNvSpPr/>
          <p:nvPr/>
        </p:nvSpPr>
        <p:spPr>
          <a:xfrm>
            <a:off x="3355848" y="157276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7A3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Speed</a:t>
            </a:r>
            <a:endParaRPr lang="en-US" sz="1600"/>
          </a:p>
        </p:txBody>
      </p:sp>
      <p:sp>
        <p:nvSpPr>
          <p:cNvPr id="32" name="Shape 9">
            <a:extLst>
              <a:ext uri="{FF2B5EF4-FFF2-40B4-BE49-F238E27FC236}">
                <a16:creationId xmlns:a16="http://schemas.microsoft.com/office/drawing/2014/main" id="{B4337622-E57F-1E44-1151-FE81015E62ED}"/>
              </a:ext>
            </a:extLst>
          </p:cNvPr>
          <p:cNvSpPr/>
          <p:nvPr/>
        </p:nvSpPr>
        <p:spPr>
          <a:xfrm>
            <a:off x="3584448" y="2011680"/>
            <a:ext cx="2011680" cy="0"/>
          </a:xfrm>
          <a:prstGeom prst="line">
            <a:avLst/>
          </a:prstGeom>
          <a:noFill/>
          <a:ln w="9525">
            <a:solidFill>
              <a:srgbClr val="F5C9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10">
            <a:extLst>
              <a:ext uri="{FF2B5EF4-FFF2-40B4-BE49-F238E27FC236}">
                <a16:creationId xmlns:a16="http://schemas.microsoft.com/office/drawing/2014/main" id="{4E1601D7-B142-45DA-D11E-C67E0DAB5AC6}"/>
              </a:ext>
            </a:extLst>
          </p:cNvPr>
          <p:cNvSpPr/>
          <p:nvPr/>
        </p:nvSpPr>
        <p:spPr>
          <a:xfrm>
            <a:off x="3429000" y="2103120"/>
            <a:ext cx="2322576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 turnaround required</a:t>
            </a:r>
            <a:endParaRPr lang="en-US" sz="125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analysis takes hours</a:t>
            </a:r>
            <a:endParaRPr lang="en-US" sz="125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Missed scheduling windows</a:t>
            </a:r>
            <a:endParaRPr lang="en-US" sz="1250"/>
          </a:p>
        </p:txBody>
      </p:sp>
      <p:sp>
        <p:nvSpPr>
          <p:cNvPr id="34" name="Shape 11">
            <a:extLst>
              <a:ext uri="{FF2B5EF4-FFF2-40B4-BE49-F238E27FC236}">
                <a16:creationId xmlns:a16="http://schemas.microsoft.com/office/drawing/2014/main" id="{0FE3F4E9-A925-78AE-FA18-75C29E7C15CE}"/>
              </a:ext>
            </a:extLst>
          </p:cNvPr>
          <p:cNvSpPr/>
          <p:nvPr/>
        </p:nvSpPr>
        <p:spPr>
          <a:xfrm>
            <a:off x="6236208" y="749808"/>
            <a:ext cx="2651760" cy="3474720"/>
          </a:xfrm>
          <a:prstGeom prst="roundRect">
            <a:avLst>
              <a:gd name="adj" fmla="val 3448"/>
            </a:avLst>
          </a:prstGeom>
          <a:solidFill>
            <a:srgbClr val="EDE9F8"/>
          </a:solidFill>
          <a:ln w="12700">
            <a:solidFill>
              <a:srgbClr val="C3B3EA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5" name="Image 2" descr="preencoded.png">
            <a:extLst>
              <a:ext uri="{FF2B5EF4-FFF2-40B4-BE49-F238E27FC236}">
                <a16:creationId xmlns:a16="http://schemas.microsoft.com/office/drawing/2014/main" id="{5E7AA439-4572-BA98-2497-DEB5E936726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06056" y="978408"/>
            <a:ext cx="512064" cy="512064"/>
          </a:xfrm>
          <a:prstGeom prst="rect">
            <a:avLst/>
          </a:prstGeom>
        </p:spPr>
      </p:pic>
      <p:sp>
        <p:nvSpPr>
          <p:cNvPr id="36" name="Text 12">
            <a:extLst>
              <a:ext uri="{FF2B5EF4-FFF2-40B4-BE49-F238E27FC236}">
                <a16:creationId xmlns:a16="http://schemas.microsoft.com/office/drawing/2014/main" id="{B5A559FF-453B-2C12-EF6C-05955060DC6F}"/>
              </a:ext>
            </a:extLst>
          </p:cNvPr>
          <p:cNvSpPr/>
          <p:nvPr/>
        </p:nvSpPr>
        <p:spPr>
          <a:xfrm>
            <a:off x="6327648" y="157276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3D2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Traceability</a:t>
            </a:r>
            <a:endParaRPr lang="en-US" sz="1600"/>
          </a:p>
        </p:txBody>
      </p:sp>
      <p:sp>
        <p:nvSpPr>
          <p:cNvPr id="37" name="Shape 13">
            <a:extLst>
              <a:ext uri="{FF2B5EF4-FFF2-40B4-BE49-F238E27FC236}">
                <a16:creationId xmlns:a16="http://schemas.microsoft.com/office/drawing/2014/main" id="{0F167292-AE4C-3B1F-242C-6030852ECB5C}"/>
              </a:ext>
            </a:extLst>
          </p:cNvPr>
          <p:cNvSpPr/>
          <p:nvPr/>
        </p:nvSpPr>
        <p:spPr>
          <a:xfrm>
            <a:off x="6556248" y="2011680"/>
            <a:ext cx="2011680" cy="0"/>
          </a:xfrm>
          <a:prstGeom prst="line">
            <a:avLst/>
          </a:prstGeom>
          <a:noFill/>
          <a:ln w="9525">
            <a:solidFill>
              <a:srgbClr val="C3B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14">
            <a:extLst>
              <a:ext uri="{FF2B5EF4-FFF2-40B4-BE49-F238E27FC236}">
                <a16:creationId xmlns:a16="http://schemas.microsoft.com/office/drawing/2014/main" id="{091F9334-1DE5-C8FA-2B47-C9030AF2136D}"/>
              </a:ext>
            </a:extLst>
          </p:cNvPr>
          <p:cNvSpPr/>
          <p:nvPr/>
        </p:nvSpPr>
        <p:spPr>
          <a:xfrm>
            <a:off x="6400800" y="2103120"/>
            <a:ext cx="2322576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Reasoning not recorded</a:t>
            </a:r>
            <a:endParaRPr lang="en-US" sz="125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 to reproduce decisions</a:t>
            </a:r>
            <a:endParaRPr lang="en-US" sz="125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Weak post-incident audit</a:t>
            </a:r>
            <a:endParaRPr lang="en-US" sz="1250"/>
          </a:p>
        </p:txBody>
      </p:sp>
      <p:sp>
        <p:nvSpPr>
          <p:cNvPr id="39" name="Shape 15">
            <a:extLst>
              <a:ext uri="{FF2B5EF4-FFF2-40B4-BE49-F238E27FC236}">
                <a16:creationId xmlns:a16="http://schemas.microsoft.com/office/drawing/2014/main" id="{30C19C40-87CD-304C-BFB8-EB05C83C8DBB}"/>
              </a:ext>
            </a:extLst>
          </p:cNvPr>
          <p:cNvSpPr/>
          <p:nvPr/>
        </p:nvSpPr>
        <p:spPr>
          <a:xfrm>
            <a:off x="457200" y="4709160"/>
            <a:ext cx="8229600" cy="0"/>
          </a:xfrm>
          <a:prstGeom prst="line">
            <a:avLst/>
          </a:prstGeom>
          <a:noFill/>
          <a:ln w="9525">
            <a:solidFill>
              <a:srgbClr val="D0DA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16">
            <a:extLst>
              <a:ext uri="{FF2B5EF4-FFF2-40B4-BE49-F238E27FC236}">
                <a16:creationId xmlns:a16="http://schemas.microsoft.com/office/drawing/2014/main" id="{03076740-247C-A79D-BCD7-E9BEC4CDB940}"/>
              </a:ext>
            </a:extLst>
          </p:cNvPr>
          <p:cNvSpPr/>
          <p:nvPr/>
        </p:nvSpPr>
        <p:spPr>
          <a:xfrm>
            <a:off x="457200" y="47548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>
                <a:solidFill>
                  <a:srgbClr val="5A6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expertise is effective, but not scalable, fast, or auditable</a:t>
            </a:r>
            <a:endParaRPr lang="en-US" sz="12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E6B5C"/>
          </a:solidFill>
          <a:ln w="12700">
            <a:solidFill>
              <a:srgbClr val="1E6B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56032" y="0"/>
            <a:ext cx="863193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Manual to Autonomous</a:t>
            </a:r>
            <a:endParaRPr lang="en-US" sz="1700"/>
          </a:p>
        </p:txBody>
      </p:sp>
      <p:sp>
        <p:nvSpPr>
          <p:cNvPr id="4" name="Text 2"/>
          <p:cNvSpPr/>
          <p:nvPr/>
        </p:nvSpPr>
        <p:spPr>
          <a:xfrm>
            <a:off x="365760" y="73152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should we automate the assessment?  Three natural approaches:</a:t>
            </a:r>
            <a:endParaRPr lang="en-US" sz="1100"/>
          </a:p>
        </p:txBody>
      </p:sp>
      <p:sp>
        <p:nvSpPr>
          <p:cNvPr id="5" name="Shape 3"/>
          <p:cNvSpPr/>
          <p:nvPr/>
        </p:nvSpPr>
        <p:spPr>
          <a:xfrm>
            <a:off x="274320" y="1078992"/>
            <a:ext cx="2468880" cy="3246120"/>
          </a:xfrm>
          <a:prstGeom prst="rect">
            <a:avLst/>
          </a:prstGeom>
          <a:solidFill>
            <a:srgbClr val="F1F5F9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1078992"/>
            <a:ext cx="2468880" cy="640080"/>
          </a:xfrm>
          <a:prstGeom prst="rect">
            <a:avLst/>
          </a:prstGeom>
          <a:solidFill>
            <a:srgbClr val="64748B">
              <a:alpha val="50000"/>
            </a:srgbClr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11480" y="1216152"/>
            <a:ext cx="365760" cy="365760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11480" y="12161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1100"/>
          </a:p>
        </p:txBody>
      </p:sp>
      <p:sp>
        <p:nvSpPr>
          <p:cNvPr id="9" name="Text 7"/>
          <p:cNvSpPr/>
          <p:nvPr/>
        </p:nvSpPr>
        <p:spPr>
          <a:xfrm>
            <a:off x="841248" y="1115568"/>
            <a:ext cx="17922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</a:t>
            </a:r>
            <a:endParaRPr lang="en-US" sz="1100"/>
          </a:p>
          <a:p>
            <a:pPr marL="0" indent="0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specialized model</a:t>
            </a:r>
            <a:endParaRPr lang="en-US" sz="1100"/>
          </a:p>
        </p:txBody>
      </p:sp>
      <p:sp>
        <p:nvSpPr>
          <p:cNvPr id="10" name="Text 8"/>
          <p:cNvSpPr/>
          <p:nvPr/>
        </p:nvSpPr>
        <p:spPr>
          <a:xfrm>
            <a:off x="438912" y="1883664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100"/>
          </a:p>
        </p:txBody>
      </p:sp>
      <p:sp>
        <p:nvSpPr>
          <p:cNvPr id="11" name="Text 9"/>
          <p:cNvSpPr/>
          <p:nvPr/>
        </p:nvSpPr>
        <p:spPr>
          <a:xfrm>
            <a:off x="658368" y="1883664"/>
            <a:ext cx="1965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large labelled dataset (thousands to hundreds of thousands)</a:t>
            </a:r>
            <a:endParaRPr lang="en-US" sz="950"/>
          </a:p>
        </p:txBody>
      </p:sp>
      <p:sp>
        <p:nvSpPr>
          <p:cNvPr id="12" name="Text 10"/>
          <p:cNvSpPr/>
          <p:nvPr/>
        </p:nvSpPr>
        <p:spPr>
          <a:xfrm>
            <a:off x="438912" y="2414016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100"/>
          </a:p>
        </p:txBody>
      </p:sp>
      <p:sp>
        <p:nvSpPr>
          <p:cNvPr id="13" name="Text 11"/>
          <p:cNvSpPr/>
          <p:nvPr/>
        </p:nvSpPr>
        <p:spPr>
          <a:xfrm>
            <a:off x="658368" y="2414016"/>
            <a:ext cx="1965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generalization to new tasks</a:t>
            </a:r>
            <a:endParaRPr lang="en-US" sz="950"/>
          </a:p>
        </p:txBody>
      </p:sp>
      <p:sp>
        <p:nvSpPr>
          <p:cNvPr id="14" name="Text 12"/>
          <p:cNvSpPr/>
          <p:nvPr/>
        </p:nvSpPr>
        <p:spPr>
          <a:xfrm>
            <a:off x="438912" y="2944368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100"/>
          </a:p>
        </p:txBody>
      </p:sp>
      <p:sp>
        <p:nvSpPr>
          <p:cNvPr id="15" name="Text 13"/>
          <p:cNvSpPr/>
          <p:nvPr/>
        </p:nvSpPr>
        <p:spPr>
          <a:xfrm>
            <a:off x="658368" y="2944368"/>
            <a:ext cx="1965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interpretability</a:t>
            </a:r>
            <a:r>
              <a:rPr lang="en-US" altLang="zh-CN" sz="9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fully black-box</a:t>
            </a:r>
            <a:endParaRPr lang="en-US" sz="950"/>
          </a:p>
        </p:txBody>
      </p:sp>
      <p:sp>
        <p:nvSpPr>
          <p:cNvPr id="16" name="Shape 14"/>
          <p:cNvSpPr/>
          <p:nvPr/>
        </p:nvSpPr>
        <p:spPr>
          <a:xfrm>
            <a:off x="2926080" y="1078992"/>
            <a:ext cx="2468880" cy="3246120"/>
          </a:xfrm>
          <a:prstGeom prst="rect">
            <a:avLst/>
          </a:prstGeom>
          <a:solidFill>
            <a:srgbClr val="F1F5F9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926080" y="1078992"/>
            <a:ext cx="2468880" cy="640080"/>
          </a:xfrm>
          <a:prstGeom prst="rect">
            <a:avLst/>
          </a:prstGeom>
          <a:solidFill>
            <a:srgbClr val="64748B">
              <a:alpha val="50000"/>
            </a:srgbClr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063240" y="1216152"/>
            <a:ext cx="365760" cy="365760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063240" y="12161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1100"/>
          </a:p>
        </p:txBody>
      </p:sp>
      <p:sp>
        <p:nvSpPr>
          <p:cNvPr id="20" name="Text 18"/>
          <p:cNvSpPr/>
          <p:nvPr/>
        </p:nvSpPr>
        <p:spPr>
          <a:xfrm>
            <a:off x="3493008" y="1115568"/>
            <a:ext cx="17922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</a:t>
            </a:r>
            <a:endParaRPr lang="en-US" sz="1100"/>
          </a:p>
          <a:p>
            <a:pPr marL="0" indent="0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large LLM</a:t>
            </a:r>
            <a:endParaRPr lang="en-US" sz="1100"/>
          </a:p>
        </p:txBody>
      </p:sp>
      <p:sp>
        <p:nvSpPr>
          <p:cNvPr id="21" name="Text 19"/>
          <p:cNvSpPr/>
          <p:nvPr/>
        </p:nvSpPr>
        <p:spPr>
          <a:xfrm>
            <a:off x="3108960" y="2361438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100"/>
          </a:p>
        </p:txBody>
      </p:sp>
      <p:sp>
        <p:nvSpPr>
          <p:cNvPr id="22" name="Text 20"/>
          <p:cNvSpPr/>
          <p:nvPr/>
        </p:nvSpPr>
        <p:spPr>
          <a:xfrm>
            <a:off x="3328416" y="2361438"/>
            <a:ext cx="1965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Expensive and time-consuming to adapt</a:t>
            </a:r>
            <a:endParaRPr lang="en-US" sz="950"/>
          </a:p>
        </p:txBody>
      </p:sp>
      <p:sp>
        <p:nvSpPr>
          <p:cNvPr id="23" name="Text 21"/>
          <p:cNvSpPr/>
          <p:nvPr/>
        </p:nvSpPr>
        <p:spPr>
          <a:xfrm>
            <a:off x="3090672" y="1869948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100"/>
          </a:p>
        </p:txBody>
      </p:sp>
      <p:sp>
        <p:nvSpPr>
          <p:cNvPr id="24" name="Text 22"/>
          <p:cNvSpPr/>
          <p:nvPr/>
        </p:nvSpPr>
        <p:spPr>
          <a:xfrm>
            <a:off x="3310128" y="1869948"/>
            <a:ext cx="1965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domain-specific labelled data (hundreds to thousands)</a:t>
            </a:r>
            <a:endParaRPr lang="en-US" sz="950"/>
          </a:p>
        </p:txBody>
      </p:sp>
      <p:sp>
        <p:nvSpPr>
          <p:cNvPr id="25" name="Text 23"/>
          <p:cNvSpPr/>
          <p:nvPr/>
        </p:nvSpPr>
        <p:spPr>
          <a:xfrm>
            <a:off x="3090672" y="2944368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100"/>
          </a:p>
        </p:txBody>
      </p:sp>
      <p:sp>
        <p:nvSpPr>
          <p:cNvPr id="26" name="Text 24"/>
          <p:cNvSpPr/>
          <p:nvPr/>
        </p:nvSpPr>
        <p:spPr>
          <a:xfrm>
            <a:off x="3310128" y="2944368"/>
            <a:ext cx="1965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control over reasoning process</a:t>
            </a:r>
            <a:r>
              <a:rPr lang="zh-CN" altLang="en-US" sz="9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，</a:t>
            </a:r>
            <a:r>
              <a:rPr lang="en-US" altLang="zh-CN" sz="9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</a:t>
            </a:r>
            <a:r>
              <a:rPr lang="zh-CN" altLang="en-US" sz="9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zh-CN" sz="9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remains data-driven</a:t>
            </a:r>
            <a:endParaRPr lang="en-US" sz="950"/>
          </a:p>
        </p:txBody>
      </p:sp>
      <p:sp>
        <p:nvSpPr>
          <p:cNvPr id="27" name="Shape 25"/>
          <p:cNvSpPr/>
          <p:nvPr/>
        </p:nvSpPr>
        <p:spPr>
          <a:xfrm>
            <a:off x="5577840" y="1078992"/>
            <a:ext cx="3291840" cy="3246120"/>
          </a:xfrm>
          <a:prstGeom prst="rect">
            <a:avLst/>
          </a:prstGeom>
          <a:solidFill>
            <a:srgbClr val="F0FDF4"/>
          </a:solidFill>
          <a:ln w="19050">
            <a:solidFill>
              <a:srgbClr val="6EE7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5577840" y="1078992"/>
            <a:ext cx="3291840" cy="640080"/>
          </a:xfrm>
          <a:prstGeom prst="rect">
            <a:avLst/>
          </a:prstGeom>
          <a:solidFill>
            <a:srgbClr val="1E6B5C"/>
          </a:solidFill>
          <a:ln w="12700">
            <a:solidFill>
              <a:srgbClr val="6EE7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5715000" y="1216152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715000" y="12161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1E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1100"/>
          </a:p>
        </p:txBody>
      </p:sp>
      <p:sp>
        <p:nvSpPr>
          <p:cNvPr id="31" name="Text 29"/>
          <p:cNvSpPr/>
          <p:nvPr/>
        </p:nvSpPr>
        <p:spPr>
          <a:xfrm>
            <a:off x="6144768" y="1115568"/>
            <a:ext cx="2615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Off-the-shelf</a:t>
            </a:r>
            <a:endParaRPr lang="en-US" sz="1100"/>
          </a:p>
          <a:p>
            <a:pPr marL="0" indent="0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agents</a:t>
            </a:r>
            <a:endParaRPr lang="en-US" sz="1100"/>
          </a:p>
        </p:txBody>
      </p:sp>
      <p:sp>
        <p:nvSpPr>
          <p:cNvPr id="32" name="Text 30"/>
          <p:cNvSpPr/>
          <p:nvPr/>
        </p:nvSpPr>
        <p:spPr>
          <a:xfrm>
            <a:off x="5742432" y="1883664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/>
          </a:p>
        </p:txBody>
      </p:sp>
      <p:sp>
        <p:nvSpPr>
          <p:cNvPr id="33" name="Text 31"/>
          <p:cNvSpPr/>
          <p:nvPr/>
        </p:nvSpPr>
        <p:spPr>
          <a:xfrm>
            <a:off x="5961888" y="1883664"/>
            <a:ext cx="2788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000">
                <a:solidFill>
                  <a:srgbClr val="166534"/>
                </a:solidFill>
                <a:latin typeface="Calibri" pitchFamily="34" charset="0"/>
                <a:cs typeface="Calibri" pitchFamily="34" charset="-120"/>
              </a:rPr>
              <a:t>Can leverage few-shot examples without retraining.</a:t>
            </a:r>
          </a:p>
        </p:txBody>
      </p:sp>
      <p:sp>
        <p:nvSpPr>
          <p:cNvPr id="34" name="Text 32"/>
          <p:cNvSpPr/>
          <p:nvPr/>
        </p:nvSpPr>
        <p:spPr>
          <a:xfrm>
            <a:off x="5742432" y="2414016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/>
          </a:p>
        </p:txBody>
      </p:sp>
      <p:sp>
        <p:nvSpPr>
          <p:cNvPr id="35" name="Text 33"/>
          <p:cNvSpPr/>
          <p:nvPr/>
        </p:nvSpPr>
        <p:spPr>
          <a:xfrm>
            <a:off x="5961888" y="2414016"/>
            <a:ext cx="2788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Prompt- and rule-driven reasoning offers traceability</a:t>
            </a:r>
            <a:endParaRPr lang="en-US" sz="1000"/>
          </a:p>
        </p:txBody>
      </p:sp>
      <p:sp>
        <p:nvSpPr>
          <p:cNvPr id="36" name="Text 34"/>
          <p:cNvSpPr/>
          <p:nvPr/>
        </p:nvSpPr>
        <p:spPr>
          <a:xfrm>
            <a:off x="5742432" y="2944368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/>
          </a:p>
        </p:txBody>
      </p:sp>
      <p:sp>
        <p:nvSpPr>
          <p:cNvPr id="37" name="Text 35"/>
          <p:cNvSpPr/>
          <p:nvPr/>
        </p:nvSpPr>
        <p:spPr>
          <a:xfrm>
            <a:off x="5961888" y="2944368"/>
            <a:ext cx="2788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rules explicitly injected via prompts → behavior stays aligned with expert knowledge</a:t>
            </a:r>
            <a:endParaRPr lang="en-US" sz="1000"/>
          </a:p>
        </p:txBody>
      </p:sp>
      <p:sp>
        <p:nvSpPr>
          <p:cNvPr id="38" name="Text 36"/>
          <p:cNvSpPr/>
          <p:nvPr/>
        </p:nvSpPr>
        <p:spPr>
          <a:xfrm>
            <a:off x="5742432" y="3474720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/>
          </a:p>
        </p:txBody>
      </p:sp>
      <p:sp>
        <p:nvSpPr>
          <p:cNvPr id="39" name="Text 37"/>
          <p:cNvSpPr/>
          <p:nvPr/>
        </p:nvSpPr>
        <p:spPr>
          <a:xfrm>
            <a:off x="5961888" y="3474720"/>
            <a:ext cx="2788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and easily adaptable</a:t>
            </a:r>
            <a:endParaRPr lang="en-US" sz="1000"/>
          </a:p>
        </p:txBody>
      </p:sp>
      <p:sp>
        <p:nvSpPr>
          <p:cNvPr id="40" name="Shape 38"/>
          <p:cNvSpPr/>
          <p:nvPr/>
        </p:nvSpPr>
        <p:spPr>
          <a:xfrm>
            <a:off x="7662672" y="914400"/>
            <a:ext cx="1143000" cy="237744"/>
          </a:xfrm>
          <a:prstGeom prst="roundRect">
            <a:avLst>
              <a:gd name="adj" fmla="val 15385"/>
            </a:avLst>
          </a:prstGeom>
          <a:solidFill>
            <a:srgbClr val="DCFCE7"/>
          </a:solidFill>
          <a:ln w="10160">
            <a:solidFill>
              <a:srgbClr val="6EE7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7662672" y="914400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1E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approach</a:t>
            </a:r>
            <a:endParaRPr lang="en-US" sz="800"/>
          </a:p>
        </p:txBody>
      </p:sp>
      <p:sp>
        <p:nvSpPr>
          <p:cNvPr id="42" name="Shape 40"/>
          <p:cNvSpPr/>
          <p:nvPr/>
        </p:nvSpPr>
        <p:spPr>
          <a:xfrm>
            <a:off x="274320" y="4535424"/>
            <a:ext cx="8595360" cy="0"/>
          </a:xfrm>
          <a:prstGeom prst="line">
            <a:avLst/>
          </a:prstGeom>
          <a:noFill/>
          <a:ln w="889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274320" y="4590288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500" i="1">
                <a:solidFill>
                  <a:schemeClr val="accent6">
                    <a:lumMod val="50000"/>
                  </a:schemeClr>
                </a:solidFill>
              </a:rPr>
              <a:t>We shift from data-driven prediction to structured, rule-guided reasoning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E6B5C"/>
          </a:solidFill>
          <a:ln w="12700">
            <a:solidFill>
              <a:srgbClr val="1E6B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56032" y="0"/>
            <a:ext cx="863193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Single Agent vs Multi-agents</a:t>
            </a:r>
            <a:endParaRPr lang="en-US" sz="1700"/>
          </a:p>
        </p:txBody>
      </p:sp>
      <p:sp>
        <p:nvSpPr>
          <p:cNvPr id="4" name="Shape 2"/>
          <p:cNvSpPr/>
          <p:nvPr/>
        </p:nvSpPr>
        <p:spPr>
          <a:xfrm>
            <a:off x="274320" y="731520"/>
            <a:ext cx="3474720" cy="3931920"/>
          </a:xfrm>
          <a:prstGeom prst="rect">
            <a:avLst/>
          </a:prstGeom>
          <a:solidFill>
            <a:srgbClr val="FFF7ED"/>
          </a:solidFill>
          <a:ln w="10160">
            <a:solidFill>
              <a:srgbClr val="FED7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731520"/>
            <a:ext cx="3474720" cy="347472"/>
          </a:xfrm>
          <a:prstGeom prst="rect">
            <a:avLst/>
          </a:prstGeom>
          <a:solidFill>
            <a:srgbClr val="F97316">
              <a:alpha val="45000"/>
            </a:srgbClr>
          </a:solidFill>
          <a:ln w="12700">
            <a:solidFill>
              <a:srgbClr val="FED7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84048" y="731520"/>
            <a:ext cx="3310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7C2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Single-agent struggles with…</a:t>
            </a:r>
            <a:endParaRPr lang="en-US" sz="1000"/>
          </a:p>
        </p:txBody>
      </p:sp>
      <p:sp>
        <p:nvSpPr>
          <p:cNvPr id="7" name="Text 5"/>
          <p:cNvSpPr/>
          <p:nvPr/>
        </p:nvSpPr>
        <p:spPr>
          <a:xfrm>
            <a:off x="420624" y="1207008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/>
          </a:p>
        </p:txBody>
      </p:sp>
      <p:sp>
        <p:nvSpPr>
          <p:cNvPr id="8" name="Text 6"/>
          <p:cNvSpPr/>
          <p:nvPr/>
        </p:nvSpPr>
        <p:spPr>
          <a:xfrm>
            <a:off x="640080" y="1207008"/>
            <a:ext cx="2999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9A3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overload</a:t>
            </a:r>
            <a:endParaRPr lang="en-US" sz="1000"/>
          </a:p>
        </p:txBody>
      </p:sp>
      <p:sp>
        <p:nvSpPr>
          <p:cNvPr id="9" name="Text 7"/>
          <p:cNvSpPr/>
          <p:nvPr/>
        </p:nvSpPr>
        <p:spPr>
          <a:xfrm>
            <a:off x="640080" y="1463040"/>
            <a:ext cx="2999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modalities handled in a single prompt → degraded reasoning</a:t>
            </a:r>
          </a:p>
        </p:txBody>
      </p:sp>
      <p:sp>
        <p:nvSpPr>
          <p:cNvPr id="10" name="Text 8"/>
          <p:cNvSpPr/>
          <p:nvPr/>
        </p:nvSpPr>
        <p:spPr>
          <a:xfrm>
            <a:off x="420624" y="2249424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/>
          </a:p>
        </p:txBody>
      </p:sp>
      <p:sp>
        <p:nvSpPr>
          <p:cNvPr id="11" name="Text 9"/>
          <p:cNvSpPr/>
          <p:nvPr/>
        </p:nvSpPr>
        <p:spPr>
          <a:xfrm>
            <a:off x="640080" y="2249424"/>
            <a:ext cx="2999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9A3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 of specialization</a:t>
            </a:r>
            <a:endParaRPr lang="en-US" sz="1000"/>
          </a:p>
        </p:txBody>
      </p:sp>
      <p:sp>
        <p:nvSpPr>
          <p:cNvPr id="12" name="Text 10"/>
          <p:cNvSpPr/>
          <p:nvPr/>
        </p:nvSpPr>
        <p:spPr>
          <a:xfrm>
            <a:off x="640080" y="2505456"/>
            <a:ext cx="2999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900">
                <a:solidFill>
                  <a:srgbClr val="C2410C"/>
                </a:solidFill>
                <a:latin typeface="Calibri" pitchFamily="34" charset="0"/>
                <a:cs typeface="Calibri" pitchFamily="34" charset="-120"/>
              </a:rPr>
              <a:t>Different sub</a:t>
            </a:r>
            <a:r>
              <a:rPr lang="en-US" altLang="zh-CN" sz="900">
                <a:solidFill>
                  <a:srgbClr val="C2410C"/>
                </a:solidFill>
                <a:latin typeface="Calibri" pitchFamily="34" charset="0"/>
                <a:cs typeface="Calibri" pitchFamily="34" charset="-120"/>
              </a:rPr>
              <a:t>-</a:t>
            </a:r>
            <a:r>
              <a:rPr lang="en-US" sz="900">
                <a:solidFill>
                  <a:srgbClr val="C2410C"/>
                </a:solidFill>
                <a:latin typeface="Calibri" pitchFamily="34" charset="0"/>
                <a:cs typeface="Calibri" pitchFamily="34" charset="-120"/>
              </a:rPr>
              <a:t>tasks</a:t>
            </a:r>
            <a:r>
              <a:rPr lang="zh-CN" altLang="en-US" sz="900">
                <a:solidFill>
                  <a:srgbClr val="C2410C"/>
                </a:solidFill>
                <a:latin typeface="Calibri" pitchFamily="34" charset="0"/>
                <a:cs typeface="Calibri" pitchFamily="34" charset="-120"/>
              </a:rPr>
              <a:t> </a:t>
            </a:r>
            <a:r>
              <a:rPr lang="en-US" altLang="zh-CN" sz="900">
                <a:solidFill>
                  <a:srgbClr val="C2410C"/>
                </a:solidFill>
                <a:latin typeface="Calibri" pitchFamily="34" charset="0"/>
                <a:cs typeface="Calibri" pitchFamily="34" charset="-120"/>
              </a:rPr>
              <a:t>hard to optimized via one agent jointly</a:t>
            </a:r>
            <a:endParaRPr lang="en-US" sz="900">
              <a:solidFill>
                <a:srgbClr val="C2410C"/>
              </a:solidFill>
              <a:latin typeface="Calibri" pitchFamily="34" charset="0"/>
              <a:cs typeface="Calibri" pitchFamily="34" charset="-12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20624" y="3258209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/>
          </a:p>
        </p:txBody>
      </p:sp>
      <p:sp>
        <p:nvSpPr>
          <p:cNvPr id="17" name="Text 15"/>
          <p:cNvSpPr/>
          <p:nvPr/>
        </p:nvSpPr>
        <p:spPr>
          <a:xfrm>
            <a:off x="640080" y="3258209"/>
            <a:ext cx="2999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9A3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intermediate verification</a:t>
            </a:r>
            <a:endParaRPr lang="en-US" sz="1000"/>
          </a:p>
        </p:txBody>
      </p:sp>
      <p:sp>
        <p:nvSpPr>
          <p:cNvPr id="18" name="Text 16"/>
          <p:cNvSpPr/>
          <p:nvPr/>
        </p:nvSpPr>
        <p:spPr>
          <a:xfrm>
            <a:off x="640080" y="3514241"/>
            <a:ext cx="2999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mechanism to check reasoning during the process</a:t>
            </a:r>
            <a:endParaRPr lang="en-US" sz="900"/>
          </a:p>
        </p:txBody>
      </p:sp>
      <p:sp>
        <p:nvSpPr>
          <p:cNvPr id="19" name="Text 17"/>
          <p:cNvSpPr/>
          <p:nvPr/>
        </p:nvSpPr>
        <p:spPr>
          <a:xfrm>
            <a:off x="3822192" y="23774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/>
          </a:p>
        </p:txBody>
      </p:sp>
      <p:sp>
        <p:nvSpPr>
          <p:cNvPr id="20" name="Shape 18"/>
          <p:cNvSpPr/>
          <p:nvPr/>
        </p:nvSpPr>
        <p:spPr>
          <a:xfrm>
            <a:off x="4315968" y="731520"/>
            <a:ext cx="4553712" cy="3931920"/>
          </a:xfrm>
          <a:prstGeom prst="rect">
            <a:avLst/>
          </a:prstGeom>
          <a:solidFill>
            <a:srgbClr val="F0FDF4"/>
          </a:solidFill>
          <a:ln w="10160">
            <a:solidFill>
              <a:srgbClr val="86EFA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315968" y="731520"/>
            <a:ext cx="4553712" cy="347472"/>
          </a:xfrm>
          <a:prstGeom prst="rect">
            <a:avLst/>
          </a:prstGeom>
          <a:solidFill>
            <a:srgbClr val="16A34A">
              <a:alpha val="45000"/>
            </a:srgbClr>
          </a:solidFill>
          <a:ln w="12700">
            <a:solidFill>
              <a:srgbClr val="86EFA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425696" y="731520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enables…</a:t>
            </a:r>
            <a:endParaRPr lang="en-US" sz="1000"/>
          </a:p>
        </p:txBody>
      </p:sp>
      <p:sp>
        <p:nvSpPr>
          <p:cNvPr id="23" name="Text 21"/>
          <p:cNvSpPr/>
          <p:nvPr/>
        </p:nvSpPr>
        <p:spPr>
          <a:xfrm>
            <a:off x="4462272" y="1207008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/>
          </a:p>
        </p:txBody>
      </p:sp>
      <p:sp>
        <p:nvSpPr>
          <p:cNvPr id="24" name="Text 22"/>
          <p:cNvSpPr/>
          <p:nvPr/>
        </p:nvSpPr>
        <p:spPr>
          <a:xfrm>
            <a:off x="4681728" y="1207008"/>
            <a:ext cx="4078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Decomposed context</a:t>
            </a:r>
            <a:endParaRPr lang="en-US" sz="1000"/>
          </a:p>
        </p:txBody>
      </p:sp>
      <p:sp>
        <p:nvSpPr>
          <p:cNvPr id="25" name="Text 23"/>
          <p:cNvSpPr/>
          <p:nvPr/>
        </p:nvSpPr>
        <p:spPr>
          <a:xfrm>
            <a:off x="4681728" y="1463040"/>
            <a:ext cx="40782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900">
                <a:solidFill>
                  <a:srgbClr val="166534"/>
                </a:solidFill>
                <a:latin typeface="Calibri" pitchFamily="34" charset="0"/>
                <a:cs typeface="Calibri" pitchFamily="34" charset="-120"/>
              </a:rPr>
              <a:t>Each agent operates on a focused subset of information</a:t>
            </a:r>
          </a:p>
        </p:txBody>
      </p:sp>
      <p:sp>
        <p:nvSpPr>
          <p:cNvPr id="26" name="Text 24"/>
          <p:cNvSpPr/>
          <p:nvPr/>
        </p:nvSpPr>
        <p:spPr>
          <a:xfrm>
            <a:off x="4462272" y="2249424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/>
          </a:p>
        </p:txBody>
      </p:sp>
      <p:sp>
        <p:nvSpPr>
          <p:cNvPr id="27" name="Text 25"/>
          <p:cNvSpPr/>
          <p:nvPr/>
        </p:nvSpPr>
        <p:spPr>
          <a:xfrm>
            <a:off x="4681728" y="2249424"/>
            <a:ext cx="4078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Specialized reasoning</a:t>
            </a:r>
            <a:endParaRPr lang="en-US" sz="1000"/>
          </a:p>
        </p:txBody>
      </p:sp>
      <p:sp>
        <p:nvSpPr>
          <p:cNvPr id="28" name="Text 26"/>
          <p:cNvSpPr/>
          <p:nvPr/>
        </p:nvSpPr>
        <p:spPr>
          <a:xfrm>
            <a:off x="4681728" y="2505456"/>
            <a:ext cx="40782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900">
                <a:solidFill>
                  <a:srgbClr val="166534"/>
                </a:solidFill>
                <a:latin typeface="Calibri" pitchFamily="34" charset="0"/>
                <a:cs typeface="Calibri" pitchFamily="34" charset="-120"/>
              </a:rPr>
              <a:t>Each agent focuses on one aspect</a:t>
            </a:r>
          </a:p>
        </p:txBody>
      </p:sp>
      <p:sp>
        <p:nvSpPr>
          <p:cNvPr id="29" name="Text 27"/>
          <p:cNvSpPr/>
          <p:nvPr/>
        </p:nvSpPr>
        <p:spPr>
          <a:xfrm>
            <a:off x="4462272" y="3258209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/>
          </a:p>
        </p:txBody>
      </p:sp>
      <p:sp>
        <p:nvSpPr>
          <p:cNvPr id="30" name="Text 28"/>
          <p:cNvSpPr/>
          <p:nvPr/>
        </p:nvSpPr>
        <p:spPr>
          <a:xfrm>
            <a:off x="4681728" y="3258209"/>
            <a:ext cx="4078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structured verification</a:t>
            </a:r>
            <a:endParaRPr lang="en-US" sz="1000"/>
          </a:p>
        </p:txBody>
      </p:sp>
      <p:sp>
        <p:nvSpPr>
          <p:cNvPr id="31" name="Text 29"/>
          <p:cNvSpPr/>
          <p:nvPr/>
        </p:nvSpPr>
        <p:spPr>
          <a:xfrm>
            <a:off x="4681728" y="3514241"/>
            <a:ext cx="40782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Per-agent checks + cross-agent validation</a:t>
            </a:r>
            <a:r>
              <a:rPr lang="zh-CN" altLang="en-US" sz="90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zh-CN" sz="90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become</a:t>
            </a:r>
            <a:r>
              <a:rPr lang="zh-CN" altLang="en-US" sz="90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zh-CN" sz="90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possible</a:t>
            </a:r>
            <a:r>
              <a:rPr lang="zh-CN" altLang="en-US" sz="90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zh-CN" sz="90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</a:t>
            </a:r>
            <a:r>
              <a:rPr lang="zh-CN" altLang="en-US" sz="90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zh-CN" sz="90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</a:t>
            </a:r>
            <a:r>
              <a:rPr lang="zh-CN" altLang="en-US" sz="90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zh-CN" sz="90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consistency</a:t>
            </a:r>
            <a:endParaRPr lang="en-US" sz="900"/>
          </a:p>
        </p:txBody>
      </p:sp>
      <p:sp>
        <p:nvSpPr>
          <p:cNvPr id="35" name="Shape 33"/>
          <p:cNvSpPr/>
          <p:nvPr/>
        </p:nvSpPr>
        <p:spPr>
          <a:xfrm>
            <a:off x="274320" y="4535424"/>
            <a:ext cx="8595360" cy="0"/>
          </a:xfrm>
          <a:prstGeom prst="line">
            <a:avLst/>
          </a:prstGeom>
          <a:noFill/>
          <a:ln w="889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274320" y="4590288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Decomposing the problem by modality enables both better reasoning and stronger auditability</a:t>
            </a:r>
            <a:endParaRPr lang="en-US" sz="95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A5F64"/>
          </a:solidFill>
          <a:ln w="12700">
            <a:solidFill>
              <a:srgbClr val="1A5F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73152"/>
            <a:ext cx="8503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make the most of Agents</a:t>
            </a:r>
            <a:endParaRPr lang="en-US" sz="2000"/>
          </a:p>
        </p:txBody>
      </p:sp>
      <p:sp>
        <p:nvSpPr>
          <p:cNvPr id="4" name="Shape 2"/>
          <p:cNvSpPr/>
          <p:nvPr/>
        </p:nvSpPr>
        <p:spPr>
          <a:xfrm>
            <a:off x="411480" y="1360171"/>
            <a:ext cx="2560320" cy="1833366"/>
          </a:xfrm>
          <a:prstGeom prst="rect">
            <a:avLst/>
          </a:prstGeom>
          <a:solidFill>
            <a:srgbClr val="FFFFFF"/>
          </a:solidFill>
          <a:ln w="12700">
            <a:solidFill>
              <a:srgbClr val="D8ECEC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11480" y="1360171"/>
            <a:ext cx="2560320" cy="82296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94360" y="1524763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</a:t>
            </a:r>
            <a:endParaRPr lang="en-US" sz="1400"/>
          </a:p>
        </p:txBody>
      </p:sp>
      <p:sp>
        <p:nvSpPr>
          <p:cNvPr id="7" name="Shape 5"/>
          <p:cNvSpPr/>
          <p:nvPr/>
        </p:nvSpPr>
        <p:spPr>
          <a:xfrm>
            <a:off x="594360" y="2018539"/>
            <a:ext cx="2194560" cy="0"/>
          </a:xfrm>
          <a:prstGeom prst="line">
            <a:avLst/>
          </a:prstGeom>
          <a:noFill/>
          <a:ln w="12700">
            <a:solidFill>
              <a:srgbClr val="D8EC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94360" y="2137411"/>
            <a:ext cx="2240280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25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the model what to do</a:t>
            </a:r>
            <a:endParaRPr lang="en-US" sz="1250"/>
          </a:p>
        </p:txBody>
      </p:sp>
      <p:sp>
        <p:nvSpPr>
          <p:cNvPr id="9" name="Shape 7"/>
          <p:cNvSpPr/>
          <p:nvPr/>
        </p:nvSpPr>
        <p:spPr>
          <a:xfrm>
            <a:off x="3291840" y="1360171"/>
            <a:ext cx="2560320" cy="1833366"/>
          </a:xfrm>
          <a:prstGeom prst="rect">
            <a:avLst/>
          </a:prstGeom>
          <a:solidFill>
            <a:srgbClr val="FFFFFF"/>
          </a:solidFill>
          <a:ln w="12700">
            <a:solidFill>
              <a:srgbClr val="D8ECEC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291840" y="1377317"/>
            <a:ext cx="2560320" cy="82296"/>
          </a:xfrm>
          <a:prstGeom prst="rect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474720" y="1524763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Engineering</a:t>
            </a:r>
            <a:endParaRPr lang="en-US" sz="1400"/>
          </a:p>
        </p:txBody>
      </p:sp>
      <p:sp>
        <p:nvSpPr>
          <p:cNvPr id="12" name="Shape 10"/>
          <p:cNvSpPr/>
          <p:nvPr/>
        </p:nvSpPr>
        <p:spPr>
          <a:xfrm>
            <a:off x="3474720" y="2018539"/>
            <a:ext cx="2194560" cy="0"/>
          </a:xfrm>
          <a:prstGeom prst="line">
            <a:avLst/>
          </a:prstGeom>
          <a:noFill/>
          <a:ln w="12700">
            <a:solidFill>
              <a:srgbClr val="D8EC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474720" y="2137411"/>
            <a:ext cx="2240280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25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the model the right information</a:t>
            </a:r>
            <a:endParaRPr lang="en-US" sz="1250"/>
          </a:p>
        </p:txBody>
      </p:sp>
      <p:sp>
        <p:nvSpPr>
          <p:cNvPr id="14" name="Shape 12"/>
          <p:cNvSpPr/>
          <p:nvPr/>
        </p:nvSpPr>
        <p:spPr>
          <a:xfrm>
            <a:off x="6172200" y="1360171"/>
            <a:ext cx="2560320" cy="1833367"/>
          </a:xfrm>
          <a:prstGeom prst="rect">
            <a:avLst/>
          </a:prstGeom>
          <a:solidFill>
            <a:srgbClr val="FFFFFF"/>
          </a:solidFill>
          <a:ln w="12700">
            <a:solidFill>
              <a:srgbClr val="D8ECEC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172200" y="1377317"/>
            <a:ext cx="2560320" cy="82296"/>
          </a:xfrm>
          <a:prstGeom prst="rect">
            <a:avLst/>
          </a:prstGeom>
          <a:solidFill>
            <a:srgbClr val="5B3C8C"/>
          </a:solidFill>
          <a:ln w="12700">
            <a:solidFill>
              <a:srgbClr val="5B3C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355080" y="1524763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Harness Engineering</a:t>
            </a:r>
            <a:endParaRPr lang="en-US" sz="1400"/>
          </a:p>
        </p:txBody>
      </p:sp>
      <p:sp>
        <p:nvSpPr>
          <p:cNvPr id="17" name="Shape 15"/>
          <p:cNvSpPr/>
          <p:nvPr/>
        </p:nvSpPr>
        <p:spPr>
          <a:xfrm>
            <a:off x="6355080" y="2018539"/>
            <a:ext cx="2194560" cy="0"/>
          </a:xfrm>
          <a:prstGeom prst="line">
            <a:avLst/>
          </a:prstGeom>
          <a:noFill/>
          <a:ln w="12700">
            <a:solidFill>
              <a:srgbClr val="D8EC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355080" y="2137411"/>
            <a:ext cx="2240280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25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how the system executes</a:t>
            </a:r>
            <a:endParaRPr lang="en-US" sz="1250"/>
          </a:p>
          <a:p>
            <a:pPr marL="0" indent="0" algn="l">
              <a:spcAft>
                <a:spcPts val="600"/>
              </a:spcAft>
              <a:buNone/>
            </a:pPr>
            <a:r>
              <a:rPr lang="en-US" sz="125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reliable multi-step workflows</a:t>
            </a:r>
            <a:endParaRPr lang="en-US" sz="1250"/>
          </a:p>
        </p:txBody>
      </p:sp>
      <p:sp>
        <p:nvSpPr>
          <p:cNvPr id="19" name="Shape 17"/>
          <p:cNvSpPr/>
          <p:nvPr/>
        </p:nvSpPr>
        <p:spPr>
          <a:xfrm>
            <a:off x="2971800" y="2395728"/>
            <a:ext cx="320040" cy="0"/>
          </a:xfrm>
          <a:prstGeom prst="line">
            <a:avLst/>
          </a:prstGeom>
          <a:noFill/>
          <a:ln w="1905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5852160" y="2395728"/>
            <a:ext cx="320040" cy="0"/>
          </a:xfrm>
          <a:prstGeom prst="line">
            <a:avLst/>
          </a:prstGeom>
          <a:noFill/>
          <a:ln w="1905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1371600" y="41605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bottleneck shifts from input design to execution control"</a:t>
            </a:r>
            <a:endParaRPr lang="en-US" sz="12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A5F64"/>
          </a:solidFill>
          <a:ln w="12700">
            <a:solidFill>
              <a:srgbClr val="1A5F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73152"/>
            <a:ext cx="8503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Harness Engineering?</a:t>
            </a:r>
            <a:endParaRPr lang="en-US" sz="2000"/>
          </a:p>
        </p:txBody>
      </p:sp>
      <p:sp>
        <p:nvSpPr>
          <p:cNvPr id="4" name="Shape 2"/>
          <p:cNvSpPr/>
          <p:nvPr/>
        </p:nvSpPr>
        <p:spPr>
          <a:xfrm>
            <a:off x="411480" y="749808"/>
            <a:ext cx="8321040" cy="960120"/>
          </a:xfrm>
          <a:prstGeom prst="rect">
            <a:avLst/>
          </a:prstGeom>
          <a:solidFill>
            <a:srgbClr val="F2ECF8"/>
          </a:solidFill>
          <a:ln w="12700">
            <a:solidFill>
              <a:srgbClr val="D8C8EE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11480" y="749808"/>
            <a:ext cx="64008" cy="960120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12648" y="822960"/>
            <a:ext cx="8046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>
                <a:solidFill>
                  <a:srgbClr val="3A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"Harness Engineering is the design of the execution system around an LLM"</a:t>
            </a:r>
            <a:endParaRPr lang="en-US" sz="1350"/>
          </a:p>
        </p:txBody>
      </p:sp>
      <p:sp>
        <p:nvSpPr>
          <p:cNvPr id="7" name="Text 5"/>
          <p:cNvSpPr/>
          <p:nvPr/>
        </p:nvSpPr>
        <p:spPr>
          <a:xfrm>
            <a:off x="612648" y="1316736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+ Harness = whole system</a:t>
            </a:r>
            <a:endParaRPr lang="en-US" sz="1100"/>
          </a:p>
        </p:txBody>
      </p:sp>
      <p:sp>
        <p:nvSpPr>
          <p:cNvPr id="8" name="Text 6"/>
          <p:cNvSpPr/>
          <p:nvPr/>
        </p:nvSpPr>
        <p:spPr>
          <a:xfrm>
            <a:off x="914400" y="1828800"/>
            <a:ext cx="7315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just providing information, but </a:t>
            </a:r>
            <a:r>
              <a:rPr lang="en-US" sz="135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controlling execution</a:t>
            </a:r>
            <a:endParaRPr lang="en-US" sz="1350"/>
          </a:p>
        </p:txBody>
      </p:sp>
      <p:sp>
        <p:nvSpPr>
          <p:cNvPr id="9" name="Shape 7"/>
          <p:cNvSpPr/>
          <p:nvPr/>
        </p:nvSpPr>
        <p:spPr>
          <a:xfrm>
            <a:off x="411480" y="2331720"/>
            <a:ext cx="192024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CEC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11480" y="2331720"/>
            <a:ext cx="1920240" cy="73152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48640" y="2441448"/>
            <a:ext cx="1691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</a:t>
            </a:r>
            <a:endParaRPr lang="en-US" sz="1200"/>
          </a:p>
        </p:txBody>
      </p:sp>
      <p:sp>
        <p:nvSpPr>
          <p:cNvPr id="12" name="Shape 10"/>
          <p:cNvSpPr/>
          <p:nvPr/>
        </p:nvSpPr>
        <p:spPr>
          <a:xfrm>
            <a:off x="502920" y="2880360"/>
            <a:ext cx="1737360" cy="0"/>
          </a:xfrm>
          <a:prstGeom prst="line">
            <a:avLst/>
          </a:prstGeom>
          <a:noFill/>
          <a:ln w="12700">
            <a:solidFill>
              <a:srgbClr val="D8EC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48640" y="2953512"/>
            <a:ext cx="169164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Predefined workflows</a:t>
            </a:r>
            <a:endParaRPr lang="en-US" sz="105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management across steps</a:t>
            </a:r>
            <a:endParaRPr lang="en-US" sz="1050"/>
          </a:p>
        </p:txBody>
      </p:sp>
      <p:sp>
        <p:nvSpPr>
          <p:cNvPr id="14" name="Shape 12"/>
          <p:cNvSpPr/>
          <p:nvPr/>
        </p:nvSpPr>
        <p:spPr>
          <a:xfrm>
            <a:off x="2487168" y="2331720"/>
            <a:ext cx="192024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CEC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2487168" y="2331720"/>
            <a:ext cx="1920240" cy="7315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624328" y="2441448"/>
            <a:ext cx="1691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Modules</a:t>
            </a:r>
            <a:endParaRPr lang="en-US" sz="1200"/>
          </a:p>
        </p:txBody>
      </p:sp>
      <p:sp>
        <p:nvSpPr>
          <p:cNvPr id="17" name="Shape 15"/>
          <p:cNvSpPr/>
          <p:nvPr/>
        </p:nvSpPr>
        <p:spPr>
          <a:xfrm>
            <a:off x="2578608" y="2880360"/>
            <a:ext cx="1737360" cy="0"/>
          </a:xfrm>
          <a:prstGeom prst="line">
            <a:avLst/>
          </a:prstGeom>
          <a:noFill/>
          <a:ln w="12700">
            <a:solidFill>
              <a:srgbClr val="D8EC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624328" y="2953512"/>
            <a:ext cx="169164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Specialized agents or tools</a:t>
            </a:r>
            <a:endParaRPr lang="en-US" sz="105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handles a specific subtask</a:t>
            </a:r>
            <a:endParaRPr lang="en-US" sz="1050"/>
          </a:p>
        </p:txBody>
      </p:sp>
      <p:sp>
        <p:nvSpPr>
          <p:cNvPr id="19" name="Shape 17"/>
          <p:cNvSpPr/>
          <p:nvPr/>
        </p:nvSpPr>
        <p:spPr>
          <a:xfrm>
            <a:off x="4562856" y="2331720"/>
            <a:ext cx="192024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CEC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562856" y="2331720"/>
            <a:ext cx="1920240" cy="73152"/>
          </a:xfrm>
          <a:prstGeom prst="rect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700016" y="2441448"/>
            <a:ext cx="1691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&amp; Control</a:t>
            </a:r>
            <a:endParaRPr lang="en-US" sz="1200"/>
          </a:p>
        </p:txBody>
      </p:sp>
      <p:sp>
        <p:nvSpPr>
          <p:cNvPr id="22" name="Shape 20"/>
          <p:cNvSpPr/>
          <p:nvPr/>
        </p:nvSpPr>
        <p:spPr>
          <a:xfrm>
            <a:off x="4654296" y="2880360"/>
            <a:ext cx="1737360" cy="0"/>
          </a:xfrm>
          <a:prstGeom prst="line">
            <a:avLst/>
          </a:prstGeom>
          <a:noFill/>
          <a:ln w="12700">
            <a:solidFill>
              <a:srgbClr val="D8EC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700016" y="2953512"/>
            <a:ext cx="169164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and evaluation</a:t>
            </a:r>
            <a:endParaRPr lang="en-US" sz="105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detection and correction</a:t>
            </a:r>
            <a:endParaRPr lang="en-US" sz="1050"/>
          </a:p>
        </p:txBody>
      </p:sp>
      <p:sp>
        <p:nvSpPr>
          <p:cNvPr id="24" name="Shape 22"/>
          <p:cNvSpPr/>
          <p:nvPr/>
        </p:nvSpPr>
        <p:spPr>
          <a:xfrm>
            <a:off x="6638544" y="2331720"/>
            <a:ext cx="192024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CEC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638544" y="2331720"/>
            <a:ext cx="1920240" cy="73152"/>
          </a:xfrm>
          <a:prstGeom prst="rect">
            <a:avLst/>
          </a:prstGeom>
          <a:solidFill>
            <a:srgbClr val="5B3C8C"/>
          </a:solidFill>
          <a:ln w="12700">
            <a:solidFill>
              <a:srgbClr val="5B3C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775704" y="2441448"/>
            <a:ext cx="1691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&amp; Memory</a:t>
            </a:r>
            <a:endParaRPr lang="en-US" sz="1200"/>
          </a:p>
        </p:txBody>
      </p:sp>
      <p:sp>
        <p:nvSpPr>
          <p:cNvPr id="27" name="Shape 25"/>
          <p:cNvSpPr/>
          <p:nvPr/>
        </p:nvSpPr>
        <p:spPr>
          <a:xfrm>
            <a:off x="6729984" y="2880360"/>
            <a:ext cx="1737360" cy="0"/>
          </a:xfrm>
          <a:prstGeom prst="line">
            <a:avLst/>
          </a:prstGeom>
          <a:noFill/>
          <a:ln w="12700">
            <a:solidFill>
              <a:srgbClr val="D8EC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775704" y="2953512"/>
            <a:ext cx="169164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Intermediate results</a:t>
            </a:r>
            <a:endParaRPr lang="en-US" sz="105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storage (e.g., logs or memory systems)</a:t>
            </a:r>
            <a:endParaRPr lang="en-US" sz="1050"/>
          </a:p>
        </p:txBody>
      </p:sp>
      <p:sp>
        <p:nvSpPr>
          <p:cNvPr id="29" name="Text 27"/>
          <p:cNvSpPr/>
          <p:nvPr/>
        </p:nvSpPr>
        <p:spPr>
          <a:xfrm>
            <a:off x="1371600" y="4645152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harness turns an LLM into a reliable system"</a:t>
            </a:r>
            <a:endParaRPr lang="en-US" sz="12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2DFE06-33D9-E306-6BA0-F5715514F4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Shape 0">
            <a:extLst>
              <a:ext uri="{FF2B5EF4-FFF2-40B4-BE49-F238E27FC236}">
                <a16:creationId xmlns:a16="http://schemas.microsoft.com/office/drawing/2014/main" id="{8FF55362-CD55-9EE2-1D16-6E8BF8F5FB26}"/>
              </a:ext>
            </a:extLst>
          </p:cNvPr>
          <p:cNvSpPr/>
          <p:nvPr/>
        </p:nvSpPr>
        <p:spPr>
          <a:xfrm>
            <a:off x="0" y="0"/>
            <a:ext cx="9144000" cy="483903"/>
          </a:xfrm>
          <a:prstGeom prst="rect">
            <a:avLst/>
          </a:prstGeom>
          <a:solidFill>
            <a:srgbClr val="1A5F64"/>
          </a:solidFill>
          <a:ln w="12700">
            <a:solidFill>
              <a:srgbClr val="1A5F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" name="Text 1">
            <a:extLst>
              <a:ext uri="{FF2B5EF4-FFF2-40B4-BE49-F238E27FC236}">
                <a16:creationId xmlns:a16="http://schemas.microsoft.com/office/drawing/2014/main" id="{A9B772AC-61CC-5549-1538-83D2D77A919A}"/>
              </a:ext>
            </a:extLst>
          </p:cNvPr>
          <p:cNvSpPr/>
          <p:nvPr/>
        </p:nvSpPr>
        <p:spPr>
          <a:xfrm>
            <a:off x="320040" y="73152"/>
            <a:ext cx="8503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System overview</a:t>
            </a:r>
            <a:endParaRPr lang="en-US" sz="2000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92071B8F-0B8D-EFCC-0CD9-3A98BFFB147F}"/>
              </a:ext>
            </a:extLst>
          </p:cNvPr>
          <p:cNvSpPr/>
          <p:nvPr/>
        </p:nvSpPr>
        <p:spPr>
          <a:xfrm>
            <a:off x="264761" y="772366"/>
            <a:ext cx="1022889" cy="317716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Input prompt</a:t>
            </a:r>
            <a:endParaRPr lang="en-US" sz="100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E4A3F775-766B-5EF7-3B4D-15FCE49429FF}"/>
              </a:ext>
            </a:extLst>
          </p:cNvPr>
          <p:cNvSpPr/>
          <p:nvPr/>
        </p:nvSpPr>
        <p:spPr>
          <a:xfrm>
            <a:off x="1502685" y="772366"/>
            <a:ext cx="1022889" cy="317716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Prompt parser</a:t>
            </a:r>
            <a:endParaRPr lang="en-US" sz="100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33431665-4002-0133-CAC6-D4B1A63FA580}"/>
              </a:ext>
            </a:extLst>
          </p:cNvPr>
          <p:cNvSpPr/>
          <p:nvPr/>
        </p:nvSpPr>
        <p:spPr>
          <a:xfrm>
            <a:off x="2918211" y="668566"/>
            <a:ext cx="2171322" cy="525843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8976CCC-87ED-53A1-6184-2B9B1DB48D8E}"/>
              </a:ext>
            </a:extLst>
          </p:cNvPr>
          <p:cNvSpPr txBox="1"/>
          <p:nvPr/>
        </p:nvSpPr>
        <p:spPr>
          <a:xfrm>
            <a:off x="2865110" y="664283"/>
            <a:ext cx="223667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Harness</a:t>
            </a:r>
          </a:p>
          <a:p>
            <a:pPr algn="ctr"/>
            <a:r>
              <a:rPr lang="en-US" sz="10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Orchestrate &amp; dispatch agents</a:t>
            </a:r>
            <a:r>
              <a:rPr lang="zh-CN" altLang="en-US" sz="10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endParaRPr lang="en-US" altLang="zh-CN" sz="100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r>
              <a:rPr lang="en-US" sz="10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Enforce verification &amp; rerun logic 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D65089EB-50DF-9DBC-F169-FFD30F99BDBE}"/>
              </a:ext>
            </a:extLst>
          </p:cNvPr>
          <p:cNvSpPr/>
          <p:nvPr/>
        </p:nvSpPr>
        <p:spPr>
          <a:xfrm>
            <a:off x="4798044" y="2108427"/>
            <a:ext cx="991991" cy="312886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35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Coverage &amp; load agent</a:t>
            </a:r>
            <a:endParaRPr lang="en-US" sz="835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8405ACF7-61BD-871A-3F19-7C5E297EFA8E}"/>
              </a:ext>
            </a:extLst>
          </p:cNvPr>
          <p:cNvSpPr/>
          <p:nvPr/>
        </p:nvSpPr>
        <p:spPr>
          <a:xfrm>
            <a:off x="3485715" y="2108427"/>
            <a:ext cx="1022888" cy="312886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35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Attribute analysis agent</a:t>
            </a:r>
            <a:endParaRPr lang="en-US" sz="835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03830BDB-BB7A-3FC9-D220-0C75A500CDFA}"/>
              </a:ext>
            </a:extLst>
          </p:cNvPr>
          <p:cNvSpPr/>
          <p:nvPr/>
        </p:nvSpPr>
        <p:spPr>
          <a:xfrm>
            <a:off x="2468508" y="2085182"/>
            <a:ext cx="727766" cy="312886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35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KPI analysis agent</a:t>
            </a:r>
            <a:endParaRPr lang="en-US" sz="835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2ED69A30-4710-C384-6359-ECF979CB8EB8}"/>
              </a:ext>
            </a:extLst>
          </p:cNvPr>
          <p:cNvSpPr/>
          <p:nvPr/>
        </p:nvSpPr>
        <p:spPr>
          <a:xfrm>
            <a:off x="3508415" y="2599067"/>
            <a:ext cx="941764" cy="312886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35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Geo-correlation agent</a:t>
            </a:r>
            <a:endParaRPr lang="en-US" sz="835"/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3360794A-525F-4B93-470A-B272E98A07F8}"/>
              </a:ext>
            </a:extLst>
          </p:cNvPr>
          <p:cNvSpPr/>
          <p:nvPr/>
        </p:nvSpPr>
        <p:spPr>
          <a:xfrm>
            <a:off x="3526277" y="3111291"/>
            <a:ext cx="941764" cy="270213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35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Final assessment agent</a:t>
            </a:r>
            <a:endParaRPr lang="en-US" sz="835"/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A7FE36D7-F58B-DC5A-2A9D-04AB432A75B4}"/>
              </a:ext>
            </a:extLst>
          </p:cNvPr>
          <p:cNvSpPr/>
          <p:nvPr/>
        </p:nvSpPr>
        <p:spPr>
          <a:xfrm>
            <a:off x="1928136" y="1870170"/>
            <a:ext cx="4176994" cy="1652525"/>
          </a:xfrm>
          <a:prstGeom prst="roundRect">
            <a:avLst/>
          </a:prstGeom>
          <a:noFill/>
          <a:ln>
            <a:solidFill>
              <a:schemeClr val="tx1"/>
            </a:solidFill>
            <a:prstDash val="lgDashDot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FA7031E8-C4D6-1DAD-3571-B7FAAF784472}"/>
              </a:ext>
            </a:extLst>
          </p:cNvPr>
          <p:cNvSpPr/>
          <p:nvPr/>
        </p:nvSpPr>
        <p:spPr>
          <a:xfrm>
            <a:off x="1748233" y="1771616"/>
            <a:ext cx="755651" cy="290837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Analysis agents</a:t>
            </a: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5458B699-9CDF-289B-6EB5-E43F752BBBA4}"/>
              </a:ext>
            </a:extLst>
          </p:cNvPr>
          <p:cNvSpPr/>
          <p:nvPr/>
        </p:nvSpPr>
        <p:spPr>
          <a:xfrm>
            <a:off x="3551191" y="3755984"/>
            <a:ext cx="926247" cy="268114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35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Cross</a:t>
            </a:r>
            <a:r>
              <a:rPr lang="zh-CN" altLang="en-US" sz="835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835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agent</a:t>
            </a:r>
            <a:r>
              <a:rPr lang="zh-CN" altLang="en-US" sz="835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altLang="zh-CN" sz="835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verifier</a:t>
            </a:r>
            <a:endParaRPr lang="en-US" sz="835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F69563CC-7319-BEDC-7157-25C0A00235A5}"/>
              </a:ext>
            </a:extLst>
          </p:cNvPr>
          <p:cNvSpPr/>
          <p:nvPr/>
        </p:nvSpPr>
        <p:spPr>
          <a:xfrm>
            <a:off x="3596028" y="4208004"/>
            <a:ext cx="834045" cy="268114"/>
          </a:xfrm>
          <a:prstGeom prst="roundRect">
            <a:avLst/>
          </a:prstGeom>
          <a:solidFill>
            <a:srgbClr val="EFA6A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35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Reflector</a:t>
            </a:r>
          </a:p>
          <a:p>
            <a:pPr algn="ctr"/>
            <a:r>
              <a:rPr lang="en-US" sz="835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agent</a:t>
            </a:r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71E1CA04-6A91-C726-26D9-22053E357C0F}"/>
              </a:ext>
            </a:extLst>
          </p:cNvPr>
          <p:cNvSpPr/>
          <p:nvPr/>
        </p:nvSpPr>
        <p:spPr>
          <a:xfrm>
            <a:off x="5657512" y="763276"/>
            <a:ext cx="1040326" cy="336367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Output result</a:t>
            </a:r>
            <a:endParaRPr lang="en-US" sz="1000"/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A1DE737D-7BDF-1004-9D2A-063A6E4F545F}"/>
              </a:ext>
            </a:extLst>
          </p:cNvPr>
          <p:cNvSpPr/>
          <p:nvPr/>
        </p:nvSpPr>
        <p:spPr>
          <a:xfrm rot="16200000">
            <a:off x="5473624" y="2868629"/>
            <a:ext cx="3141438" cy="365993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Run-store MCP server</a:t>
            </a:r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210F0F0E-3406-536C-99CF-748B6D90BC64}"/>
              </a:ext>
            </a:extLst>
          </p:cNvPr>
          <p:cNvSpPr/>
          <p:nvPr/>
        </p:nvSpPr>
        <p:spPr>
          <a:xfrm rot="16200000">
            <a:off x="-683032" y="2818449"/>
            <a:ext cx="3141438" cy="365993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Ruess-memory MCP server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507A8409-7B06-B549-ED09-78402C1892EB}"/>
              </a:ext>
            </a:extLst>
          </p:cNvPr>
          <p:cNvCxnSpPr>
            <a:stCxn id="3" idx="3"/>
            <a:endCxn id="4" idx="1"/>
          </p:cNvCxnSpPr>
          <p:nvPr/>
        </p:nvCxnSpPr>
        <p:spPr>
          <a:xfrm>
            <a:off x="1287650" y="931224"/>
            <a:ext cx="21503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9CC7AAEF-00CF-50A6-0F84-F5ABEFAD9AFF}"/>
              </a:ext>
            </a:extLst>
          </p:cNvPr>
          <p:cNvCxnSpPr>
            <a:cxnSpLocks/>
            <a:stCxn id="4" idx="3"/>
            <a:endCxn id="5" idx="1"/>
          </p:cNvCxnSpPr>
          <p:nvPr/>
        </p:nvCxnSpPr>
        <p:spPr>
          <a:xfrm>
            <a:off x="2525574" y="931224"/>
            <a:ext cx="392637" cy="2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4214105B-BF13-F5BA-1805-A6E5F969F89C}"/>
              </a:ext>
            </a:extLst>
          </p:cNvPr>
          <p:cNvCxnSpPr>
            <a:cxnSpLocks/>
            <a:stCxn id="5" idx="3"/>
            <a:endCxn id="35" idx="1"/>
          </p:cNvCxnSpPr>
          <p:nvPr/>
        </p:nvCxnSpPr>
        <p:spPr>
          <a:xfrm flipV="1">
            <a:off x="5089533" y="931460"/>
            <a:ext cx="567979" cy="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7" name="Down Arrow 46">
            <a:extLst>
              <a:ext uri="{FF2B5EF4-FFF2-40B4-BE49-F238E27FC236}">
                <a16:creationId xmlns:a16="http://schemas.microsoft.com/office/drawing/2014/main" id="{08AB3626-241C-6511-4A1F-637D79C6DD50}"/>
              </a:ext>
            </a:extLst>
          </p:cNvPr>
          <p:cNvSpPr/>
          <p:nvPr/>
        </p:nvSpPr>
        <p:spPr>
          <a:xfrm>
            <a:off x="3898627" y="1232924"/>
            <a:ext cx="134809" cy="16410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ounded Rectangle 55">
            <a:extLst>
              <a:ext uri="{FF2B5EF4-FFF2-40B4-BE49-F238E27FC236}">
                <a16:creationId xmlns:a16="http://schemas.microsoft.com/office/drawing/2014/main" id="{DB676E24-D71C-DE21-9F07-1B4011FF6473}"/>
              </a:ext>
            </a:extLst>
          </p:cNvPr>
          <p:cNvSpPr/>
          <p:nvPr/>
        </p:nvSpPr>
        <p:spPr>
          <a:xfrm>
            <a:off x="3651486" y="1438230"/>
            <a:ext cx="727766" cy="201449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35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preprocess</a:t>
            </a:r>
          </a:p>
        </p:txBody>
      </p: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B4BB8A96-6749-ABAF-B0B8-341F9DDE3D76}"/>
              </a:ext>
            </a:extLst>
          </p:cNvPr>
          <p:cNvCxnSpPr>
            <a:stCxn id="56" idx="2"/>
            <a:endCxn id="24" idx="0"/>
          </p:cNvCxnSpPr>
          <p:nvPr/>
        </p:nvCxnSpPr>
        <p:spPr>
          <a:xfrm>
            <a:off x="4015369" y="1639679"/>
            <a:ext cx="1264" cy="2304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F43FBCA6-CE0F-AC65-8EF7-A7144F5041D0}"/>
              </a:ext>
            </a:extLst>
          </p:cNvPr>
          <p:cNvCxnSpPr>
            <a:cxnSpLocks/>
          </p:cNvCxnSpPr>
          <p:nvPr/>
        </p:nvCxnSpPr>
        <p:spPr>
          <a:xfrm>
            <a:off x="4013050" y="3522695"/>
            <a:ext cx="0" cy="1611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42DDE395-AB02-F636-AC2B-C21F8E211E95}"/>
              </a:ext>
            </a:extLst>
          </p:cNvPr>
          <p:cNvCxnSpPr>
            <a:stCxn id="33" idx="2"/>
            <a:endCxn id="34" idx="0"/>
          </p:cNvCxnSpPr>
          <p:nvPr/>
        </p:nvCxnSpPr>
        <p:spPr>
          <a:xfrm flipH="1">
            <a:off x="4013051" y="4024098"/>
            <a:ext cx="1264" cy="1839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8" name="Rounded Rectangle 77">
            <a:extLst>
              <a:ext uri="{FF2B5EF4-FFF2-40B4-BE49-F238E27FC236}">
                <a16:creationId xmlns:a16="http://schemas.microsoft.com/office/drawing/2014/main" id="{7F6E4004-75F2-219E-37A8-1F034F880635}"/>
              </a:ext>
            </a:extLst>
          </p:cNvPr>
          <p:cNvSpPr/>
          <p:nvPr/>
        </p:nvSpPr>
        <p:spPr>
          <a:xfrm>
            <a:off x="190657" y="1412756"/>
            <a:ext cx="7415939" cy="3320588"/>
          </a:xfrm>
          <a:prstGeom prst="round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75" name="Picture 3" descr="Black arrows forming a continuous loop">
            <a:extLst>
              <a:ext uri="{FF2B5EF4-FFF2-40B4-BE49-F238E27FC236}">
                <a16:creationId xmlns:a16="http://schemas.microsoft.com/office/drawing/2014/main" id="{97855C23-121B-EB30-B2F2-7E9828483D3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82" t="6159" r="2128" b="12475"/>
          <a:stretch>
            <a:fillRect/>
          </a:stretch>
        </p:blipFill>
        <p:spPr bwMode="auto">
          <a:xfrm>
            <a:off x="1229516" y="2594793"/>
            <a:ext cx="471245" cy="4066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9" name="Picture 3" descr="Black arrows forming a continuous loop">
            <a:extLst>
              <a:ext uri="{FF2B5EF4-FFF2-40B4-BE49-F238E27FC236}">
                <a16:creationId xmlns:a16="http://schemas.microsoft.com/office/drawing/2014/main" id="{7D763F64-CE27-E6A9-1960-BF10DEFD695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82" t="6159" r="2128" b="12475"/>
          <a:stretch>
            <a:fillRect/>
          </a:stretch>
        </p:blipFill>
        <p:spPr bwMode="auto">
          <a:xfrm>
            <a:off x="6233603" y="2559318"/>
            <a:ext cx="471245" cy="4066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9" name="Rounded Rectangle 98">
            <a:extLst>
              <a:ext uri="{FF2B5EF4-FFF2-40B4-BE49-F238E27FC236}">
                <a16:creationId xmlns:a16="http://schemas.microsoft.com/office/drawing/2014/main" id="{85F6700C-6CA1-106B-93D8-7931DF09C6FF}"/>
              </a:ext>
            </a:extLst>
          </p:cNvPr>
          <p:cNvSpPr/>
          <p:nvPr/>
        </p:nvSpPr>
        <p:spPr>
          <a:xfrm>
            <a:off x="1928132" y="3700449"/>
            <a:ext cx="4176994" cy="921896"/>
          </a:xfrm>
          <a:prstGeom prst="roundRect">
            <a:avLst/>
          </a:prstGeom>
          <a:noFill/>
          <a:ln>
            <a:solidFill>
              <a:schemeClr val="tx1"/>
            </a:solidFill>
            <a:prstDash val="lgDashDot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Rounded Rectangle 99">
            <a:extLst>
              <a:ext uri="{FF2B5EF4-FFF2-40B4-BE49-F238E27FC236}">
                <a16:creationId xmlns:a16="http://schemas.microsoft.com/office/drawing/2014/main" id="{FC47FDA0-FEFD-AAF3-E473-D07994095D08}"/>
              </a:ext>
            </a:extLst>
          </p:cNvPr>
          <p:cNvSpPr/>
          <p:nvPr/>
        </p:nvSpPr>
        <p:spPr>
          <a:xfrm>
            <a:off x="1681772" y="3618528"/>
            <a:ext cx="1000682" cy="290837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Verification &amp; reflection</a:t>
            </a:r>
            <a:r>
              <a:rPr lang="zh-CN" altLang="en-US" sz="9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altLang="zh-CN" sz="9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agents</a:t>
            </a:r>
            <a:endParaRPr lang="en-US" sz="90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0474DEA8-A872-CDF3-A6CF-6F06D38B7E8F}"/>
              </a:ext>
            </a:extLst>
          </p:cNvPr>
          <p:cNvSpPr txBox="1"/>
          <p:nvPr/>
        </p:nvSpPr>
        <p:spPr>
          <a:xfrm>
            <a:off x="7144451" y="4761905"/>
            <a:ext cx="19577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/>
              <a:t>: Per</a:t>
            </a:r>
            <a:r>
              <a:rPr lang="en-US" altLang="zh-CN" sz="1000"/>
              <a:t>-agent</a:t>
            </a:r>
            <a:r>
              <a:rPr lang="zh-CN" altLang="en-US" sz="1000"/>
              <a:t> </a:t>
            </a:r>
            <a:r>
              <a:rPr lang="en-US" altLang="zh-CN" sz="1000"/>
              <a:t>verification</a:t>
            </a:r>
            <a:r>
              <a:rPr lang="zh-CN" altLang="en-US" sz="1000"/>
              <a:t> </a:t>
            </a:r>
            <a:r>
              <a:rPr lang="en-US" altLang="zh-CN" sz="1000"/>
              <a:t>agent</a:t>
            </a:r>
            <a:endParaRPr lang="en-US" sz="1000"/>
          </a:p>
        </p:txBody>
      </p:sp>
      <p:pic>
        <p:nvPicPr>
          <p:cNvPr id="3077" name="Picture 5" descr="Shield with checkmark and magnifying glass">
            <a:extLst>
              <a:ext uri="{FF2B5EF4-FFF2-40B4-BE49-F238E27FC236}">
                <a16:creationId xmlns:a16="http://schemas.microsoft.com/office/drawing/2014/main" id="{3BA36C75-2920-8B36-B295-D79C5E005D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8989" y="1965618"/>
            <a:ext cx="342006" cy="3420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3" name="Picture 5" descr="Shield with checkmark and magnifying glass">
            <a:extLst>
              <a:ext uri="{FF2B5EF4-FFF2-40B4-BE49-F238E27FC236}">
                <a16:creationId xmlns:a16="http://schemas.microsoft.com/office/drawing/2014/main" id="{F5D06190-0F50-23B4-48C8-AF689E6DEC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33249" y="1986389"/>
            <a:ext cx="342006" cy="3420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4" name="Picture 5" descr="Shield with checkmark and magnifying glass">
            <a:extLst>
              <a:ext uri="{FF2B5EF4-FFF2-40B4-BE49-F238E27FC236}">
                <a16:creationId xmlns:a16="http://schemas.microsoft.com/office/drawing/2014/main" id="{BC6049DA-7E88-A583-431D-8A015375DB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18423" y="1963804"/>
            <a:ext cx="342006" cy="3420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5" name="Picture 5" descr="Shield with checkmark and magnifying glass">
            <a:extLst>
              <a:ext uri="{FF2B5EF4-FFF2-40B4-BE49-F238E27FC236}">
                <a16:creationId xmlns:a16="http://schemas.microsoft.com/office/drawing/2014/main" id="{5BADF473-1DF0-6CEF-0B18-A2CC4B38D2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36646" y="2457134"/>
            <a:ext cx="342006" cy="3420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7" name="Picture 5" descr="Shield with checkmark and magnifying glass">
            <a:extLst>
              <a:ext uri="{FF2B5EF4-FFF2-40B4-BE49-F238E27FC236}">
                <a16:creationId xmlns:a16="http://schemas.microsoft.com/office/drawing/2014/main" id="{3FBB2798-0F62-4B3D-0130-55BA0B167F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59070" y="2953935"/>
            <a:ext cx="342006" cy="3420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8" name="Picture 5" descr="Shield with checkmark and magnifying glass">
            <a:extLst>
              <a:ext uri="{FF2B5EF4-FFF2-40B4-BE49-F238E27FC236}">
                <a16:creationId xmlns:a16="http://schemas.microsoft.com/office/drawing/2014/main" id="{EBC7C176-DB50-9939-FC87-6CC42E78DB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21340" y="4761904"/>
            <a:ext cx="246221" cy="2462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0" name="Straight Arrow Connector 119">
            <a:extLst>
              <a:ext uri="{FF2B5EF4-FFF2-40B4-BE49-F238E27FC236}">
                <a16:creationId xmlns:a16="http://schemas.microsoft.com/office/drawing/2014/main" id="{99B9BA3A-664C-9DD5-6118-1230E980176E}"/>
              </a:ext>
            </a:extLst>
          </p:cNvPr>
          <p:cNvCxnSpPr/>
          <p:nvPr/>
        </p:nvCxnSpPr>
        <p:spPr>
          <a:xfrm>
            <a:off x="6986848" y="5068181"/>
            <a:ext cx="24797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2" name="TextBox 121">
            <a:extLst>
              <a:ext uri="{FF2B5EF4-FFF2-40B4-BE49-F238E27FC236}">
                <a16:creationId xmlns:a16="http://schemas.microsoft.com/office/drawing/2014/main" id="{C4A7C431-013B-5102-CDE2-6F8318870BF0}"/>
              </a:ext>
            </a:extLst>
          </p:cNvPr>
          <p:cNvSpPr txBox="1"/>
          <p:nvPr/>
        </p:nvSpPr>
        <p:spPr>
          <a:xfrm>
            <a:off x="7173266" y="4940442"/>
            <a:ext cx="19577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/>
              <a:t>: work-flow</a:t>
            </a: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4530B359-05D5-BD4F-065B-9C1BC506AEB7}"/>
              </a:ext>
            </a:extLst>
          </p:cNvPr>
          <p:cNvSpPr txBox="1"/>
          <p:nvPr/>
        </p:nvSpPr>
        <p:spPr>
          <a:xfrm>
            <a:off x="1066522" y="2921126"/>
            <a:ext cx="941763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50"/>
              <a:t>data exchange via MCP</a:t>
            </a: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F2DE300E-C893-CC7B-9FA3-894BE32C12BF}"/>
              </a:ext>
            </a:extLst>
          </p:cNvPr>
          <p:cNvSpPr txBox="1"/>
          <p:nvPr/>
        </p:nvSpPr>
        <p:spPr>
          <a:xfrm>
            <a:off x="6041663" y="2911220"/>
            <a:ext cx="941763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50"/>
              <a:t>data exchange via MCP</a:t>
            </a:r>
          </a:p>
        </p:txBody>
      </p:sp>
    </p:spTree>
    <p:extLst>
      <p:ext uri="{BB962C8B-B14F-4D97-AF65-F5344CB8AC3E}">
        <p14:creationId xmlns:p14="http://schemas.microsoft.com/office/powerpoint/2010/main" val="17853153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4"/>
          <p:cNvSpPr/>
          <p:nvPr/>
        </p:nvSpPr>
        <p:spPr>
          <a:xfrm>
            <a:off x="1134476" y="1088136"/>
            <a:ext cx="2377440" cy="457200"/>
          </a:xfrm>
          <a:prstGeom prst="rect">
            <a:avLst/>
          </a:prstGeom>
          <a:solidFill>
            <a:srgbClr val="F9FAFB"/>
          </a:solidFill>
          <a:ln w="1524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134476" y="1088136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Harness</a:t>
            </a:r>
            <a:endParaRPr lang="en-US" sz="1300"/>
          </a:p>
        </p:txBody>
      </p:sp>
      <p:sp>
        <p:nvSpPr>
          <p:cNvPr id="9" name="Text 7"/>
          <p:cNvSpPr/>
          <p:nvPr/>
        </p:nvSpPr>
        <p:spPr>
          <a:xfrm>
            <a:off x="1505814" y="1556340"/>
            <a:ext cx="283464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zh-CN" sz="800"/>
              <a:t>T</a:t>
            </a:r>
            <a:r>
              <a:rPr lang="en-US" altLang="zh-CN" sz="8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rigger preprocess; input USID, shutdown window</a:t>
            </a:r>
            <a:endParaRPr lang="en-US" sz="800"/>
          </a:p>
        </p:txBody>
      </p:sp>
      <p:sp>
        <p:nvSpPr>
          <p:cNvPr id="28" name="Shape 26"/>
          <p:cNvSpPr/>
          <p:nvPr/>
        </p:nvSpPr>
        <p:spPr>
          <a:xfrm>
            <a:off x="4985333" y="1369273"/>
            <a:ext cx="3127558" cy="256032"/>
          </a:xfrm>
          <a:prstGeom prst="rect">
            <a:avLst/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031819" y="1378246"/>
            <a:ext cx="126652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 facts</a:t>
            </a:r>
            <a:endParaRPr lang="en-US" sz="900"/>
          </a:p>
        </p:txBody>
      </p:sp>
      <p:sp>
        <p:nvSpPr>
          <p:cNvPr id="52" name="Shape 4">
            <a:extLst>
              <a:ext uri="{FF2B5EF4-FFF2-40B4-BE49-F238E27FC236}">
                <a16:creationId xmlns:a16="http://schemas.microsoft.com/office/drawing/2014/main" id="{21AA8AD8-CC47-A0C9-E446-93EDE983E5CA}"/>
              </a:ext>
            </a:extLst>
          </p:cNvPr>
          <p:cNvSpPr/>
          <p:nvPr/>
        </p:nvSpPr>
        <p:spPr>
          <a:xfrm>
            <a:off x="219456" y="585216"/>
            <a:ext cx="8595360" cy="219456"/>
          </a:xfrm>
          <a:prstGeom prst="rect">
            <a:avLst/>
          </a:prstGeom>
          <a:solidFill>
            <a:srgbClr val="EAF7F7"/>
          </a:solidFill>
          <a:ln w="12700">
            <a:solidFill>
              <a:srgbClr val="BF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">
            <a:extLst>
              <a:ext uri="{FF2B5EF4-FFF2-40B4-BE49-F238E27FC236}">
                <a16:creationId xmlns:a16="http://schemas.microsoft.com/office/drawing/2014/main" id="{18FD0EC8-CED8-C717-6DAE-F2B1414305A3}"/>
              </a:ext>
            </a:extLst>
          </p:cNvPr>
          <p:cNvSpPr/>
          <p:nvPr/>
        </p:nvSpPr>
        <p:spPr>
          <a:xfrm>
            <a:off x="356616" y="475488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Computes every numeric fact about signal quality, coverage, and KPI pattern— pure Python, no AI, fully auditable.</a:t>
            </a:r>
            <a:endParaRPr lang="en-US" sz="1100"/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2A84CC24-21D2-F455-5CC4-4E721AF95F4D}"/>
              </a:ext>
            </a:extLst>
          </p:cNvPr>
          <p:cNvCxnSpPr>
            <a:stCxn id="6" idx="2"/>
          </p:cNvCxnSpPr>
          <p:nvPr/>
        </p:nvCxnSpPr>
        <p:spPr>
          <a:xfrm>
            <a:off x="2323196" y="1545336"/>
            <a:ext cx="1550" cy="3432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6" name="Rounded Rectangle 55">
            <a:extLst>
              <a:ext uri="{FF2B5EF4-FFF2-40B4-BE49-F238E27FC236}">
                <a16:creationId xmlns:a16="http://schemas.microsoft.com/office/drawing/2014/main" id="{FA030793-05FE-BEE1-DD73-52DB7599D020}"/>
              </a:ext>
            </a:extLst>
          </p:cNvPr>
          <p:cNvSpPr/>
          <p:nvPr/>
        </p:nvSpPr>
        <p:spPr>
          <a:xfrm>
            <a:off x="1360752" y="1919309"/>
            <a:ext cx="2149614" cy="592961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>
                <a:solidFill>
                  <a:srgbClr val="1F2937"/>
                </a:solidFill>
                <a:latin typeface="Calibri" pitchFamily="34" charset="0"/>
                <a:cs typeface="Calibri" pitchFamily="34" charset="-120"/>
              </a:rPr>
              <a:t>Preprocess</a:t>
            </a:r>
          </a:p>
          <a:p>
            <a:pPr algn="ctr"/>
            <a:r>
              <a:rPr lang="en-US" sz="1000" i="1">
                <a:solidFill>
                  <a:srgbClr val="1F2937"/>
                </a:solidFill>
                <a:latin typeface="Calibri" pitchFamily="34" charset="0"/>
                <a:cs typeface="Calibri" pitchFamily="34" charset="-120"/>
              </a:rPr>
              <a:t>Fetch Raw data </a:t>
            </a:r>
            <a:r>
              <a:rPr lang="en-US" altLang="zh-CN" sz="1000" i="1">
                <a:solidFill>
                  <a:srgbClr val="1F2937"/>
                </a:solidFill>
                <a:latin typeface="Calibri" pitchFamily="34" charset="0"/>
                <a:cs typeface="Calibri" pitchFamily="34" charset="-120"/>
              </a:rPr>
              <a:t>via</a:t>
            </a:r>
            <a:r>
              <a:rPr lang="en-US" sz="1000" i="1">
                <a:solidFill>
                  <a:srgbClr val="1F2937"/>
                </a:solidFill>
                <a:latin typeface="Calibri" pitchFamily="34" charset="0"/>
                <a:cs typeface="Calibri" pitchFamily="34" charset="-120"/>
              </a:rPr>
              <a:t> MCP server</a:t>
            </a:r>
          </a:p>
        </p:txBody>
      </p:sp>
      <p:sp>
        <p:nvSpPr>
          <p:cNvPr id="57" name="Rounded Rectangle 56">
            <a:extLst>
              <a:ext uri="{FF2B5EF4-FFF2-40B4-BE49-F238E27FC236}">
                <a16:creationId xmlns:a16="http://schemas.microsoft.com/office/drawing/2014/main" id="{C14B2650-525A-A08E-505C-1D51CE0762FF}"/>
              </a:ext>
            </a:extLst>
          </p:cNvPr>
          <p:cNvSpPr/>
          <p:nvPr/>
        </p:nvSpPr>
        <p:spPr>
          <a:xfrm>
            <a:off x="1268940" y="3426355"/>
            <a:ext cx="2030278" cy="365993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>
                <a:solidFill>
                  <a:srgbClr val="1F2937"/>
                </a:solidFill>
                <a:latin typeface="Calibri" pitchFamily="34" charset="0"/>
                <a:cs typeface="Calibri" pitchFamily="34" charset="-120"/>
              </a:rPr>
              <a:t>Run-store MCP server</a:t>
            </a:r>
          </a:p>
        </p:txBody>
      </p:sp>
      <p:sp>
        <p:nvSpPr>
          <p:cNvPr id="63" name="Shape 0">
            <a:extLst>
              <a:ext uri="{FF2B5EF4-FFF2-40B4-BE49-F238E27FC236}">
                <a16:creationId xmlns:a16="http://schemas.microsoft.com/office/drawing/2014/main" id="{42427D16-3C60-A231-2B1A-2850E1F166E5}"/>
              </a:ext>
            </a:extLst>
          </p:cNvPr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A5F64"/>
          </a:solidFill>
          <a:ln w="12700">
            <a:solidFill>
              <a:srgbClr val="1A5F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3">
            <a:extLst>
              <a:ext uri="{FF2B5EF4-FFF2-40B4-BE49-F238E27FC236}">
                <a16:creationId xmlns:a16="http://schemas.microsoft.com/office/drawing/2014/main" id="{85E9FDB7-13F9-CCB8-C405-CB5822691611}"/>
              </a:ext>
            </a:extLst>
          </p:cNvPr>
          <p:cNvSpPr/>
          <p:nvPr/>
        </p:nvSpPr>
        <p:spPr>
          <a:xfrm>
            <a:off x="185485" y="63950"/>
            <a:ext cx="7589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2200"/>
          </a:p>
        </p:txBody>
      </p:sp>
      <p:pic>
        <p:nvPicPr>
          <p:cNvPr id="82" name="Picture 81">
            <a:extLst>
              <a:ext uri="{FF2B5EF4-FFF2-40B4-BE49-F238E27FC236}">
                <a16:creationId xmlns:a16="http://schemas.microsoft.com/office/drawing/2014/main" id="{CD5EC26F-81D7-D6D8-62ED-84E6E349B3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1461" y="3149729"/>
            <a:ext cx="297341" cy="265911"/>
          </a:xfrm>
          <a:prstGeom prst="rect">
            <a:avLst/>
          </a:prstGeom>
        </p:spPr>
      </p:pic>
      <p:sp>
        <p:nvSpPr>
          <p:cNvPr id="83" name="TextBox 82">
            <a:extLst>
              <a:ext uri="{FF2B5EF4-FFF2-40B4-BE49-F238E27FC236}">
                <a16:creationId xmlns:a16="http://schemas.microsoft.com/office/drawing/2014/main" id="{D739AF3E-5FB0-D669-DD36-1E26B35C3591}"/>
              </a:ext>
            </a:extLst>
          </p:cNvPr>
          <p:cNvSpPr txBox="1"/>
          <p:nvPr/>
        </p:nvSpPr>
        <p:spPr>
          <a:xfrm>
            <a:off x="5280258" y="3154030"/>
            <a:ext cx="165831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/>
              <a:t>Dominance map</a:t>
            </a:r>
          </a:p>
        </p:txBody>
      </p:sp>
      <p:pic>
        <p:nvPicPr>
          <p:cNvPr id="84" name="Picture 83">
            <a:extLst>
              <a:ext uri="{FF2B5EF4-FFF2-40B4-BE49-F238E27FC236}">
                <a16:creationId xmlns:a16="http://schemas.microsoft.com/office/drawing/2014/main" id="{76AC2510-1057-EE3A-82D6-ACEC91D70E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31461" y="3475518"/>
            <a:ext cx="363429" cy="291581"/>
          </a:xfrm>
          <a:prstGeom prst="rect">
            <a:avLst/>
          </a:prstGeom>
        </p:spPr>
      </p:pic>
      <p:pic>
        <p:nvPicPr>
          <p:cNvPr id="85" name="Picture 84">
            <a:extLst>
              <a:ext uri="{FF2B5EF4-FFF2-40B4-BE49-F238E27FC236}">
                <a16:creationId xmlns:a16="http://schemas.microsoft.com/office/drawing/2014/main" id="{364DF689-B806-D52A-ECDF-0D38356ED6A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3877" y="3858499"/>
            <a:ext cx="363429" cy="287571"/>
          </a:xfrm>
          <a:prstGeom prst="rect">
            <a:avLst/>
          </a:prstGeom>
        </p:spPr>
      </p:pic>
      <p:sp>
        <p:nvSpPr>
          <p:cNvPr id="86" name="TextBox 85">
            <a:extLst>
              <a:ext uri="{FF2B5EF4-FFF2-40B4-BE49-F238E27FC236}">
                <a16:creationId xmlns:a16="http://schemas.microsoft.com/office/drawing/2014/main" id="{666E50A3-3815-0D3D-9091-6FA89E9D9E04}"/>
              </a:ext>
            </a:extLst>
          </p:cNvPr>
          <p:cNvSpPr txBox="1"/>
          <p:nvPr/>
        </p:nvSpPr>
        <p:spPr>
          <a:xfrm>
            <a:off x="5340179" y="3487544"/>
            <a:ext cx="165831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/>
              <a:t>SINR heat map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599EA18C-D8F8-5533-245F-DA51898D8251}"/>
              </a:ext>
            </a:extLst>
          </p:cNvPr>
          <p:cNvSpPr txBox="1"/>
          <p:nvPr/>
        </p:nvSpPr>
        <p:spPr>
          <a:xfrm>
            <a:off x="5340179" y="3858499"/>
            <a:ext cx="165831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/>
              <a:t>RSRP coverage map</a:t>
            </a:r>
          </a:p>
        </p:txBody>
      </p:sp>
      <p:pic>
        <p:nvPicPr>
          <p:cNvPr id="88" name="Picture 87">
            <a:extLst>
              <a:ext uri="{FF2B5EF4-FFF2-40B4-BE49-F238E27FC236}">
                <a16:creationId xmlns:a16="http://schemas.microsoft.com/office/drawing/2014/main" id="{DB8AD9CF-7C01-E31D-5273-07B98F732D6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09497" y="1748673"/>
            <a:ext cx="200251" cy="242970"/>
          </a:xfrm>
          <a:prstGeom prst="rect">
            <a:avLst/>
          </a:prstGeom>
        </p:spPr>
      </p:pic>
      <p:sp>
        <p:nvSpPr>
          <p:cNvPr id="89" name="TextBox 88">
            <a:extLst>
              <a:ext uri="{FF2B5EF4-FFF2-40B4-BE49-F238E27FC236}">
                <a16:creationId xmlns:a16="http://schemas.microsoft.com/office/drawing/2014/main" id="{032B7FF9-F264-901D-A729-D4C342CFFE64}"/>
              </a:ext>
            </a:extLst>
          </p:cNvPr>
          <p:cNvSpPr txBox="1"/>
          <p:nvPr/>
        </p:nvSpPr>
        <p:spPr>
          <a:xfrm>
            <a:off x="5202660" y="1767573"/>
            <a:ext cx="361402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/>
              <a:t>Statistics fact of USIDs’ signal quality, coverage file </a:t>
            </a:r>
          </a:p>
        </p:txBody>
      </p:sp>
      <p:pic>
        <p:nvPicPr>
          <p:cNvPr id="90" name="Picture 89">
            <a:extLst>
              <a:ext uri="{FF2B5EF4-FFF2-40B4-BE49-F238E27FC236}">
                <a16:creationId xmlns:a16="http://schemas.microsoft.com/office/drawing/2014/main" id="{3FA6B26F-D5C8-5147-9D04-705934BD615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34701" y="2101087"/>
            <a:ext cx="200251" cy="242970"/>
          </a:xfrm>
          <a:prstGeom prst="rect">
            <a:avLst/>
          </a:prstGeom>
        </p:spPr>
      </p:pic>
      <p:sp>
        <p:nvSpPr>
          <p:cNvPr id="91" name="TextBox 90">
            <a:extLst>
              <a:ext uri="{FF2B5EF4-FFF2-40B4-BE49-F238E27FC236}">
                <a16:creationId xmlns:a16="http://schemas.microsoft.com/office/drawing/2014/main" id="{CA8E997B-735A-5E8C-B542-1EF135A3FD51}"/>
              </a:ext>
            </a:extLst>
          </p:cNvPr>
          <p:cNvSpPr txBox="1"/>
          <p:nvPr/>
        </p:nvSpPr>
        <p:spPr>
          <a:xfrm>
            <a:off x="5202660" y="2109977"/>
            <a:ext cx="165831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/>
              <a:t>USIDs’ KPI pattern file</a:t>
            </a:r>
          </a:p>
        </p:txBody>
      </p:sp>
      <p:sp>
        <p:nvSpPr>
          <p:cNvPr id="92" name="Shape 35">
            <a:extLst>
              <a:ext uri="{FF2B5EF4-FFF2-40B4-BE49-F238E27FC236}">
                <a16:creationId xmlns:a16="http://schemas.microsoft.com/office/drawing/2014/main" id="{4389EB7A-1C38-E8B7-EFB6-00F1096B5720}"/>
              </a:ext>
            </a:extLst>
          </p:cNvPr>
          <p:cNvSpPr/>
          <p:nvPr/>
        </p:nvSpPr>
        <p:spPr>
          <a:xfrm>
            <a:off x="5034701" y="2686430"/>
            <a:ext cx="3078185" cy="256032"/>
          </a:xfrm>
          <a:prstGeom prst="rect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3" name="Text 36">
            <a:extLst>
              <a:ext uri="{FF2B5EF4-FFF2-40B4-BE49-F238E27FC236}">
                <a16:creationId xmlns:a16="http://schemas.microsoft.com/office/drawing/2014/main" id="{36489E9E-F3B7-6110-7668-A09942D185E9}"/>
              </a:ext>
            </a:extLst>
          </p:cNvPr>
          <p:cNvSpPr/>
          <p:nvPr/>
        </p:nvSpPr>
        <p:spPr>
          <a:xfrm>
            <a:off x="5995946" y="2686430"/>
            <a:ext cx="130239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map artifacts</a:t>
            </a:r>
            <a:endParaRPr lang="en-US" sz="900"/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3062C66D-A1E5-9E85-E68A-677340F539FE}"/>
              </a:ext>
            </a:extLst>
          </p:cNvPr>
          <p:cNvSpPr/>
          <p:nvPr/>
        </p:nvSpPr>
        <p:spPr>
          <a:xfrm>
            <a:off x="4667281" y="950976"/>
            <a:ext cx="3737113" cy="32656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E39C3E3B-0FF4-246E-2F95-BEF42ED9C1CB}"/>
              </a:ext>
            </a:extLst>
          </p:cNvPr>
          <p:cNvSpPr txBox="1"/>
          <p:nvPr/>
        </p:nvSpPr>
        <p:spPr>
          <a:xfrm>
            <a:off x="5528433" y="965314"/>
            <a:ext cx="2041357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500" b="1">
                <a:solidFill>
                  <a:srgbClr val="1F2937"/>
                </a:solidFill>
                <a:latin typeface="Calibri" pitchFamily="34" charset="0"/>
                <a:cs typeface="Calibri" pitchFamily="34" charset="-120"/>
              </a:rPr>
              <a:t>processed data</a:t>
            </a:r>
            <a:r>
              <a:rPr lang="zh-CN" altLang="en-US" sz="1500" b="1">
                <a:solidFill>
                  <a:srgbClr val="1F2937"/>
                </a:solidFill>
                <a:latin typeface="Calibri" pitchFamily="34" charset="0"/>
                <a:cs typeface="Calibri" pitchFamily="34" charset="-120"/>
              </a:rPr>
              <a:t> </a:t>
            </a:r>
            <a:r>
              <a:rPr lang="en-US" altLang="zh-CN" sz="1500" b="1">
                <a:solidFill>
                  <a:srgbClr val="1F2937"/>
                </a:solidFill>
                <a:latin typeface="Calibri" pitchFamily="34" charset="0"/>
                <a:cs typeface="Calibri" pitchFamily="34" charset="-120"/>
              </a:rPr>
              <a:t>stored</a:t>
            </a:r>
            <a:endParaRPr lang="en-US" sz="1500"/>
          </a:p>
        </p:txBody>
      </p: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FD154D8B-4F32-1BE4-DF30-607CA01C1824}"/>
              </a:ext>
            </a:extLst>
          </p:cNvPr>
          <p:cNvCxnSpPr>
            <a:cxnSpLocks/>
            <a:stCxn id="56" idx="3"/>
          </p:cNvCxnSpPr>
          <p:nvPr/>
        </p:nvCxnSpPr>
        <p:spPr>
          <a:xfrm>
            <a:off x="3510366" y="2215790"/>
            <a:ext cx="115691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0" name="TextBox 99">
            <a:extLst>
              <a:ext uri="{FF2B5EF4-FFF2-40B4-BE49-F238E27FC236}">
                <a16:creationId xmlns:a16="http://schemas.microsoft.com/office/drawing/2014/main" id="{53E4C5BF-735C-3264-E0B2-452BBD641918}"/>
              </a:ext>
            </a:extLst>
          </p:cNvPr>
          <p:cNvSpPr txBox="1"/>
          <p:nvPr/>
        </p:nvSpPr>
        <p:spPr>
          <a:xfrm>
            <a:off x="3625327" y="1965600"/>
            <a:ext cx="11650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/>
              <a:t>Compute stats and maps</a:t>
            </a:r>
          </a:p>
        </p:txBody>
      </p: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9C1192B0-F08D-2D6F-6749-2497E40BAC58}"/>
              </a:ext>
            </a:extLst>
          </p:cNvPr>
          <p:cNvCxnSpPr>
            <a:cxnSpLocks/>
            <a:endCxn id="57" idx="3"/>
          </p:cNvCxnSpPr>
          <p:nvPr/>
        </p:nvCxnSpPr>
        <p:spPr>
          <a:xfrm flipH="1">
            <a:off x="3299218" y="3609352"/>
            <a:ext cx="136806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3" name="TextBox 102">
            <a:extLst>
              <a:ext uri="{FF2B5EF4-FFF2-40B4-BE49-F238E27FC236}">
                <a16:creationId xmlns:a16="http://schemas.microsoft.com/office/drawing/2014/main" id="{B6052F11-62D7-8D75-E700-5003092F4A69}"/>
              </a:ext>
            </a:extLst>
          </p:cNvPr>
          <p:cNvSpPr txBox="1"/>
          <p:nvPr/>
        </p:nvSpPr>
        <p:spPr>
          <a:xfrm>
            <a:off x="3625328" y="3341350"/>
            <a:ext cx="12240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/>
              <a:t>Store</a:t>
            </a:r>
            <a:r>
              <a:rPr lang="zh-CN" altLang="en-US" sz="1200"/>
              <a:t> </a:t>
            </a:r>
            <a:r>
              <a:rPr lang="en-US" altLang="zh-CN" sz="1200"/>
              <a:t>via</a:t>
            </a:r>
            <a:r>
              <a:rPr lang="zh-CN" altLang="en-US" sz="1200"/>
              <a:t> </a:t>
            </a:r>
            <a:r>
              <a:rPr lang="en-US" altLang="zh-CN" sz="1200"/>
              <a:t>MCP server</a:t>
            </a:r>
            <a:endParaRPr lang="en-US" sz="1200"/>
          </a:p>
        </p:txBody>
      </p: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B1275E03-D709-68D5-E164-B0F8626AE7A3}"/>
              </a:ext>
            </a:extLst>
          </p:cNvPr>
          <p:cNvCxnSpPr/>
          <p:nvPr/>
        </p:nvCxnSpPr>
        <p:spPr>
          <a:xfrm flipV="1">
            <a:off x="2226365" y="2512270"/>
            <a:ext cx="0" cy="9033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9" name="TextBox 108">
            <a:extLst>
              <a:ext uri="{FF2B5EF4-FFF2-40B4-BE49-F238E27FC236}">
                <a16:creationId xmlns:a16="http://schemas.microsoft.com/office/drawing/2014/main" id="{8560D899-4604-1F32-B5D6-67E9EFD04877}"/>
              </a:ext>
            </a:extLst>
          </p:cNvPr>
          <p:cNvSpPr txBox="1"/>
          <p:nvPr/>
        </p:nvSpPr>
        <p:spPr>
          <a:xfrm>
            <a:off x="1451904" y="2802708"/>
            <a:ext cx="1548921" cy="40011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00"/>
              <a:t>Raw Data: Rhea raw data, KPI data, USID attribute</a:t>
            </a:r>
          </a:p>
        </p:txBody>
      </p:sp>
      <p:pic>
        <p:nvPicPr>
          <p:cNvPr id="111" name="Picture 110">
            <a:extLst>
              <a:ext uri="{FF2B5EF4-FFF2-40B4-BE49-F238E27FC236}">
                <a16:creationId xmlns:a16="http://schemas.microsoft.com/office/drawing/2014/main" id="{325AB597-DE7F-ACE3-86AA-7EDE5A4AD9CA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-1" r="2695"/>
          <a:stretch>
            <a:fillRect/>
          </a:stretch>
        </p:blipFill>
        <p:spPr>
          <a:xfrm>
            <a:off x="2093335" y="4329725"/>
            <a:ext cx="266059" cy="328727"/>
          </a:xfrm>
          <a:prstGeom prst="rect">
            <a:avLst/>
          </a:prstGeom>
        </p:spPr>
      </p:pic>
      <p:sp>
        <p:nvSpPr>
          <p:cNvPr id="112" name="TextBox 111">
            <a:extLst>
              <a:ext uri="{FF2B5EF4-FFF2-40B4-BE49-F238E27FC236}">
                <a16:creationId xmlns:a16="http://schemas.microsoft.com/office/drawing/2014/main" id="{767C42F5-B84D-A794-328C-D00319193BA2}"/>
              </a:ext>
            </a:extLst>
          </p:cNvPr>
          <p:cNvSpPr txBox="1"/>
          <p:nvPr/>
        </p:nvSpPr>
        <p:spPr>
          <a:xfrm>
            <a:off x="1784824" y="4678702"/>
            <a:ext cx="146304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/>
              <a:t>databases</a:t>
            </a:r>
          </a:p>
        </p:txBody>
      </p:sp>
      <p:pic>
        <p:nvPicPr>
          <p:cNvPr id="1026" name="Picture 2" descr="Generated image: Minimalist grey curved arrow">
            <a:extLst>
              <a:ext uri="{FF2B5EF4-FFF2-40B4-BE49-F238E27FC236}">
                <a16:creationId xmlns:a16="http://schemas.microsoft.com/office/drawing/2014/main" id="{D74E963D-A8A5-750E-9F2F-3105BD0EBC0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032" t="14103" r="23105" b="11042"/>
          <a:stretch>
            <a:fillRect/>
          </a:stretch>
        </p:blipFill>
        <p:spPr bwMode="auto">
          <a:xfrm>
            <a:off x="2040801" y="3893849"/>
            <a:ext cx="424179" cy="4081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E6B5C"/>
          </a:solidFill>
          <a:ln w="12700">
            <a:solidFill>
              <a:srgbClr val="1E6B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56032" y="0"/>
            <a:ext cx="863193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Agent Architecture — Shared Pattern</a:t>
            </a:r>
            <a:endParaRPr lang="en-US" sz="1700"/>
          </a:p>
        </p:txBody>
      </p:sp>
      <p:sp>
        <p:nvSpPr>
          <p:cNvPr id="4" name="Shape 2"/>
          <p:cNvSpPr/>
          <p:nvPr/>
        </p:nvSpPr>
        <p:spPr>
          <a:xfrm>
            <a:off x="274320" y="658368"/>
            <a:ext cx="8595360" cy="256032"/>
          </a:xfrm>
          <a:prstGeom prst="rect">
            <a:avLst/>
          </a:prstGeom>
          <a:solidFill>
            <a:srgbClr val="F0FDF4"/>
          </a:solidFill>
          <a:ln w="8890">
            <a:solidFill>
              <a:srgbClr val="86EFA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84048" y="658368"/>
            <a:ext cx="8375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>
                <a:solidFill>
                  <a:srgbClr val="166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analysis agents share the same execution pattern — only inputs, task focus, and outputs differ</a:t>
            </a:r>
            <a:endParaRPr lang="en-US" sz="950"/>
          </a:p>
        </p:txBody>
      </p:sp>
      <p:sp>
        <p:nvSpPr>
          <p:cNvPr id="13" name="Text 11"/>
          <p:cNvSpPr/>
          <p:nvPr/>
        </p:nvSpPr>
        <p:spPr>
          <a:xfrm>
            <a:off x="4562059" y="3016884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result</a:t>
            </a:r>
            <a:endParaRPr lang="en-US" sz="1000" i="1"/>
          </a:p>
        </p:txBody>
      </p:sp>
      <p:sp>
        <p:nvSpPr>
          <p:cNvPr id="20" name="Shape 18"/>
          <p:cNvSpPr/>
          <p:nvPr/>
        </p:nvSpPr>
        <p:spPr>
          <a:xfrm>
            <a:off x="6042876" y="3611880"/>
            <a:ext cx="0" cy="0"/>
          </a:xfrm>
          <a:prstGeom prst="line">
            <a:avLst/>
          </a:prstGeom>
          <a:noFill/>
          <a:ln w="1905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2534262" y="2743200"/>
            <a:ext cx="1098875" cy="786384"/>
          </a:xfrm>
          <a:prstGeom prst="rect">
            <a:avLst/>
          </a:prstGeom>
          <a:solidFill>
            <a:srgbClr val="FEF3C7"/>
          </a:solidFill>
          <a:ln w="1016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2534268" y="2743200"/>
            <a:ext cx="1098870" cy="237744"/>
          </a:xfrm>
          <a:prstGeom prst="rect">
            <a:avLst/>
          </a:prstGeom>
          <a:solidFill>
            <a:srgbClr val="D97706">
              <a:alpha val="45000"/>
            </a:srgbClr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2534266" y="2743200"/>
            <a:ext cx="1098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Memory MCP</a:t>
            </a:r>
            <a:endParaRPr lang="en-US" sz="850"/>
          </a:p>
        </p:txBody>
      </p:sp>
      <p:sp>
        <p:nvSpPr>
          <p:cNvPr id="30" name="Text 28"/>
          <p:cNvSpPr/>
          <p:nvPr/>
        </p:nvSpPr>
        <p:spPr>
          <a:xfrm>
            <a:off x="2534264" y="2999232"/>
            <a:ext cx="1098873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rules</a:t>
            </a:r>
          </a:p>
          <a:p>
            <a:pPr marL="0" indent="0" algn="ctr">
              <a:buNone/>
            </a:pPr>
            <a:r>
              <a:rPr lang="en-US" sz="850">
                <a:solidFill>
                  <a:srgbClr val="92400E"/>
                </a:solidFill>
                <a:latin typeface="Calibri" pitchFamily="34" charset="0"/>
                <a:cs typeface="Calibri" pitchFamily="34" charset="-120"/>
              </a:rPr>
              <a:t>Learned lessons</a:t>
            </a:r>
            <a:endParaRPr lang="en-US" sz="850"/>
          </a:p>
        </p:txBody>
      </p:sp>
      <p:sp>
        <p:nvSpPr>
          <p:cNvPr id="36" name="Shape 34"/>
          <p:cNvSpPr/>
          <p:nvPr/>
        </p:nvSpPr>
        <p:spPr>
          <a:xfrm>
            <a:off x="5841708" y="2505456"/>
            <a:ext cx="818982" cy="786384"/>
          </a:xfrm>
          <a:prstGeom prst="rect">
            <a:avLst/>
          </a:prstGeom>
          <a:solidFill>
            <a:srgbClr val="EFF6FF"/>
          </a:solidFill>
          <a:ln w="1016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5841708" y="2505456"/>
            <a:ext cx="818984" cy="237744"/>
          </a:xfrm>
          <a:prstGeom prst="rect">
            <a:avLst/>
          </a:prstGeom>
          <a:solidFill>
            <a:srgbClr val="3B82F6">
              <a:alpha val="45000"/>
            </a:srgbClr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5841708" y="2505456"/>
            <a:ext cx="87464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RunStore MCP</a:t>
            </a:r>
            <a:endParaRPr lang="en-US" sz="850"/>
          </a:p>
        </p:txBody>
      </p:sp>
      <p:sp>
        <p:nvSpPr>
          <p:cNvPr id="39" name="Text 37"/>
          <p:cNvSpPr/>
          <p:nvPr/>
        </p:nvSpPr>
        <p:spPr>
          <a:xfrm>
            <a:off x="5841708" y="2761488"/>
            <a:ext cx="81897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input</a:t>
            </a:r>
            <a:endParaRPr lang="en-US" sz="850"/>
          </a:p>
          <a:p>
            <a:pPr marL="0" indent="0" algn="ctr">
              <a:buNone/>
            </a:pPr>
            <a:r>
              <a:rPr lang="en-US" sz="85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</a:t>
            </a:r>
            <a:r>
              <a:rPr lang="zh-CN" altLang="en-US" sz="85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zh-CN" sz="85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analyses</a:t>
            </a:r>
            <a:r>
              <a:rPr lang="zh-CN" altLang="en-US" sz="85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zh-CN" sz="85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</a:t>
            </a:r>
            <a:endParaRPr lang="en-US" sz="850"/>
          </a:p>
        </p:txBody>
      </p:sp>
      <p:sp>
        <p:nvSpPr>
          <p:cNvPr id="40" name="Shape 38"/>
          <p:cNvSpPr/>
          <p:nvPr/>
        </p:nvSpPr>
        <p:spPr>
          <a:xfrm>
            <a:off x="5059156" y="2825496"/>
            <a:ext cx="755120" cy="0"/>
          </a:xfrm>
          <a:prstGeom prst="line">
            <a:avLst/>
          </a:prstGeom>
          <a:noFill/>
          <a:ln w="12700">
            <a:solidFill>
              <a:srgbClr val="3B82F6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5197056" y="2634665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/ write</a:t>
            </a:r>
            <a:endParaRPr lang="en-US" sz="750"/>
          </a:p>
        </p:txBody>
      </p:sp>
      <p:sp>
        <p:nvSpPr>
          <p:cNvPr id="42" name="Shape 40"/>
          <p:cNvSpPr/>
          <p:nvPr/>
        </p:nvSpPr>
        <p:spPr>
          <a:xfrm>
            <a:off x="457325" y="3749040"/>
            <a:ext cx="2737238" cy="1045596"/>
          </a:xfrm>
          <a:prstGeom prst="rect">
            <a:avLst/>
          </a:prstGeom>
          <a:solidFill>
            <a:srgbClr val="F9FAFB"/>
          </a:solidFill>
          <a:ln w="889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544787" y="3749040"/>
            <a:ext cx="2484657" cy="307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analysis</a:t>
            </a:r>
            <a:r>
              <a:rPr lang="zh-CN" altLang="en-US" sz="1000" b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b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receives an analysis </a:t>
            </a:r>
            <a:r>
              <a:rPr lang="en-US" sz="1000" b="1" err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skill.md</a:t>
            </a:r>
            <a:r>
              <a:rPr lang="en-US" sz="1000" b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injected by harness:</a:t>
            </a:r>
            <a:endParaRPr lang="en-US" sz="1000"/>
          </a:p>
        </p:txBody>
      </p:sp>
      <p:sp>
        <p:nvSpPr>
          <p:cNvPr id="44" name="Text 42"/>
          <p:cNvSpPr/>
          <p:nvPr/>
        </p:nvSpPr>
        <p:spPr>
          <a:xfrm>
            <a:off x="544787" y="4105506"/>
            <a:ext cx="189042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zh-CN" sz="1000">
                <a:solidFill>
                  <a:srgbClr val="6B7280"/>
                </a:solidFill>
                <a:latin typeface="Calibri" pitchFamily="34" charset="0"/>
                <a:cs typeface="Calibri" pitchFamily="34" charset="-120"/>
              </a:rPr>
              <a:t>How to query input data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zh-CN" sz="1000">
                <a:solidFill>
                  <a:srgbClr val="6B7280"/>
                </a:solidFill>
                <a:latin typeface="Calibri" pitchFamily="34" charset="0"/>
                <a:cs typeface="Calibri" pitchFamily="34" charset="-120"/>
              </a:rPr>
              <a:t>How to query domain rules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zh-CN" sz="1000">
                <a:solidFill>
                  <a:srgbClr val="6B7280"/>
                </a:solidFill>
                <a:latin typeface="Calibri" pitchFamily="34" charset="0"/>
                <a:cs typeface="Calibri" pitchFamily="34" charset="-120"/>
              </a:rPr>
              <a:t>Task definition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zh-CN" sz="1000">
                <a:solidFill>
                  <a:srgbClr val="6B7280"/>
                </a:solidFill>
                <a:latin typeface="Calibri" pitchFamily="34" charset="0"/>
                <a:cs typeface="Calibri" pitchFamily="34" charset="-120"/>
              </a:rPr>
              <a:t>Reasoning format</a:t>
            </a:r>
            <a:endParaRPr lang="en-US" altLang="zh-CN" sz="850">
              <a:solidFill>
                <a:srgbClr val="6B7280"/>
              </a:solidFill>
              <a:latin typeface="Calibri" pitchFamily="34" charset="0"/>
              <a:cs typeface="Calibri" pitchFamily="34" charset="-120"/>
            </a:endParaRPr>
          </a:p>
          <a:p>
            <a:pPr marL="0" indent="0">
              <a:buNone/>
            </a:pPr>
            <a:endParaRPr lang="en-US" sz="850"/>
          </a:p>
        </p:txBody>
      </p:sp>
      <p:sp>
        <p:nvSpPr>
          <p:cNvPr id="45" name="Shape 43"/>
          <p:cNvSpPr/>
          <p:nvPr/>
        </p:nvSpPr>
        <p:spPr>
          <a:xfrm>
            <a:off x="6660686" y="3940048"/>
            <a:ext cx="2208077" cy="1045596"/>
          </a:xfrm>
          <a:prstGeom prst="rect">
            <a:avLst/>
          </a:prstGeom>
          <a:solidFill>
            <a:srgbClr val="F9FAFB"/>
          </a:solidFill>
          <a:ln w="889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6780753" y="4033905"/>
            <a:ext cx="1979199" cy="2923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Checking agent verifies</a:t>
            </a:r>
            <a:r>
              <a:rPr lang="zh-CN" altLang="en-US" sz="1000" b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zh-CN" sz="1000" b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</a:t>
            </a:r>
            <a:r>
              <a:rPr lang="zh-CN" altLang="en-US" sz="1000" b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zh-CN" sz="1000" b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check </a:t>
            </a:r>
            <a:r>
              <a:rPr lang="en-US" altLang="zh-CN" sz="1000" b="1" err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skill.md</a:t>
            </a:r>
            <a:r>
              <a:rPr lang="en-US" sz="1000" b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  <a:endParaRPr lang="en-US" sz="1000"/>
          </a:p>
        </p:txBody>
      </p:sp>
      <p:sp>
        <p:nvSpPr>
          <p:cNvPr id="47" name="Text 45"/>
          <p:cNvSpPr/>
          <p:nvPr/>
        </p:nvSpPr>
        <p:spPr>
          <a:xfrm>
            <a:off x="6770414" y="4421842"/>
            <a:ext cx="191626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 chain self-consistency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application correctness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matches evidence</a:t>
            </a:r>
            <a:endParaRPr lang="en-US" sz="1000"/>
          </a:p>
        </p:txBody>
      </p:sp>
      <p:sp>
        <p:nvSpPr>
          <p:cNvPr id="48" name="Shape 4">
            <a:extLst>
              <a:ext uri="{FF2B5EF4-FFF2-40B4-BE49-F238E27FC236}">
                <a16:creationId xmlns:a16="http://schemas.microsoft.com/office/drawing/2014/main" id="{F6D48DBB-39AA-1577-2314-CE3DE7103841}"/>
              </a:ext>
            </a:extLst>
          </p:cNvPr>
          <p:cNvSpPr/>
          <p:nvPr/>
        </p:nvSpPr>
        <p:spPr>
          <a:xfrm>
            <a:off x="3323772" y="1067719"/>
            <a:ext cx="2377440" cy="1117598"/>
          </a:xfrm>
          <a:prstGeom prst="rect">
            <a:avLst/>
          </a:prstGeom>
          <a:solidFill>
            <a:srgbClr val="F9FAFB"/>
          </a:solidFill>
          <a:ln w="15240">
            <a:solidFill>
              <a:srgbClr val="374151"/>
            </a:solidFill>
            <a:prstDash val="solid"/>
          </a:ln>
        </p:spPr>
        <p:txBody>
          <a:bodyPr/>
          <a:lstStyle/>
          <a:p>
            <a:pPr algn="ctr"/>
            <a:endParaRPr lang="en-US"/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A581C979-A3CE-DD03-2EE0-844E16FDFC19}"/>
              </a:ext>
            </a:extLst>
          </p:cNvPr>
          <p:cNvCxnSpPr>
            <a:cxnSpLocks/>
          </p:cNvCxnSpPr>
          <p:nvPr/>
        </p:nvCxnSpPr>
        <p:spPr>
          <a:xfrm>
            <a:off x="4545865" y="2211556"/>
            <a:ext cx="0" cy="3601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8" name="Elbow Connector 57">
            <a:extLst>
              <a:ext uri="{FF2B5EF4-FFF2-40B4-BE49-F238E27FC236}">
                <a16:creationId xmlns:a16="http://schemas.microsoft.com/office/drawing/2014/main" id="{E7DE7A47-87C4-6EC8-9D9E-20A9EA60D50C}"/>
              </a:ext>
            </a:extLst>
          </p:cNvPr>
          <p:cNvCxnSpPr>
            <a:cxnSpLocks/>
            <a:stCxn id="61" idx="3"/>
            <a:endCxn id="48" idx="3"/>
          </p:cNvCxnSpPr>
          <p:nvPr/>
        </p:nvCxnSpPr>
        <p:spPr>
          <a:xfrm flipV="1">
            <a:off x="5041380" y="1626518"/>
            <a:ext cx="659832" cy="1987582"/>
          </a:xfrm>
          <a:prstGeom prst="bentConnector3">
            <a:avLst>
              <a:gd name="adj1" fmla="val 293712"/>
            </a:avLst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20C7682E-A624-4FF9-7D72-2C636E321C89}"/>
              </a:ext>
            </a:extLst>
          </p:cNvPr>
          <p:cNvSpPr txBox="1"/>
          <p:nvPr/>
        </p:nvSpPr>
        <p:spPr>
          <a:xfrm>
            <a:off x="3323771" y="1072966"/>
            <a:ext cx="253926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/>
              <a:t>H</a:t>
            </a:r>
            <a:r>
              <a:rPr lang="en-US" altLang="zh-CN" sz="1200" b="1"/>
              <a:t>arness:</a:t>
            </a:r>
          </a:p>
          <a:p>
            <a:r>
              <a:rPr lang="en-US" altLang="zh-CN" sz="1200"/>
              <a:t>Trigger the </a:t>
            </a:r>
            <a:r>
              <a:rPr lang="en-US" sz="1200"/>
              <a:t>Analysis agent</a:t>
            </a:r>
          </a:p>
          <a:p>
            <a:r>
              <a:rPr lang="en-US" sz="1200">
                <a:solidFill>
                  <a:schemeClr val="accent6">
                    <a:lumMod val="50000"/>
                  </a:schemeClr>
                </a:solidFill>
              </a:rPr>
              <a:t>Pass</a:t>
            </a:r>
            <a:r>
              <a:rPr lang="en-US" sz="1200"/>
              <a:t> → proceed to next step </a:t>
            </a:r>
          </a:p>
          <a:p>
            <a:r>
              <a:rPr lang="en-US" sz="1200"/>
              <a:t> </a:t>
            </a:r>
            <a:r>
              <a:rPr lang="en-US" sz="1200">
                <a:solidFill>
                  <a:srgbClr val="C00000"/>
                </a:solidFill>
              </a:rPr>
              <a:t>Fail</a:t>
            </a:r>
            <a:r>
              <a:rPr lang="en-US" sz="1200"/>
              <a:t> → force rerun (≤ 2×) </a:t>
            </a:r>
          </a:p>
          <a:p>
            <a:r>
              <a:rPr lang="en-US" sz="1200"/>
              <a:t> </a:t>
            </a:r>
            <a:r>
              <a:rPr lang="en-US" sz="1200">
                <a:solidFill>
                  <a:srgbClr val="C00000"/>
                </a:solidFill>
              </a:rPr>
              <a:t>Persistent fail </a:t>
            </a:r>
            <a:r>
              <a:rPr lang="en-US" sz="1200"/>
              <a:t>→ escalate to human</a:t>
            </a:r>
          </a:p>
        </p:txBody>
      </p:sp>
      <p:sp>
        <p:nvSpPr>
          <p:cNvPr id="61" name="Rounded Rectangle 60">
            <a:extLst>
              <a:ext uri="{FF2B5EF4-FFF2-40B4-BE49-F238E27FC236}">
                <a16:creationId xmlns:a16="http://schemas.microsoft.com/office/drawing/2014/main" id="{48074E17-C864-58FD-BD56-C03F76C70952}"/>
              </a:ext>
            </a:extLst>
          </p:cNvPr>
          <p:cNvSpPr/>
          <p:nvPr/>
        </p:nvSpPr>
        <p:spPr>
          <a:xfrm>
            <a:off x="4026241" y="3420371"/>
            <a:ext cx="1015139" cy="387458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>
                <a:solidFill>
                  <a:schemeClr val="tx1"/>
                </a:solidFill>
              </a:rPr>
              <a:t>Checking agent</a:t>
            </a:r>
          </a:p>
        </p:txBody>
      </p:sp>
      <p:sp>
        <p:nvSpPr>
          <p:cNvPr id="64" name="Rounded Rectangle 63">
            <a:extLst>
              <a:ext uri="{FF2B5EF4-FFF2-40B4-BE49-F238E27FC236}">
                <a16:creationId xmlns:a16="http://schemas.microsoft.com/office/drawing/2014/main" id="{7A1D3F93-C6CF-17FA-9F07-B6AA005F9C35}"/>
              </a:ext>
            </a:extLst>
          </p:cNvPr>
          <p:cNvSpPr/>
          <p:nvPr/>
        </p:nvSpPr>
        <p:spPr>
          <a:xfrm>
            <a:off x="4026241" y="2585623"/>
            <a:ext cx="1015139" cy="387458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>
                <a:solidFill>
                  <a:schemeClr val="tx1"/>
                </a:solidFill>
              </a:rPr>
              <a:t>Analysis agent</a:t>
            </a:r>
          </a:p>
        </p:txBody>
      </p: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A8222B10-AF2E-707F-83C0-062F42CF5D60}"/>
              </a:ext>
            </a:extLst>
          </p:cNvPr>
          <p:cNvCxnSpPr>
            <a:cxnSpLocks/>
            <a:stCxn id="64" idx="2"/>
            <a:endCxn id="61" idx="0"/>
          </p:cNvCxnSpPr>
          <p:nvPr/>
        </p:nvCxnSpPr>
        <p:spPr>
          <a:xfrm>
            <a:off x="4533811" y="2973081"/>
            <a:ext cx="0" cy="4472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6" name="TextBox 75">
            <a:extLst>
              <a:ext uri="{FF2B5EF4-FFF2-40B4-BE49-F238E27FC236}">
                <a16:creationId xmlns:a16="http://schemas.microsoft.com/office/drawing/2014/main" id="{B61F9F06-E504-D389-0A0C-7CE50B2F7FAD}"/>
              </a:ext>
            </a:extLst>
          </p:cNvPr>
          <p:cNvSpPr txBox="1"/>
          <p:nvPr/>
        </p:nvSpPr>
        <p:spPr>
          <a:xfrm>
            <a:off x="5897497" y="1390218"/>
            <a:ext cx="1272208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>
                <a:solidFill>
                  <a:srgbClr val="C00000"/>
                </a:solidFill>
              </a:rPr>
              <a:t>Fail</a:t>
            </a:r>
            <a:r>
              <a:rPr lang="en-US" sz="1300"/>
              <a:t>/</a:t>
            </a:r>
            <a:r>
              <a:rPr lang="en-US" sz="1300">
                <a:solidFill>
                  <a:schemeClr val="accent6">
                    <a:lumMod val="50000"/>
                  </a:schemeClr>
                </a:solidFill>
              </a:rPr>
              <a:t>Pass</a:t>
            </a:r>
          </a:p>
        </p:txBody>
      </p:sp>
      <p:cxnSp>
        <p:nvCxnSpPr>
          <p:cNvPr id="78" name="Elbow Connector 77">
            <a:extLst>
              <a:ext uri="{FF2B5EF4-FFF2-40B4-BE49-F238E27FC236}">
                <a16:creationId xmlns:a16="http://schemas.microsoft.com/office/drawing/2014/main" id="{D32F8A04-47B6-2DF3-9582-D3EC7AD68E20}"/>
              </a:ext>
            </a:extLst>
          </p:cNvPr>
          <p:cNvCxnSpPr>
            <a:stCxn id="30" idx="3"/>
            <a:endCxn id="64" idx="1"/>
          </p:cNvCxnSpPr>
          <p:nvPr/>
        </p:nvCxnSpPr>
        <p:spPr>
          <a:xfrm flipV="1">
            <a:off x="3633137" y="2779352"/>
            <a:ext cx="393104" cy="466768"/>
          </a:xfrm>
          <a:prstGeom prst="bentConnector3">
            <a:avLst/>
          </a:prstGeom>
          <a:ln>
            <a:prstDash val="lg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0" name="Elbow Connector 79">
            <a:extLst>
              <a:ext uri="{FF2B5EF4-FFF2-40B4-BE49-F238E27FC236}">
                <a16:creationId xmlns:a16="http://schemas.microsoft.com/office/drawing/2014/main" id="{D765691E-6F96-E292-FA6A-9C4B6CA6A03E}"/>
              </a:ext>
            </a:extLst>
          </p:cNvPr>
          <p:cNvCxnSpPr>
            <a:stCxn id="30" idx="3"/>
            <a:endCxn id="61" idx="1"/>
          </p:cNvCxnSpPr>
          <p:nvPr/>
        </p:nvCxnSpPr>
        <p:spPr>
          <a:xfrm>
            <a:off x="3633137" y="3246120"/>
            <a:ext cx="393104" cy="367980"/>
          </a:xfrm>
          <a:prstGeom prst="bentConnector3">
            <a:avLst/>
          </a:prstGeom>
          <a:ln>
            <a:prstDash val="lg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E6B5C"/>
          </a:solidFill>
          <a:ln w="12700">
            <a:solidFill>
              <a:srgbClr val="1E6B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56032" y="0"/>
            <a:ext cx="863193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Multi-Perspective Analysis Agents</a:t>
            </a:r>
            <a:endParaRPr lang="en-US" sz="1700"/>
          </a:p>
        </p:txBody>
      </p:sp>
      <p:sp>
        <p:nvSpPr>
          <p:cNvPr id="4" name="Shape 2"/>
          <p:cNvSpPr/>
          <p:nvPr/>
        </p:nvSpPr>
        <p:spPr>
          <a:xfrm>
            <a:off x="274320" y="658368"/>
            <a:ext cx="8595360" cy="256032"/>
          </a:xfrm>
          <a:prstGeom prst="rect">
            <a:avLst/>
          </a:prstGeom>
          <a:solidFill>
            <a:srgbClr val="F0FDF4"/>
          </a:solidFill>
          <a:ln w="8890">
            <a:solidFill>
              <a:srgbClr val="86EFA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84048" y="658368"/>
            <a:ext cx="8375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agents plug into the same harness to analyse risk from complementary dimensions</a:t>
            </a:r>
            <a:endParaRPr lang="en-US" sz="950"/>
          </a:p>
        </p:txBody>
      </p:sp>
      <p:sp>
        <p:nvSpPr>
          <p:cNvPr id="6" name="Shape 4"/>
          <p:cNvSpPr/>
          <p:nvPr/>
        </p:nvSpPr>
        <p:spPr>
          <a:xfrm>
            <a:off x="256032" y="1024128"/>
            <a:ext cx="1664208" cy="3822192"/>
          </a:xfrm>
          <a:prstGeom prst="rect">
            <a:avLst/>
          </a:prstGeom>
          <a:solidFill>
            <a:srgbClr val="FAFAFA"/>
          </a:solidFill>
          <a:ln w="10160">
            <a:solidFill>
              <a:srgbClr val="86EFA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56032" y="1024128"/>
            <a:ext cx="1664208" cy="512064"/>
          </a:xfrm>
          <a:prstGeom prst="rect">
            <a:avLst/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29184" y="1042416"/>
            <a:ext cx="15361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</a:t>
            </a:r>
            <a:endParaRPr lang="en-US" sz="1100"/>
          </a:p>
          <a:p>
            <a:pPr marL="0" indent="0" algn="ctr">
              <a:buNone/>
            </a:pPr>
            <a:r>
              <a:rPr lang="en-US" sz="1100" b="1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Load</a:t>
            </a:r>
            <a:endParaRPr lang="en-US" sz="1100"/>
          </a:p>
        </p:txBody>
      </p:sp>
      <p:sp>
        <p:nvSpPr>
          <p:cNvPr id="9" name="Shape 7"/>
          <p:cNvSpPr/>
          <p:nvPr/>
        </p:nvSpPr>
        <p:spPr>
          <a:xfrm>
            <a:off x="347472" y="1664208"/>
            <a:ext cx="91440" cy="9144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75488" y="1627632"/>
            <a:ext cx="13898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700"/>
          </a:p>
        </p:txBody>
      </p:sp>
      <p:sp>
        <p:nvSpPr>
          <p:cNvPr id="11" name="Text 9"/>
          <p:cNvSpPr/>
          <p:nvPr/>
        </p:nvSpPr>
        <p:spPr>
          <a:xfrm>
            <a:off x="347472" y="1792224"/>
            <a:ext cx="15179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RSRP, SINR, coverage maps, signal stats file</a:t>
            </a:r>
            <a:endParaRPr lang="en-US" sz="800"/>
          </a:p>
        </p:txBody>
      </p:sp>
      <p:sp>
        <p:nvSpPr>
          <p:cNvPr id="12" name="Shape 10"/>
          <p:cNvSpPr/>
          <p:nvPr/>
        </p:nvSpPr>
        <p:spPr>
          <a:xfrm>
            <a:off x="347472" y="2487168"/>
            <a:ext cx="1481328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47472" y="2578608"/>
            <a:ext cx="91440" cy="9144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75488" y="2542032"/>
            <a:ext cx="13898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</a:t>
            </a:r>
            <a:endParaRPr lang="en-US" sz="700"/>
          </a:p>
        </p:txBody>
      </p:sp>
      <p:sp>
        <p:nvSpPr>
          <p:cNvPr id="15" name="Text 13"/>
          <p:cNvSpPr/>
          <p:nvPr/>
        </p:nvSpPr>
        <p:spPr>
          <a:xfrm>
            <a:off x="347472" y="2706624"/>
            <a:ext cx="15179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backup cells absorb redistributed users without overload?</a:t>
            </a:r>
            <a:endParaRPr lang="en-US" sz="800"/>
          </a:p>
        </p:txBody>
      </p:sp>
      <p:sp>
        <p:nvSpPr>
          <p:cNvPr id="16" name="Shape 14"/>
          <p:cNvSpPr/>
          <p:nvPr/>
        </p:nvSpPr>
        <p:spPr>
          <a:xfrm>
            <a:off x="347472" y="3675888"/>
            <a:ext cx="1481328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47472" y="3767328"/>
            <a:ext cx="91440" cy="9144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75488" y="3730752"/>
            <a:ext cx="13898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700"/>
          </a:p>
        </p:txBody>
      </p:sp>
      <p:sp>
        <p:nvSpPr>
          <p:cNvPr id="19" name="Text 17"/>
          <p:cNvSpPr/>
          <p:nvPr/>
        </p:nvSpPr>
        <p:spPr>
          <a:xfrm>
            <a:off x="347472" y="3895344"/>
            <a:ext cx="15179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Per-backup overload risk &amp; load redistribution verdict</a:t>
            </a:r>
            <a:endParaRPr lang="en-US" sz="800"/>
          </a:p>
        </p:txBody>
      </p:sp>
      <p:sp>
        <p:nvSpPr>
          <p:cNvPr id="20" name="Shape 18"/>
          <p:cNvSpPr/>
          <p:nvPr/>
        </p:nvSpPr>
        <p:spPr>
          <a:xfrm>
            <a:off x="1956816" y="1024128"/>
            <a:ext cx="1664208" cy="3822192"/>
          </a:xfrm>
          <a:prstGeom prst="rect">
            <a:avLst/>
          </a:prstGeom>
          <a:solidFill>
            <a:srgbClr val="FAFAFA"/>
          </a:solidFill>
          <a:ln w="1016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956816" y="1024128"/>
            <a:ext cx="1664208" cy="512064"/>
          </a:xfrm>
          <a:prstGeom prst="rect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2029968" y="1042416"/>
            <a:ext cx="15361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</a:t>
            </a:r>
            <a:endParaRPr lang="en-US" sz="1100"/>
          </a:p>
        </p:txBody>
      </p:sp>
      <p:sp>
        <p:nvSpPr>
          <p:cNvPr id="23" name="Shape 21"/>
          <p:cNvSpPr/>
          <p:nvPr/>
        </p:nvSpPr>
        <p:spPr>
          <a:xfrm>
            <a:off x="2048256" y="1664208"/>
            <a:ext cx="91440" cy="9144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2176272" y="1627632"/>
            <a:ext cx="13898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700"/>
          </a:p>
        </p:txBody>
      </p:sp>
      <p:sp>
        <p:nvSpPr>
          <p:cNvPr id="25" name="Text 23"/>
          <p:cNvSpPr/>
          <p:nvPr/>
        </p:nvSpPr>
        <p:spPr>
          <a:xfrm>
            <a:off x="2048256" y="1792224"/>
            <a:ext cx="15179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 fact file</a:t>
            </a:r>
            <a:endParaRPr lang="en-US" sz="800"/>
          </a:p>
        </p:txBody>
      </p:sp>
      <p:sp>
        <p:nvSpPr>
          <p:cNvPr id="26" name="Shape 24"/>
          <p:cNvSpPr/>
          <p:nvPr/>
        </p:nvSpPr>
        <p:spPr>
          <a:xfrm>
            <a:off x="2048256" y="2487168"/>
            <a:ext cx="1481328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2048256" y="2578608"/>
            <a:ext cx="91440" cy="9144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2176272" y="2542032"/>
            <a:ext cx="13898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</a:t>
            </a:r>
            <a:endParaRPr lang="en-US" sz="700"/>
          </a:p>
        </p:txBody>
      </p:sp>
      <p:sp>
        <p:nvSpPr>
          <p:cNvPr id="29" name="Text 27"/>
          <p:cNvSpPr/>
          <p:nvPr/>
        </p:nvSpPr>
        <p:spPr>
          <a:xfrm>
            <a:off x="2048256" y="2706624"/>
            <a:ext cx="15179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each backup cell's hardware capacity &amp; flag 5G downgrade risk</a:t>
            </a:r>
            <a:endParaRPr lang="en-US" sz="800"/>
          </a:p>
        </p:txBody>
      </p:sp>
      <p:sp>
        <p:nvSpPr>
          <p:cNvPr id="30" name="Shape 28"/>
          <p:cNvSpPr/>
          <p:nvPr/>
        </p:nvSpPr>
        <p:spPr>
          <a:xfrm>
            <a:off x="2048256" y="3675888"/>
            <a:ext cx="1481328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2048256" y="3767328"/>
            <a:ext cx="91440" cy="9144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2176272" y="3730752"/>
            <a:ext cx="13898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700"/>
          </a:p>
        </p:txBody>
      </p:sp>
      <p:sp>
        <p:nvSpPr>
          <p:cNvPr id="33" name="Text 31"/>
          <p:cNvSpPr/>
          <p:nvPr/>
        </p:nvSpPr>
        <p:spPr>
          <a:xfrm>
            <a:off x="2048256" y="3895344"/>
            <a:ext cx="15179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Downgrade risk &amp; capacity description</a:t>
            </a:r>
            <a:endParaRPr lang="en-US" sz="800"/>
          </a:p>
        </p:txBody>
      </p:sp>
      <p:sp>
        <p:nvSpPr>
          <p:cNvPr id="34" name="Shape 32"/>
          <p:cNvSpPr/>
          <p:nvPr/>
        </p:nvSpPr>
        <p:spPr>
          <a:xfrm>
            <a:off x="3657600" y="1024128"/>
            <a:ext cx="1664208" cy="3822192"/>
          </a:xfrm>
          <a:prstGeom prst="rect">
            <a:avLst/>
          </a:prstGeom>
          <a:solidFill>
            <a:srgbClr val="FAFAFA"/>
          </a:solidFill>
          <a:ln w="10160">
            <a:solidFill>
              <a:srgbClr val="FCD3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3657600" y="1024128"/>
            <a:ext cx="1664208" cy="512064"/>
          </a:xfrm>
          <a:prstGeom prst="rect">
            <a:avLst/>
          </a:prstGeom>
          <a:solidFill>
            <a:srgbClr val="FEF3C7"/>
          </a:solidFill>
          <a:ln w="12700">
            <a:solidFill>
              <a:srgbClr val="FCD3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3730752" y="1042416"/>
            <a:ext cx="15361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</a:t>
            </a:r>
            <a:endParaRPr lang="en-US" sz="1100"/>
          </a:p>
        </p:txBody>
      </p:sp>
      <p:sp>
        <p:nvSpPr>
          <p:cNvPr id="37" name="Shape 35"/>
          <p:cNvSpPr/>
          <p:nvPr/>
        </p:nvSpPr>
        <p:spPr>
          <a:xfrm>
            <a:off x="3749040" y="1664208"/>
            <a:ext cx="91440" cy="9144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3877056" y="1627632"/>
            <a:ext cx="13898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700"/>
          </a:p>
        </p:txBody>
      </p:sp>
      <p:sp>
        <p:nvSpPr>
          <p:cNvPr id="39" name="Text 37"/>
          <p:cNvSpPr/>
          <p:nvPr/>
        </p:nvSpPr>
        <p:spPr>
          <a:xfrm>
            <a:off x="3749040" y="1792224"/>
            <a:ext cx="15179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USIDs' KPI pattern file</a:t>
            </a:r>
            <a:endParaRPr lang="en-US" sz="800"/>
          </a:p>
        </p:txBody>
      </p:sp>
      <p:sp>
        <p:nvSpPr>
          <p:cNvPr id="40" name="Shape 38"/>
          <p:cNvSpPr/>
          <p:nvPr/>
        </p:nvSpPr>
        <p:spPr>
          <a:xfrm>
            <a:off x="3749040" y="2487168"/>
            <a:ext cx="1481328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3749040" y="2578608"/>
            <a:ext cx="91440" cy="9144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3877056" y="2542032"/>
            <a:ext cx="13898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</a:t>
            </a:r>
            <a:endParaRPr lang="en-US" sz="700"/>
          </a:p>
        </p:txBody>
      </p:sp>
      <p:sp>
        <p:nvSpPr>
          <p:cNvPr id="43" name="Text 41"/>
          <p:cNvSpPr/>
          <p:nvPr/>
        </p:nvSpPr>
        <p:spPr>
          <a:xfrm>
            <a:off x="3749040" y="2706624"/>
            <a:ext cx="15179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hourly traffic load during shutdown &amp; identify saturation and peak-collision risks</a:t>
            </a:r>
            <a:endParaRPr lang="en-US" sz="800"/>
          </a:p>
        </p:txBody>
      </p:sp>
      <p:sp>
        <p:nvSpPr>
          <p:cNvPr id="44" name="Shape 42"/>
          <p:cNvSpPr/>
          <p:nvPr/>
        </p:nvSpPr>
        <p:spPr>
          <a:xfrm>
            <a:off x="3749040" y="3675888"/>
            <a:ext cx="1481328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3749040" y="3767328"/>
            <a:ext cx="91440" cy="9144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3877056" y="3730752"/>
            <a:ext cx="13898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700"/>
          </a:p>
        </p:txBody>
      </p:sp>
      <p:sp>
        <p:nvSpPr>
          <p:cNvPr id="47" name="Text 45"/>
          <p:cNvSpPr/>
          <p:nvPr/>
        </p:nvSpPr>
        <p:spPr>
          <a:xfrm>
            <a:off x="3749040" y="3895344"/>
            <a:ext cx="15179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Saturation risk &amp; peak-collision risk</a:t>
            </a:r>
            <a:endParaRPr lang="en-US" sz="800"/>
          </a:p>
        </p:txBody>
      </p:sp>
      <p:sp>
        <p:nvSpPr>
          <p:cNvPr id="48" name="Shape 46"/>
          <p:cNvSpPr/>
          <p:nvPr/>
        </p:nvSpPr>
        <p:spPr>
          <a:xfrm>
            <a:off x="5358384" y="1024128"/>
            <a:ext cx="1664208" cy="3822192"/>
          </a:xfrm>
          <a:prstGeom prst="rect">
            <a:avLst/>
          </a:prstGeom>
          <a:solidFill>
            <a:srgbClr val="FAFAFA"/>
          </a:solidFill>
          <a:ln w="10160">
            <a:solidFill>
              <a:srgbClr val="7DD3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5358384" y="1024128"/>
            <a:ext cx="1664208" cy="512064"/>
          </a:xfrm>
          <a:prstGeom prst="rect">
            <a:avLst/>
          </a:prstGeom>
          <a:solidFill>
            <a:srgbClr val="E0F2FE"/>
          </a:solidFill>
          <a:ln w="12700">
            <a:solidFill>
              <a:srgbClr val="7DD3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5431536" y="1042416"/>
            <a:ext cx="15361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</a:t>
            </a:r>
            <a:endParaRPr lang="en-US" sz="1100"/>
          </a:p>
          <a:p>
            <a:pPr marL="0" indent="0" algn="ctr">
              <a:buNone/>
            </a:pPr>
            <a:r>
              <a:rPr lang="en-US" sz="1100" b="1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</a:t>
            </a:r>
            <a:endParaRPr lang="en-US" sz="1100"/>
          </a:p>
        </p:txBody>
      </p:sp>
      <p:sp>
        <p:nvSpPr>
          <p:cNvPr id="51" name="Shape 49"/>
          <p:cNvSpPr/>
          <p:nvPr/>
        </p:nvSpPr>
        <p:spPr>
          <a:xfrm>
            <a:off x="5449824" y="1664208"/>
            <a:ext cx="91440" cy="9144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5577840" y="1627632"/>
            <a:ext cx="13898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700"/>
          </a:p>
        </p:txBody>
      </p:sp>
      <p:sp>
        <p:nvSpPr>
          <p:cNvPr id="53" name="Text 51"/>
          <p:cNvSpPr/>
          <p:nvPr/>
        </p:nvSpPr>
        <p:spPr>
          <a:xfrm>
            <a:off x="5449824" y="1792224"/>
            <a:ext cx="15179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maps (incl. real map) + upstream results</a:t>
            </a:r>
            <a:endParaRPr lang="en-US" sz="800"/>
          </a:p>
        </p:txBody>
      </p:sp>
      <p:sp>
        <p:nvSpPr>
          <p:cNvPr id="54" name="Shape 52"/>
          <p:cNvSpPr/>
          <p:nvPr/>
        </p:nvSpPr>
        <p:spPr>
          <a:xfrm>
            <a:off x="5449824" y="2487168"/>
            <a:ext cx="1481328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5449824" y="2578608"/>
            <a:ext cx="91440" cy="9144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5577840" y="2542032"/>
            <a:ext cx="13898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</a:t>
            </a:r>
            <a:endParaRPr lang="en-US" sz="700"/>
          </a:p>
        </p:txBody>
      </p:sp>
      <p:sp>
        <p:nvSpPr>
          <p:cNvPr id="57" name="Text 55"/>
          <p:cNvSpPr/>
          <p:nvPr/>
        </p:nvSpPr>
        <p:spPr>
          <a:xfrm>
            <a:off x="5449824" y="2706624"/>
            <a:ext cx="15179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 coverage area into geographic zones and assign impact severity by signal &amp; land use</a:t>
            </a:r>
            <a:endParaRPr lang="en-US" sz="800"/>
          </a:p>
        </p:txBody>
      </p:sp>
      <p:sp>
        <p:nvSpPr>
          <p:cNvPr id="58" name="Shape 56"/>
          <p:cNvSpPr/>
          <p:nvPr/>
        </p:nvSpPr>
        <p:spPr>
          <a:xfrm>
            <a:off x="5449824" y="3675888"/>
            <a:ext cx="1481328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Shape 57"/>
          <p:cNvSpPr/>
          <p:nvPr/>
        </p:nvSpPr>
        <p:spPr>
          <a:xfrm>
            <a:off x="5449824" y="3767328"/>
            <a:ext cx="91440" cy="9144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5577840" y="3730752"/>
            <a:ext cx="13898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700"/>
          </a:p>
        </p:txBody>
      </p:sp>
      <p:sp>
        <p:nvSpPr>
          <p:cNvPr id="61" name="Text 59"/>
          <p:cNvSpPr/>
          <p:nvPr/>
        </p:nvSpPr>
        <p:spPr>
          <a:xfrm>
            <a:off x="5449824" y="3895344"/>
            <a:ext cx="15179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Zone-level severity</a:t>
            </a:r>
            <a:endParaRPr lang="en-US" sz="800"/>
          </a:p>
        </p:txBody>
      </p:sp>
      <p:sp>
        <p:nvSpPr>
          <p:cNvPr id="62" name="Shape 60"/>
          <p:cNvSpPr/>
          <p:nvPr/>
        </p:nvSpPr>
        <p:spPr>
          <a:xfrm>
            <a:off x="7059168" y="1024128"/>
            <a:ext cx="1664208" cy="3822192"/>
          </a:xfrm>
          <a:prstGeom prst="rect">
            <a:avLst/>
          </a:prstGeom>
          <a:solidFill>
            <a:srgbClr val="FAFAFA"/>
          </a:solidFill>
          <a:ln w="1016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Shape 61"/>
          <p:cNvSpPr/>
          <p:nvPr/>
        </p:nvSpPr>
        <p:spPr>
          <a:xfrm>
            <a:off x="7059168" y="1024128"/>
            <a:ext cx="1664208" cy="512064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7132320" y="1042416"/>
            <a:ext cx="15361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</a:t>
            </a:r>
            <a:endParaRPr lang="en-US" sz="1100"/>
          </a:p>
          <a:p>
            <a:pPr marL="0" indent="0" algn="ctr">
              <a:buNone/>
            </a:pPr>
            <a:r>
              <a:rPr lang="en-US" sz="1100" b="1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</a:t>
            </a:r>
            <a:endParaRPr lang="en-US" sz="1100"/>
          </a:p>
        </p:txBody>
      </p:sp>
      <p:sp>
        <p:nvSpPr>
          <p:cNvPr id="65" name="Shape 63"/>
          <p:cNvSpPr/>
          <p:nvPr/>
        </p:nvSpPr>
        <p:spPr>
          <a:xfrm>
            <a:off x="7150608" y="1664208"/>
            <a:ext cx="91440" cy="91440"/>
          </a:xfrm>
          <a:prstGeom prst="ellipse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7278624" y="1627632"/>
            <a:ext cx="13898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700"/>
          </a:p>
        </p:txBody>
      </p:sp>
      <p:sp>
        <p:nvSpPr>
          <p:cNvPr id="67" name="Text 65"/>
          <p:cNvSpPr/>
          <p:nvPr/>
        </p:nvSpPr>
        <p:spPr>
          <a:xfrm>
            <a:off x="7150608" y="1792224"/>
            <a:ext cx="15179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files from previous steps</a:t>
            </a:r>
            <a:endParaRPr lang="en-US" sz="800"/>
          </a:p>
        </p:txBody>
      </p:sp>
      <p:sp>
        <p:nvSpPr>
          <p:cNvPr id="68" name="Shape 66"/>
          <p:cNvSpPr/>
          <p:nvPr/>
        </p:nvSpPr>
        <p:spPr>
          <a:xfrm>
            <a:off x="7150608" y="2487168"/>
            <a:ext cx="1481328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Shape 67"/>
          <p:cNvSpPr/>
          <p:nvPr/>
        </p:nvSpPr>
        <p:spPr>
          <a:xfrm>
            <a:off x="7150608" y="2578608"/>
            <a:ext cx="91440" cy="91440"/>
          </a:xfrm>
          <a:prstGeom prst="ellipse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Text 68"/>
          <p:cNvSpPr/>
          <p:nvPr/>
        </p:nvSpPr>
        <p:spPr>
          <a:xfrm>
            <a:off x="7278624" y="2542032"/>
            <a:ext cx="13898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</a:t>
            </a:r>
            <a:endParaRPr lang="en-US" sz="700"/>
          </a:p>
        </p:txBody>
      </p:sp>
      <p:sp>
        <p:nvSpPr>
          <p:cNvPr id="71" name="Text 69"/>
          <p:cNvSpPr/>
          <p:nvPr/>
        </p:nvSpPr>
        <p:spPr>
          <a:xfrm>
            <a:off x="7150608" y="2706624"/>
            <a:ext cx="15179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Synthesise all evidence to determine overall outage severity</a:t>
            </a:r>
            <a:endParaRPr lang="en-US" sz="800"/>
          </a:p>
        </p:txBody>
      </p:sp>
      <p:sp>
        <p:nvSpPr>
          <p:cNvPr id="72" name="Shape 70"/>
          <p:cNvSpPr/>
          <p:nvPr/>
        </p:nvSpPr>
        <p:spPr>
          <a:xfrm>
            <a:off x="7150608" y="3675888"/>
            <a:ext cx="1481328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Shape 71"/>
          <p:cNvSpPr/>
          <p:nvPr/>
        </p:nvSpPr>
        <p:spPr>
          <a:xfrm>
            <a:off x="7150608" y="3767328"/>
            <a:ext cx="91440" cy="91440"/>
          </a:xfrm>
          <a:prstGeom prst="ellipse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Text 72"/>
          <p:cNvSpPr/>
          <p:nvPr/>
        </p:nvSpPr>
        <p:spPr>
          <a:xfrm>
            <a:off x="7278624" y="3730752"/>
            <a:ext cx="13898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700"/>
          </a:p>
        </p:txBody>
      </p:sp>
      <p:sp>
        <p:nvSpPr>
          <p:cNvPr id="75" name="Text 73"/>
          <p:cNvSpPr/>
          <p:nvPr/>
        </p:nvSpPr>
        <p:spPr>
          <a:xfrm>
            <a:off x="7150608" y="3895344"/>
            <a:ext cx="15179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severity level</a:t>
            </a:r>
            <a:endParaRPr lang="en-US" sz="800"/>
          </a:p>
        </p:txBody>
      </p:sp>
      <p:sp>
        <p:nvSpPr>
          <p:cNvPr id="76" name="Shape 74"/>
          <p:cNvSpPr/>
          <p:nvPr/>
        </p:nvSpPr>
        <p:spPr>
          <a:xfrm>
            <a:off x="256032" y="4901184"/>
            <a:ext cx="8631936" cy="0"/>
          </a:xfrm>
          <a:prstGeom prst="line">
            <a:avLst/>
          </a:prstGeom>
          <a:noFill/>
          <a:ln w="889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Text 75"/>
          <p:cNvSpPr/>
          <p:nvPr/>
        </p:nvSpPr>
        <p:spPr>
          <a:xfrm>
            <a:off x="256032" y="4919472"/>
            <a:ext cx="8631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agents plug into the same harness with domain-specific reasoning — verification pattern identical across all</a:t>
            </a:r>
            <a:endParaRPr lang="en-US" sz="85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E6B5C"/>
          </a:solidFill>
          <a:ln w="12700">
            <a:solidFill>
              <a:srgbClr val="1E6B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56032" y="0"/>
            <a:ext cx="863193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Cross-Agent Verifier</a:t>
            </a:r>
            <a:endParaRPr lang="en-US" sz="1700"/>
          </a:p>
        </p:txBody>
      </p:sp>
      <p:sp>
        <p:nvSpPr>
          <p:cNvPr id="4" name="Shape 2"/>
          <p:cNvSpPr/>
          <p:nvPr/>
        </p:nvSpPr>
        <p:spPr>
          <a:xfrm>
            <a:off x="274320" y="658368"/>
            <a:ext cx="8595360" cy="274320"/>
          </a:xfrm>
          <a:prstGeom prst="rect">
            <a:avLst/>
          </a:prstGeom>
          <a:solidFill>
            <a:srgbClr val="F0FDF4"/>
          </a:solidFill>
          <a:ln w="8890">
            <a:solidFill>
              <a:srgbClr val="86EFA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84048" y="658368"/>
            <a:ext cx="8375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Verifies that all agent verdicts are mutually consistent — conflicts are detected and resolved before final assessment</a:t>
            </a:r>
            <a:endParaRPr lang="en-US" sz="950"/>
          </a:p>
        </p:txBody>
      </p:sp>
      <p:sp>
        <p:nvSpPr>
          <p:cNvPr id="6" name="Shape 4"/>
          <p:cNvSpPr/>
          <p:nvPr/>
        </p:nvSpPr>
        <p:spPr>
          <a:xfrm>
            <a:off x="274320" y="1078992"/>
            <a:ext cx="2011680" cy="420624"/>
          </a:xfrm>
          <a:prstGeom prst="rect">
            <a:avLst/>
          </a:prstGeom>
          <a:solidFill>
            <a:srgbClr val="F9FAFB"/>
          </a:solidFill>
          <a:ln w="1270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1078992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Harness</a:t>
            </a:r>
            <a:endParaRPr lang="en-US" sz="1100"/>
          </a:p>
        </p:txBody>
      </p:sp>
      <p:sp>
        <p:nvSpPr>
          <p:cNvPr id="8" name="Shape 6"/>
          <p:cNvSpPr/>
          <p:nvPr/>
        </p:nvSpPr>
        <p:spPr>
          <a:xfrm>
            <a:off x="1280160" y="1499616"/>
            <a:ext cx="0" cy="292608"/>
          </a:xfrm>
          <a:prstGeom prst="line">
            <a:avLst/>
          </a:prstGeom>
          <a:noFill/>
          <a:ln w="1524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353312" y="155448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after all agents pass</a:t>
            </a:r>
            <a:endParaRPr lang="en-US" sz="750"/>
          </a:p>
        </p:txBody>
      </p:sp>
      <p:sp>
        <p:nvSpPr>
          <p:cNvPr id="10" name="Shape 8"/>
          <p:cNvSpPr/>
          <p:nvPr/>
        </p:nvSpPr>
        <p:spPr>
          <a:xfrm>
            <a:off x="274320" y="1792224"/>
            <a:ext cx="3840480" cy="2313432"/>
          </a:xfrm>
          <a:prstGeom prst="rect">
            <a:avLst/>
          </a:prstGeom>
          <a:solidFill>
            <a:srgbClr val="F0F9FF"/>
          </a:solidFill>
          <a:ln w="1016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74320" y="1792224"/>
            <a:ext cx="3840480" cy="274320"/>
          </a:xfrm>
          <a:prstGeom prst="rect">
            <a:avLst/>
          </a:prstGeom>
          <a:solidFill>
            <a:srgbClr val="0EA5E9">
              <a:alpha val="45000"/>
            </a:srgbClr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74320" y="179222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zh-CN" sz="1000" b="1">
                <a:solidFill>
                  <a:srgbClr val="0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r>
              <a:rPr lang="en-US" sz="1000" b="1">
                <a:solidFill>
                  <a:srgbClr val="0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cross-checks defined by domain knowledge</a:t>
            </a:r>
            <a:endParaRPr lang="en-US" sz="1000"/>
          </a:p>
        </p:txBody>
      </p:sp>
      <p:sp>
        <p:nvSpPr>
          <p:cNvPr id="13" name="Shape 11"/>
          <p:cNvSpPr/>
          <p:nvPr/>
        </p:nvSpPr>
        <p:spPr>
          <a:xfrm>
            <a:off x="384048" y="2194560"/>
            <a:ext cx="201168" cy="201168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84048" y="219456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/>
          </a:p>
        </p:txBody>
      </p:sp>
      <p:sp>
        <p:nvSpPr>
          <p:cNvPr id="15" name="Text 13"/>
          <p:cNvSpPr/>
          <p:nvPr/>
        </p:nvSpPr>
        <p:spPr>
          <a:xfrm>
            <a:off x="629052" y="2212848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Consistency between load analysis and traffic forecast</a:t>
            </a:r>
            <a:endParaRPr lang="en-US" sz="1000"/>
          </a:p>
        </p:txBody>
      </p:sp>
      <p:sp>
        <p:nvSpPr>
          <p:cNvPr id="16" name="Text 14"/>
          <p:cNvSpPr/>
          <p:nvPr/>
        </p:nvSpPr>
        <p:spPr>
          <a:xfrm>
            <a:off x="640080" y="2395728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850"/>
          </a:p>
        </p:txBody>
      </p:sp>
      <p:sp>
        <p:nvSpPr>
          <p:cNvPr id="17" name="Shape 15"/>
          <p:cNvSpPr/>
          <p:nvPr/>
        </p:nvSpPr>
        <p:spPr>
          <a:xfrm>
            <a:off x="384048" y="2852928"/>
            <a:ext cx="201168" cy="201168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84048" y="285292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/>
          </a:p>
        </p:txBody>
      </p:sp>
      <p:sp>
        <p:nvSpPr>
          <p:cNvPr id="19" name="Text 17"/>
          <p:cNvSpPr/>
          <p:nvPr/>
        </p:nvSpPr>
        <p:spPr>
          <a:xfrm>
            <a:off x="629052" y="2840839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Consistency between signal coverage and hardware capacity</a:t>
            </a:r>
            <a:endParaRPr lang="en-US" sz="1000"/>
          </a:p>
        </p:txBody>
      </p:sp>
      <p:sp>
        <p:nvSpPr>
          <p:cNvPr id="25" name="Shape 23"/>
          <p:cNvSpPr/>
          <p:nvPr/>
        </p:nvSpPr>
        <p:spPr>
          <a:xfrm>
            <a:off x="384048" y="3471937"/>
            <a:ext cx="201168" cy="201168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84048" y="3471937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/>
          </a:p>
        </p:txBody>
      </p:sp>
      <p:sp>
        <p:nvSpPr>
          <p:cNvPr id="27" name="Text 25"/>
          <p:cNvSpPr/>
          <p:nvPr/>
        </p:nvSpPr>
        <p:spPr>
          <a:xfrm>
            <a:off x="640080" y="3435361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Alignment between geographic severity and network risk</a:t>
            </a:r>
            <a:endParaRPr lang="en-US" sz="1000"/>
          </a:p>
        </p:txBody>
      </p:sp>
      <p:sp>
        <p:nvSpPr>
          <p:cNvPr id="31" name="Text 29"/>
          <p:cNvSpPr/>
          <p:nvPr/>
        </p:nvSpPr>
        <p:spPr>
          <a:xfrm>
            <a:off x="3922776" y="2356207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all</a:t>
            </a:r>
            <a:endParaRPr lang="en-US" sz="750"/>
          </a:p>
          <a:p>
            <a:pPr marL="0" indent="0" algn="ctr">
              <a:buNone/>
            </a:pPr>
            <a:r>
              <a:rPr lang="en-US" sz="75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files</a:t>
            </a:r>
            <a:endParaRPr lang="en-US" sz="750"/>
          </a:p>
        </p:txBody>
      </p:sp>
      <p:sp>
        <p:nvSpPr>
          <p:cNvPr id="33" name="Text 31"/>
          <p:cNvSpPr/>
          <p:nvPr/>
        </p:nvSpPr>
        <p:spPr>
          <a:xfrm>
            <a:off x="4004476" y="2867638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verification</a:t>
            </a:r>
            <a:endParaRPr lang="en-US" sz="750"/>
          </a:p>
          <a:p>
            <a:pPr marL="0" indent="0" algn="ctr">
              <a:buNone/>
            </a:pPr>
            <a:r>
              <a:rPr lang="en-US" sz="75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750"/>
          </a:p>
        </p:txBody>
      </p:sp>
      <p:sp>
        <p:nvSpPr>
          <p:cNvPr id="34" name="Shape 32"/>
          <p:cNvSpPr/>
          <p:nvPr/>
        </p:nvSpPr>
        <p:spPr>
          <a:xfrm>
            <a:off x="5045008" y="2344041"/>
            <a:ext cx="1097280" cy="749808"/>
          </a:xfrm>
          <a:prstGeom prst="rect">
            <a:avLst/>
          </a:prstGeom>
          <a:solidFill>
            <a:srgbClr val="EFF6FF"/>
          </a:solidFill>
          <a:ln w="1016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5045008" y="2344041"/>
            <a:ext cx="1097280" cy="237744"/>
          </a:xfrm>
          <a:prstGeom prst="rect">
            <a:avLst/>
          </a:prstGeom>
          <a:solidFill>
            <a:srgbClr val="3B82F6">
              <a:alpha val="45000"/>
            </a:srgbClr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5045008" y="2344041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RunStore MCP</a:t>
            </a:r>
            <a:endParaRPr lang="en-US" sz="850"/>
          </a:p>
        </p:txBody>
      </p:sp>
      <p:sp>
        <p:nvSpPr>
          <p:cNvPr id="37" name="Text 35"/>
          <p:cNvSpPr/>
          <p:nvPr/>
        </p:nvSpPr>
        <p:spPr>
          <a:xfrm>
            <a:off x="5045008" y="2600073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00"/>
          </a:p>
        </p:txBody>
      </p:sp>
      <p:sp>
        <p:nvSpPr>
          <p:cNvPr id="40" name="Shape 38"/>
          <p:cNvSpPr/>
          <p:nvPr/>
        </p:nvSpPr>
        <p:spPr>
          <a:xfrm>
            <a:off x="5045008" y="3392424"/>
            <a:ext cx="2011680" cy="749808"/>
          </a:xfrm>
          <a:prstGeom prst="rect">
            <a:avLst/>
          </a:prstGeom>
          <a:solidFill>
            <a:srgbClr val="FEF3C7"/>
          </a:solidFill>
          <a:ln w="1016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5045008" y="3392424"/>
            <a:ext cx="2011680" cy="237744"/>
          </a:xfrm>
          <a:prstGeom prst="rect">
            <a:avLst/>
          </a:prstGeom>
          <a:solidFill>
            <a:srgbClr val="D97706">
              <a:alpha val="45000"/>
            </a:srgbClr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5045008" y="3392424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Memory MCP</a:t>
            </a:r>
            <a:endParaRPr lang="en-US" sz="850"/>
          </a:p>
        </p:txBody>
      </p:sp>
      <p:sp>
        <p:nvSpPr>
          <p:cNvPr id="43" name="Text 41"/>
          <p:cNvSpPr/>
          <p:nvPr/>
        </p:nvSpPr>
        <p:spPr>
          <a:xfrm>
            <a:off x="5045008" y="3648456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knowledge rules &amp; learned lessons</a:t>
            </a:r>
            <a:endParaRPr lang="en-US" sz="800"/>
          </a:p>
        </p:txBody>
      </p:sp>
      <p:sp>
        <p:nvSpPr>
          <p:cNvPr id="44" name="Shape 42"/>
          <p:cNvSpPr/>
          <p:nvPr/>
        </p:nvSpPr>
        <p:spPr>
          <a:xfrm>
            <a:off x="4828032" y="1078992"/>
            <a:ext cx="4059936" cy="1005840"/>
          </a:xfrm>
          <a:prstGeom prst="rect">
            <a:avLst/>
          </a:prstGeom>
          <a:solidFill>
            <a:srgbClr val="FFFBEB"/>
          </a:solidFill>
          <a:ln w="8890">
            <a:solidFill>
              <a:srgbClr val="FCD3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4828032" y="1078992"/>
            <a:ext cx="4059936" cy="219456"/>
          </a:xfrm>
          <a:prstGeom prst="rect">
            <a:avLst/>
          </a:prstGeom>
          <a:solidFill>
            <a:srgbClr val="D97706">
              <a:alpha val="45000"/>
            </a:srgbClr>
          </a:solidFill>
          <a:ln w="12700">
            <a:solidFill>
              <a:srgbClr val="FCD3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4828032" y="1078992"/>
            <a:ext cx="4059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 resolution logic from harness</a:t>
            </a:r>
            <a:endParaRPr lang="en-US" sz="850"/>
          </a:p>
        </p:txBody>
      </p:sp>
      <p:sp>
        <p:nvSpPr>
          <p:cNvPr id="47" name="Text 45"/>
          <p:cNvSpPr/>
          <p:nvPr/>
        </p:nvSpPr>
        <p:spPr>
          <a:xfrm>
            <a:off x="4937760" y="1316736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Minor conflict</a:t>
            </a:r>
            <a:r>
              <a:rPr lang="en-US" sz="85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apply priority rules from</a:t>
            </a:r>
            <a:r>
              <a:rPr lang="zh-CN" altLang="en-US" sz="85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zh-CN" sz="85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knowledge then</a:t>
            </a:r>
            <a:r>
              <a:rPr lang="en-US" sz="85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continue
</a:t>
            </a:r>
            <a:r>
              <a:rPr lang="en-US" sz="850" b="1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conflict</a:t>
            </a:r>
            <a:r>
              <a:rPr lang="en-US" sz="85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rerun both agents</a:t>
            </a:r>
            <a:endParaRPr lang="en-US" sz="850"/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ECD8856D-D1EE-38C3-3158-C58EEF75E195}"/>
              </a:ext>
            </a:extLst>
          </p:cNvPr>
          <p:cNvCxnSpPr>
            <a:cxnSpLocks/>
            <a:stCxn id="34" idx="1"/>
          </p:cNvCxnSpPr>
          <p:nvPr/>
        </p:nvCxnSpPr>
        <p:spPr>
          <a:xfrm flipH="1">
            <a:off x="4114800" y="2718945"/>
            <a:ext cx="930208" cy="59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95075B1F-E9BE-D340-9F80-C835871219FE}"/>
              </a:ext>
            </a:extLst>
          </p:cNvPr>
          <p:cNvCxnSpPr/>
          <p:nvPr/>
        </p:nvCxnSpPr>
        <p:spPr>
          <a:xfrm>
            <a:off x="4114800" y="2898648"/>
            <a:ext cx="93020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1" name="Text 37">
            <a:extLst>
              <a:ext uri="{FF2B5EF4-FFF2-40B4-BE49-F238E27FC236}">
                <a16:creationId xmlns:a16="http://schemas.microsoft.com/office/drawing/2014/main" id="{68D36240-7C5E-65C5-1136-896390CB2BA8}"/>
              </a:ext>
            </a:extLst>
          </p:cNvPr>
          <p:cNvSpPr/>
          <p:nvPr/>
        </p:nvSpPr>
        <p:spPr>
          <a:xfrm>
            <a:off x="5147476" y="2600073"/>
            <a:ext cx="1005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all analysis files</a:t>
            </a:r>
            <a:endParaRPr lang="en-US" sz="850"/>
          </a:p>
          <a:p>
            <a:pPr marL="0" indent="0" algn="ctr">
              <a:buNone/>
            </a:pPr>
            <a:r>
              <a:rPr lang="en-US" sz="85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</a:t>
            </a:r>
            <a:r>
              <a:rPr lang="zh-CN" altLang="en-US" sz="85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zh-CN" sz="85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</a:t>
            </a:r>
            <a:r>
              <a:rPr lang="zh-CN" altLang="en-US" sz="85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zh-CN" sz="85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</a:t>
            </a:r>
            <a:endParaRPr lang="en-US" sz="850"/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F1F688E1-1945-E836-5A9A-4BC2E6387905}"/>
              </a:ext>
            </a:extLst>
          </p:cNvPr>
          <p:cNvCxnSpPr>
            <a:stCxn id="40" idx="1"/>
          </p:cNvCxnSpPr>
          <p:nvPr/>
        </p:nvCxnSpPr>
        <p:spPr>
          <a:xfrm flipH="1">
            <a:off x="4114800" y="3767328"/>
            <a:ext cx="930208" cy="9542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E6B5C"/>
          </a:solidFill>
          <a:ln w="12700">
            <a:solidFill>
              <a:srgbClr val="1E6B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56032" y="0"/>
            <a:ext cx="863193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Reflector</a:t>
            </a:r>
            <a:endParaRPr lang="en-US" sz="1700"/>
          </a:p>
        </p:txBody>
      </p:sp>
      <p:sp>
        <p:nvSpPr>
          <p:cNvPr id="4" name="Shape 2"/>
          <p:cNvSpPr/>
          <p:nvPr/>
        </p:nvSpPr>
        <p:spPr>
          <a:xfrm>
            <a:off x="274320" y="658368"/>
            <a:ext cx="8595360" cy="274320"/>
          </a:xfrm>
          <a:prstGeom prst="rect">
            <a:avLst/>
          </a:prstGeom>
          <a:solidFill>
            <a:srgbClr val="F0FDF4"/>
          </a:solidFill>
          <a:ln w="8890">
            <a:solidFill>
              <a:srgbClr val="86EFA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84048" y="658368"/>
            <a:ext cx="8375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Distils lessons from each verified run · appends to warm tier for future agents to learn from · only runs after full PASS</a:t>
            </a:r>
            <a:endParaRPr lang="en-US" sz="950"/>
          </a:p>
        </p:txBody>
      </p:sp>
      <p:sp>
        <p:nvSpPr>
          <p:cNvPr id="6" name="Shape 4"/>
          <p:cNvSpPr/>
          <p:nvPr/>
        </p:nvSpPr>
        <p:spPr>
          <a:xfrm>
            <a:off x="274320" y="1078992"/>
            <a:ext cx="2011680" cy="420624"/>
          </a:xfrm>
          <a:prstGeom prst="rect">
            <a:avLst/>
          </a:prstGeom>
          <a:solidFill>
            <a:srgbClr val="F9FAFB"/>
          </a:solidFill>
          <a:ln w="1270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1078992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Harness</a:t>
            </a:r>
            <a:endParaRPr lang="en-US" sz="1100"/>
          </a:p>
        </p:txBody>
      </p:sp>
      <p:sp>
        <p:nvSpPr>
          <p:cNvPr id="8" name="Shape 6"/>
          <p:cNvSpPr/>
          <p:nvPr/>
        </p:nvSpPr>
        <p:spPr>
          <a:xfrm>
            <a:off x="1280160" y="1499616"/>
            <a:ext cx="0" cy="292608"/>
          </a:xfrm>
          <a:prstGeom prst="line">
            <a:avLst/>
          </a:prstGeom>
          <a:noFill/>
          <a:ln w="1524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353312" y="155448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only after full PASS</a:t>
            </a:r>
            <a:endParaRPr lang="en-US" sz="750"/>
          </a:p>
        </p:txBody>
      </p:sp>
      <p:sp>
        <p:nvSpPr>
          <p:cNvPr id="10" name="Shape 8"/>
          <p:cNvSpPr/>
          <p:nvPr/>
        </p:nvSpPr>
        <p:spPr>
          <a:xfrm>
            <a:off x="274320" y="1792224"/>
            <a:ext cx="3840480" cy="2907792"/>
          </a:xfrm>
          <a:prstGeom prst="rect">
            <a:avLst/>
          </a:prstGeom>
          <a:solidFill>
            <a:srgbClr val="F5F3FF"/>
          </a:solidFill>
          <a:ln w="1016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74320" y="1792224"/>
            <a:ext cx="3840480" cy="274320"/>
          </a:xfrm>
          <a:prstGeom prst="rect">
            <a:avLst/>
          </a:prstGeom>
          <a:solidFill>
            <a:srgbClr val="7C3AED">
              <a:alpha val="45000"/>
            </a:srgbClr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74320" y="179222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3B0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Looks for</a:t>
            </a:r>
            <a:endParaRPr lang="en-US" sz="1000"/>
          </a:p>
        </p:txBody>
      </p:sp>
      <p:sp>
        <p:nvSpPr>
          <p:cNvPr id="13" name="Shape 11"/>
          <p:cNvSpPr/>
          <p:nvPr/>
        </p:nvSpPr>
        <p:spPr>
          <a:xfrm>
            <a:off x="384048" y="2231136"/>
            <a:ext cx="128016" cy="12801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66928" y="2176272"/>
            <a:ext cx="34381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3B0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cases near</a:t>
            </a:r>
            <a:r>
              <a:rPr lang="zh-CN" altLang="en-US" sz="950">
                <a:solidFill>
                  <a:srgbClr val="3B0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zh-CN" sz="950">
                <a:solidFill>
                  <a:srgbClr val="3B0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thresholds</a:t>
            </a:r>
            <a:r>
              <a:rPr lang="zh-CN" altLang="en-US" sz="950">
                <a:solidFill>
                  <a:srgbClr val="3B0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zh-CN" sz="950">
                <a:solidFill>
                  <a:srgbClr val="3B0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</a:t>
            </a:r>
            <a:r>
              <a:rPr lang="zh-CN" altLang="en-US" sz="950">
                <a:solidFill>
                  <a:srgbClr val="3B0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zh-CN" sz="950">
                <a:solidFill>
                  <a:srgbClr val="3B0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</a:t>
            </a:r>
            <a:endParaRPr lang="en-US" sz="950"/>
          </a:p>
        </p:txBody>
      </p:sp>
      <p:sp>
        <p:nvSpPr>
          <p:cNvPr id="15" name="Shape 13"/>
          <p:cNvSpPr/>
          <p:nvPr/>
        </p:nvSpPr>
        <p:spPr>
          <a:xfrm>
            <a:off x="384048" y="2724912"/>
            <a:ext cx="128016" cy="12801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66928" y="2670048"/>
            <a:ext cx="34381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3B0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applied ambiguously or inconsistently across runs</a:t>
            </a:r>
            <a:endParaRPr lang="en-US" sz="950"/>
          </a:p>
        </p:txBody>
      </p:sp>
      <p:sp>
        <p:nvSpPr>
          <p:cNvPr id="17" name="Shape 15"/>
          <p:cNvSpPr/>
          <p:nvPr/>
        </p:nvSpPr>
        <p:spPr>
          <a:xfrm>
            <a:off x="384048" y="3218688"/>
            <a:ext cx="128016" cy="12801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66928" y="3163824"/>
            <a:ext cx="34381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3B0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vs KPI divergence patterns</a:t>
            </a:r>
            <a:endParaRPr lang="en-US" sz="950"/>
          </a:p>
        </p:txBody>
      </p:sp>
      <p:sp>
        <p:nvSpPr>
          <p:cNvPr id="19" name="Shape 17"/>
          <p:cNvSpPr/>
          <p:nvPr/>
        </p:nvSpPr>
        <p:spPr>
          <a:xfrm>
            <a:off x="384048" y="3712464"/>
            <a:ext cx="128016" cy="12801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66928" y="3657600"/>
            <a:ext cx="34381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3B0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forecast modeling judgment calls</a:t>
            </a:r>
            <a:endParaRPr lang="en-US" sz="950"/>
          </a:p>
        </p:txBody>
      </p:sp>
      <p:sp>
        <p:nvSpPr>
          <p:cNvPr id="21" name="Shape 19"/>
          <p:cNvSpPr/>
          <p:nvPr/>
        </p:nvSpPr>
        <p:spPr>
          <a:xfrm>
            <a:off x="384048" y="4206240"/>
            <a:ext cx="128016" cy="12801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66928" y="4151376"/>
            <a:ext cx="34381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3B0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 zone severity close calls</a:t>
            </a:r>
            <a:endParaRPr lang="en-US" sz="950"/>
          </a:p>
        </p:txBody>
      </p:sp>
      <p:sp>
        <p:nvSpPr>
          <p:cNvPr id="23" name="Shape 21"/>
          <p:cNvSpPr/>
          <p:nvPr/>
        </p:nvSpPr>
        <p:spPr>
          <a:xfrm>
            <a:off x="384048" y="4572000"/>
            <a:ext cx="3621024" cy="237744"/>
          </a:xfrm>
          <a:prstGeom prst="rect">
            <a:avLst/>
          </a:prstGeom>
          <a:solidFill>
            <a:srgbClr val="EDE9FE"/>
          </a:solidFill>
          <a:ln w="6350">
            <a:solidFill>
              <a:srgbClr val="C4B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84048" y="4572000"/>
            <a:ext cx="3621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append-only · no overwrite · stays silent if no new lessons</a:t>
            </a:r>
            <a:endParaRPr lang="en-US" sz="850"/>
          </a:p>
        </p:txBody>
      </p:sp>
      <p:sp>
        <p:nvSpPr>
          <p:cNvPr id="26" name="Text 24"/>
          <p:cNvSpPr/>
          <p:nvPr/>
        </p:nvSpPr>
        <p:spPr>
          <a:xfrm>
            <a:off x="3979630" y="2476831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all</a:t>
            </a:r>
            <a:endParaRPr lang="en-US" sz="750"/>
          </a:p>
          <a:p>
            <a:pPr marL="0" indent="0" algn="ctr">
              <a:buNone/>
            </a:pPr>
            <a:r>
              <a:rPr lang="en-US" sz="75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</a:t>
            </a:r>
            <a:endParaRPr lang="en-US" sz="750"/>
          </a:p>
        </p:txBody>
      </p:sp>
      <p:sp>
        <p:nvSpPr>
          <p:cNvPr id="27" name="Shape 25"/>
          <p:cNvSpPr/>
          <p:nvPr/>
        </p:nvSpPr>
        <p:spPr>
          <a:xfrm>
            <a:off x="4828032" y="2286000"/>
            <a:ext cx="2011680" cy="749808"/>
          </a:xfrm>
          <a:prstGeom prst="rect">
            <a:avLst/>
          </a:prstGeom>
          <a:solidFill>
            <a:srgbClr val="EFF6FF"/>
          </a:solidFill>
          <a:ln w="1016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4828032" y="2286000"/>
            <a:ext cx="2011680" cy="237744"/>
          </a:xfrm>
          <a:prstGeom prst="rect">
            <a:avLst/>
          </a:prstGeom>
          <a:solidFill>
            <a:srgbClr val="3B82F6">
              <a:alpha val="45000"/>
            </a:srgbClr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828032" y="228600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RunStore MCP</a:t>
            </a:r>
            <a:endParaRPr lang="en-US" sz="850"/>
          </a:p>
        </p:txBody>
      </p:sp>
      <p:sp>
        <p:nvSpPr>
          <p:cNvPr id="30" name="Text 28"/>
          <p:cNvSpPr/>
          <p:nvPr/>
        </p:nvSpPr>
        <p:spPr>
          <a:xfrm>
            <a:off x="4828032" y="254203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agent findings</a:t>
            </a:r>
            <a:endParaRPr lang="en-US" sz="800"/>
          </a:p>
          <a:p>
            <a:pPr marL="0" indent="0" algn="ctr">
              <a:buNone/>
            </a:pPr>
            <a:r>
              <a:rPr lang="en-US" sz="80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verifier results</a:t>
            </a:r>
            <a:endParaRPr lang="en-US" sz="800"/>
          </a:p>
        </p:txBody>
      </p:sp>
      <p:sp>
        <p:nvSpPr>
          <p:cNvPr id="32" name="Text 30"/>
          <p:cNvSpPr/>
          <p:nvPr/>
        </p:nvSpPr>
        <p:spPr>
          <a:xfrm>
            <a:off x="3965318" y="3555823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 new</a:t>
            </a:r>
            <a:endParaRPr lang="en-US" sz="750"/>
          </a:p>
          <a:p>
            <a:pPr marL="0" indent="0" algn="ctr">
              <a:buNone/>
            </a:pPr>
            <a:r>
              <a:rPr lang="en-US" sz="75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lessons</a:t>
            </a:r>
            <a:endParaRPr lang="en-US" sz="750"/>
          </a:p>
        </p:txBody>
      </p:sp>
      <p:sp>
        <p:nvSpPr>
          <p:cNvPr id="33" name="Shape 31"/>
          <p:cNvSpPr/>
          <p:nvPr/>
        </p:nvSpPr>
        <p:spPr>
          <a:xfrm>
            <a:off x="4828032" y="3401568"/>
            <a:ext cx="2011680" cy="749808"/>
          </a:xfrm>
          <a:prstGeom prst="rect">
            <a:avLst/>
          </a:prstGeom>
          <a:solidFill>
            <a:srgbClr val="F5F3FF"/>
          </a:solidFill>
          <a:ln w="1016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4828032" y="3401568"/>
            <a:ext cx="2011680" cy="237744"/>
          </a:xfrm>
          <a:prstGeom prst="rect">
            <a:avLst/>
          </a:prstGeom>
          <a:solidFill>
            <a:srgbClr val="7C3AED">
              <a:alpha val="45000"/>
            </a:srgbClr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828032" y="340156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3B0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Memory MCP</a:t>
            </a:r>
            <a:endParaRPr lang="en-US" sz="850"/>
          </a:p>
        </p:txBody>
      </p:sp>
      <p:sp>
        <p:nvSpPr>
          <p:cNvPr id="36" name="Text 34"/>
          <p:cNvSpPr/>
          <p:nvPr/>
        </p:nvSpPr>
        <p:spPr>
          <a:xfrm>
            <a:off x="4828032" y="36576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zh-CN" sz="80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</a:t>
            </a:r>
            <a:r>
              <a:rPr lang="zh-CN" altLang="en-US" sz="80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zh-CN" sz="80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</a:t>
            </a:r>
            <a:endParaRPr lang="en-US" sz="800"/>
          </a:p>
          <a:p>
            <a:pPr marL="0" indent="0" algn="ctr">
              <a:buNone/>
            </a:pPr>
            <a:r>
              <a:rPr lang="en-US" sz="80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(append-only)</a:t>
            </a:r>
            <a:endParaRPr lang="en-US" sz="800"/>
          </a:p>
        </p:txBody>
      </p:sp>
      <p:sp>
        <p:nvSpPr>
          <p:cNvPr id="37" name="Shape 35"/>
          <p:cNvSpPr/>
          <p:nvPr/>
        </p:nvSpPr>
        <p:spPr>
          <a:xfrm>
            <a:off x="4828032" y="1078992"/>
            <a:ext cx="4059936" cy="1005840"/>
          </a:xfrm>
          <a:prstGeom prst="rect">
            <a:avLst/>
          </a:prstGeom>
          <a:solidFill>
            <a:srgbClr val="F0FDF4"/>
          </a:solidFill>
          <a:ln w="8890">
            <a:solidFill>
              <a:srgbClr val="86EFA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4828032" y="1078992"/>
            <a:ext cx="4059936" cy="219456"/>
          </a:xfrm>
          <a:prstGeom prst="rect">
            <a:avLst/>
          </a:prstGeom>
          <a:solidFill>
            <a:srgbClr val="16A34A">
              <a:alpha val="45000"/>
            </a:srgbClr>
          </a:solidFill>
          <a:ln w="12700">
            <a:solidFill>
              <a:srgbClr val="86EFA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4828032" y="1078992"/>
            <a:ext cx="4059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850"/>
          </a:p>
        </p:txBody>
      </p:sp>
      <p:sp>
        <p:nvSpPr>
          <p:cNvPr id="40" name="Text 38"/>
          <p:cNvSpPr/>
          <p:nvPr/>
        </p:nvSpPr>
        <p:spPr>
          <a:xfrm>
            <a:off x="4937760" y="1316736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Lessons accumulate across runs — future agents benefit from past edge cases without retraining. The system improves through experience, not gradient updates.</a:t>
            </a:r>
            <a:endParaRPr lang="en-US" sz="850"/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179B1EE9-C020-A45B-588D-20558D753DD4}"/>
              </a:ext>
            </a:extLst>
          </p:cNvPr>
          <p:cNvCxnSpPr>
            <a:stCxn id="27" idx="1"/>
          </p:cNvCxnSpPr>
          <p:nvPr/>
        </p:nvCxnSpPr>
        <p:spPr>
          <a:xfrm flipH="1">
            <a:off x="4114800" y="2660904"/>
            <a:ext cx="71323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5BB30CD8-8262-DC84-67F0-85B91C30C126}"/>
              </a:ext>
            </a:extLst>
          </p:cNvPr>
          <p:cNvCxnSpPr>
            <a:cxnSpLocks/>
          </p:cNvCxnSpPr>
          <p:nvPr/>
        </p:nvCxnSpPr>
        <p:spPr>
          <a:xfrm>
            <a:off x="4169664" y="3720415"/>
            <a:ext cx="65836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4592</TotalTime>
  <Words>1269</Words>
  <Application>Microsoft Macintosh PowerPoint</Application>
  <PresentationFormat>On-screen Show (16:9)</PresentationFormat>
  <Paragraphs>308</Paragraphs>
  <Slides>13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USID Outage Impact Assessment Pipeline</dc:title>
  <dc:subject>PptxGenJS Presentation</dc:subject>
  <dc:creator>PptxGenJS</dc:creator>
  <cp:lastModifiedBy>Zheng, Xinyue</cp:lastModifiedBy>
  <cp:revision>2</cp:revision>
  <dcterms:created xsi:type="dcterms:W3CDTF">2026-04-16T06:40:44Z</dcterms:created>
  <dcterms:modified xsi:type="dcterms:W3CDTF">2026-04-19T19:35:52Z</dcterms:modified>
</cp:coreProperties>
</file>