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RRC (k)</c:v>
                </c:pt>
              </c:strCache>
            </c:strRef>
          </c:tx>
          <c:spPr>
            <a:ln w="25400" cap="flat">
              <a:solidFill>
                <a:srgbClr val="1D4ED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00:00</c:v>
                </c:pt>
                <c:pt idx="4">
                  <c:v>06:00</c:v>
                </c:pt>
                <c:pt idx="7">
                  <c:v>12:00</c:v>
                </c:pt>
                <c:pt idx="10">
                  <c:v>18:00</c:v>
                </c:pt>
                <c:pt idx="13">
                  <c:v>24:00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30</c:v>
                </c:pt>
                <c:pt idx="1">
                  <c:v>40</c:v>
                </c:pt>
                <c:pt idx="2">
                  <c:v>35</c:v>
                </c:pt>
                <c:pt idx="3">
                  <c:v>50</c:v>
                </c:pt>
                <c:pt idx="4">
                  <c:v>45</c:v>
                </c:pt>
                <c:pt idx="5">
                  <c:v>65</c:v>
                </c:pt>
                <c:pt idx="6">
                  <c:v>90</c:v>
                </c:pt>
                <c:pt idx="7">
                  <c:v>75</c:v>
                </c:pt>
                <c:pt idx="8">
                  <c:v>60</c:v>
                </c:pt>
                <c:pt idx="9">
                  <c:v>95</c:v>
                </c:pt>
                <c:pt idx="10">
                  <c:v>105</c:v>
                </c:pt>
                <c:pt idx="11">
                  <c:v>100</c:v>
                </c:pt>
                <c:pt idx="12">
                  <c:v>80</c:v>
                </c:pt>
                <c:pt idx="13">
                  <c:v>70</c:v>
                </c:pt>
                <c:pt idx="14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A0-B649-842E-5072CCCED7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9525" cap="flat">
              <a:solidFill>
                <a:srgbClr val="E5E9F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6B7280"/>
                    </a:solidFill>
                    <a:latin typeface="Arial"/>
                  </a:rPr>
                  <a:t>RRC (k)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(%)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38</c:v>
                </c:pt>
                <c:pt idx="1">
                  <c:v>42</c:v>
                </c:pt>
                <c:pt idx="2">
                  <c:v>30</c:v>
                </c:pt>
                <c:pt idx="3">
                  <c:v>55</c:v>
                </c:pt>
                <c:pt idx="4">
                  <c:v>35</c:v>
                </c:pt>
                <c:pt idx="5">
                  <c:v>60</c:v>
                </c:pt>
                <c:pt idx="6">
                  <c:v>45</c:v>
                </c:pt>
                <c:pt idx="7">
                  <c:v>58</c:v>
                </c:pt>
                <c:pt idx="8">
                  <c:v>40</c:v>
                </c:pt>
                <c:pt idx="9">
                  <c:v>72</c:v>
                </c:pt>
                <c:pt idx="10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FA-E744-957A-54EDCE3FBB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9F0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6B7280"/>
                    </a:solidFill>
                    <a:latin typeface="Arial"/>
                  </a:rPr>
                  <a:t>Utilization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686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646920" y="292608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F5F7FB"/>
          </a:solidFill>
          <a:ln w="12700">
            <a:solidFill>
              <a:srgbClr val="C7D2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/ Future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9050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05256"/>
            <a:ext cx="109728" cy="109728"/>
          </a:xfrm>
          <a:prstGeom prst="ellipse">
            <a:avLst/>
          </a:prstGeom>
          <a:solidFill>
            <a:srgbClr val="2255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064240" cy="0"/>
          </a:xfrm>
          <a:prstGeom prst="line">
            <a:avLst/>
          </a:prstGeom>
          <a:noFill/>
          <a:ln w="19050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503152" y="6400800"/>
            <a:ext cx="256032" cy="256032"/>
          </a:xfrm>
          <a:prstGeom prst="ellipse">
            <a:avLst/>
          </a:prstGeom>
          <a:solidFill>
            <a:srgbClr val="2255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503152" y="6400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2344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234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/ RSRP Map</a:t>
            </a:r>
            <a:endParaRPr lang="en-US" sz="1400" dirty="0"/>
          </a:p>
        </p:txBody>
      </p:sp>
      <p:pic>
        <p:nvPicPr>
          <p:cNvPr id="13" name="Image 0" descr="/home/claude/imgs/coverag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3352"/>
            <a:ext cx="3099816" cy="119786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114800" y="12344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14800" y="12344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0" y="1234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/ RRC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187952" y="1636776"/>
          <a:ext cx="3099816" cy="1261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7680960" y="12344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680960" y="12344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680960" y="1234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PRB Utilization</a:t>
            </a:r>
            <a:endParaRPr lang="en-US" sz="14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7754112" y="1636776"/>
          <a:ext cx="3099816" cy="1261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Shape 17"/>
          <p:cNvSpPr/>
          <p:nvPr/>
        </p:nvSpPr>
        <p:spPr>
          <a:xfrm>
            <a:off x="548640" y="39776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48640" y="39776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48640" y="3977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Density</a:t>
            </a:r>
            <a:endParaRPr lang="en-US" sz="1400" dirty="0"/>
          </a:p>
        </p:txBody>
      </p:sp>
      <p:pic>
        <p:nvPicPr>
          <p:cNvPr id="25" name="Image 1" descr="/home/claude/imgs/population_dens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16552"/>
            <a:ext cx="3099816" cy="119786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680960" y="3977640"/>
            <a:ext cx="324612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5875">
            <a:solidFill>
              <a:srgbClr val="225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680960" y="3977640"/>
            <a:ext cx="324612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680960" y="3977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Region Features</a:t>
            </a:r>
            <a:endParaRPr lang="en-US" sz="1400" dirty="0"/>
          </a:p>
        </p:txBody>
      </p:sp>
      <p:pic>
        <p:nvPicPr>
          <p:cNvPr id="29" name="Image 2" descr="/home/claude/imgs/osm_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112" y="4416552"/>
            <a:ext cx="3099816" cy="119786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297680" y="397764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1B2A6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5500116" y="4197096"/>
            <a:ext cx="402336" cy="402336"/>
          </a:xfrm>
          <a:prstGeom prst="ellipse">
            <a:avLst/>
          </a:prstGeom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5618988" y="4389120"/>
            <a:ext cx="64008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5705856" y="4315968"/>
            <a:ext cx="64008" cy="210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5792724" y="4425696"/>
            <a:ext cx="64008" cy="1005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5875020" y="4572000"/>
            <a:ext cx="219456" cy="219456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4297680" y="48463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 Impact</a:t>
            </a:r>
            <a:endParaRPr lang="en-US" sz="19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900" dirty="0"/>
          </a:p>
        </p:txBody>
      </p:sp>
      <p:sp>
        <p:nvSpPr>
          <p:cNvPr id="37" name="Shape 30"/>
          <p:cNvSpPr/>
          <p:nvPr/>
        </p:nvSpPr>
        <p:spPr>
          <a:xfrm>
            <a:off x="3520440" y="2926080"/>
            <a:ext cx="914400" cy="105156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5737860" y="2926080"/>
            <a:ext cx="0" cy="105156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 flipH="1">
            <a:off x="7040880" y="2926080"/>
            <a:ext cx="914400" cy="105156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3794760" y="4823460"/>
            <a:ext cx="5029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7178040" y="4823460"/>
            <a:ext cx="5029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2103120" y="5806440"/>
            <a:ext cx="7955280" cy="566928"/>
          </a:xfrm>
          <a:prstGeom prst="roundRect">
            <a:avLst>
              <a:gd name="adj" fmla="val 16129"/>
            </a:avLst>
          </a:prstGeom>
          <a:solidFill>
            <a:srgbClr val="EAF0FB"/>
          </a:solidFill>
          <a:ln w="12700">
            <a:solidFill>
              <a:srgbClr val="D3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2331720" y="589788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2441448" y="5952744"/>
            <a:ext cx="164592" cy="16459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2478024" y="6121908"/>
            <a:ext cx="91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2487168" y="6163056"/>
            <a:ext cx="7315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2523744" y="5980176"/>
            <a:ext cx="0" cy="1371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2926080" y="58064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data source is sufficient.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0742A3-AF9B-A5F1-DCB1-EA90D723F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444500"/>
            <a:ext cx="7772400" cy="436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15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ABCC0227-89E8-F464-19B5-00E6AACE0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444500"/>
            <a:ext cx="7772400" cy="436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2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BE1C00CD-6939-7319-9057-40ACA1154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444500"/>
            <a:ext cx="7772400" cy="436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88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</Words>
  <Application>Microsoft Macintosh PowerPoint</Application>
  <PresentationFormat>Widescreen</PresentationFormat>
  <Paragraphs>14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Zheng, Xinyue</cp:lastModifiedBy>
  <cp:revision>2</cp:revision>
  <dcterms:created xsi:type="dcterms:W3CDTF">2026-07-31T03:47:14Z</dcterms:created>
  <dcterms:modified xsi:type="dcterms:W3CDTF">2026-07-31T04:08:59Z</dcterms:modified>
</cp:coreProperties>
</file>